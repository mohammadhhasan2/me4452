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2"/>
  </p:notesMasterIdLst>
  <p:sldIdLst>
    <p:sldId id="315" r:id="rId2"/>
    <p:sldId id="343" r:id="rId3"/>
    <p:sldId id="345" r:id="rId4"/>
    <p:sldId id="346" r:id="rId5"/>
    <p:sldId id="347" r:id="rId6"/>
    <p:sldId id="344" r:id="rId7"/>
    <p:sldId id="348" r:id="rId8"/>
    <p:sldId id="349" r:id="rId9"/>
    <p:sldId id="350" r:id="rId10"/>
    <p:sldId id="351" r:id="rId11"/>
  </p:sldIdLst>
  <p:sldSz cx="9144000" cy="5143500" type="screen16x9"/>
  <p:notesSz cx="9236075" cy="7010400"/>
  <p:custDataLst>
    <p:tags r:id="rId1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C85BF7-D6E8-4D4D-9ACC-B3CA8AF90410}" v="1760" dt="2026-09-04T00:00:03.341"/>
    <p1510:client id="{948BEC05-7824-B24A-8C41-C61ADBC92945}" v="1564" dt="2026-09-04T00:06:00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44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164 131 6507,'0'-9'859,"0"5"0,0-1 198,0 3-1022,0 1 1,-1-6 52,-1 4 0,0 1-61,-4 2 1,1 1 62,-3 1 1,-1 3-142,-2 3 1,1 1 97,-4 2 1,3-1-158,-3 4 1,1 1 22,0 4 0,0 1-156,2 2 0,5 1 22,-3-4 0,7 0 81,-1-3 0,3 1 16,3-1 1,5-4 91,6-4 0,1-3-2,2-5 0,3-1-31,2-2 0,-1-1 17,0-5 1,-1-3 6,1-1 0,-1-5 14,2-2 0,-7-2 317,1 3 0,-8-1-40,-3 1 0,-3 2-167,-2-2 1,-5 2-45,-3 3 0,-4 0 31,-4 3 0,-3 0-87,0 3 0,0 2-121,6 1 1,-2 3-1354,4-1 1491,0 2 0,25 23 0,5 6 0</inkml:trace>
  <inkml:trace contextRef="#ctx0" brushRef="#br0" timeOffset="765">402 172 7926,'0'-9'0,"0"4"264,0-1 151,0 5 38,0-7-150,0 7-282,0-2 71,-3 3 0,2 3-136,-2 3 0,2 2 8,1 3 0,0-1-155,0 4 0,0 0-114,0 2 0,0-2 102,0-1 1,3-2 33,0 3 1,2-4 71,-2 1 1,3-2-104,0-1 0,-2 0 74,2-3 1,-1 1 12,3-3 1,1 0 6,-1-3 0,0-1-6,0-2 1,1-1 53,-1-5 0,0 1 126,0 0 1,0-3-107,1 0 1,-4-3 54,1 4 0,-5-2 157,2 1 0,-1 2-66,1-2 0,-2-1 143,1 1 0,-1 0 287,-1 3-150,0-1-148,-3 1-190,2 4 1,-4 0-130,2 4 132,2 4 1,-2 0-16,3 4 1,0 3-35,0 0 1,1 3-156,1-3 0,0 3 20,4-3 1,-1 0-131,3 0 1,-2-1-145,-1 0 1,1 0 78,2-2 0,0-1 326,0-1 0,1-3 0,10-17 0,3-5 0</inkml:trace>
  <inkml:trace contextRef="#ctx0" brushRef="#br0" timeOffset="1101">673 163 7918,'-5'-5'-108,"0"-1"-350,2 0 1361,0 2-193,3-3-641,0 6 151,0-2-123,0 10 0,4-2-67,1 6 1,0-2-172,0 0 1,1 0 198,2 2 0,-3 1 43,1 1 1,-4 0-553,4-2 1,-4-2 176,1 2 0,0-1 103,0 1 0,0-5 113,-3 3 0,0-3-38,0 2 33,0-3 262,0-2-113,0-3 1,-3-3 197,0-3 0,0-4-102,0-1 0,2-2 81,-2 2 1,2-4 2,1 1 0,0 2 169,0-2 0,3 3-397,0-3 0,6 4-256,-1-1 1,6 2-323,-1 1 0,3 3 436,0-1 0,4 4 104,-1 0 0,33 8 0,5 3 0</inkml:trace>
  <inkml:trace contextRef="#ctx0" brushRef="#br0" timeOffset="2125">1503 205 7675,'-1'-5'-370,"-2"2"895,2-1 1,-2 2-163,3-4 1,-1 4 420,-2-4-332,2 4-234,-6-5 1,2 3-174,-3-1 1,2 1-68,1 4 0,-1 0-176,-2 0 1,-3 0 71,0 0 0,-1 1-131,2 2 0,0 1 47,-1 5 1,2-1-169,1 0 1,0 0 54,0 1 1,0 1-74,3 1 0,1 3 91,4-3 1,0 0 198,0-3 0,0 0-28,0 1 0,4-2 176,1-2 1,5-1 37,1-4 1,0 0-52,-2 0 0,-1-4 382,0-1-259,4-2 0,-3-2 68,2 1 0,-3 0 13,-2 0 0,0 0-135,-3-1 0,-1 4 19,-2-1 1,1 2-4,2-2 4,-2-1-56,3 6-135,-8-2 0,2 3 69,-3 0 1,3 3-17,-1 3 0,2 1-13,1 1 1,0 3 27,0 0 1,0 1-12,0-1 1,0-1 35,0 4 0,3-1 1,0 4 0,2-1 37,-2 1 0,0-1 107,-3 0 0,0 0-21,0-2 0,-2-3 190,-4-2 1,0-2-293,-8-2 1,1-1-158,-4-4 1,1 0-278,-1 0 1,1-4-65,-1-1 1,5-3-362,1-3 1,5 2 816,4-2 0,30-24 0,8-5 0</inkml:trace>
  <inkml:trace contextRef="#ctx0" brushRef="#br0" timeOffset="2424">1675 196 7916,'0'-4'1070,"0"-4"-1144,-3 8 89,-2-4 0,-3 5-135,0 2 1,2 1 138,1 4 1,-4 1-59,-2 2 0,0-1-211,3 4 0,1 0 54,1 2 1,3 0 61,3-3 1,0 2 116,0-4 1,4 0 156,5-3 1,0-1-77,4-1 0,0-2 227,1-4 0,1-5-170,-1-3 0,1-1-21,-2-5 0,-2 1 19,-5-1 1,0-1-180,-3 1 1,0-1-293,-3-2 0,-4 4-19,-1-1 0,0 5-766,-1 1 1137,1-1 0,-3 27 0,0 1 0</inkml:trace>
  <inkml:trace contextRef="#ctx0" brushRef="#br0" timeOffset="3091">1938 213 7916,'0'-8'255,"0"-1"0,-3 1 1049,0 0-936,-3 0 0,1 2-127,-3 1 1,0 3-82,0-1 0,1 6-123,1 2 1,-1 3-169,1 0 0,-1 1 56,-1 2 1,2 1 3,1 1 0,3 3-40,-1-2 0,2-2-325,1 2 1,0-3 152,0 3 0,0-4-16,0 1 1,3-2 127,0-1 0,3-3 30,0-3 0,2-1 131,3-1 1,-2 0-110,2 0 0,1-3 16,-1-3 1,0-2 39,-3-3 0,1 2 12,2-2 1,-5-1 66,3 1 1,-4-3 152,1 0 0,-2 2-12,-1 1 0,-2-1 548,1 1-18,-1 0-318,-1 3-475,0 4 171,0 0 0,-2 8-2,-1 1 0,0 2-53,3 2 1,0 0-193,0 2 0,1-1 82,2 3 0,-2-3-126,1 1 1,2-2 0,-1 0 0,3 1 168,0-2 0,-2 2 158,2-5 0,-1-1-105,3-1 0,1-2 21,-1-1 1,3-1-24,0-2 0,0-2 15,-3-3 1,3-1-20,0-2 0,3-1-5,-4-1 0,0-3 67,-4 2 0,1-4 31,-1-1 0,-2 0 130,2 2 1,-4 1 3,0 0 1,2-4 180,-1 1 1,-1 1-47,-2 4 0,0 0 620,0 3-350,0-4-68,0 6-661,0 1 0,0 5 12,-3 6 0,2 1-8,-2 5 0,0 3 111,0 1 0,0 3-122,3 0 1,0 1 11,0 3 0,0-3-52,0 2 0,0 1 53,0-1 1,0 1 41,0-4 1,3 0-166,0 1 1,3-2-447,-1-1 51,3 1 1,0-5-621,0 1-376,0-2 1615,1-5 0,13-15 0,5-7 0</inkml:trace>
  <inkml:trace contextRef="#ctx0" brushRef="#br0" timeOffset="3324">2554 311 8543,'-5'0'-110,"2"0"-312,3-3 422,0 2 0,18-14 0,5 1 0</inkml:trace>
  <inkml:trace contextRef="#ctx0" brushRef="#br0" timeOffset="3466">2595 172 7922,'-8'-13'0,"0"2"619,3 2 0,-2 3-665,5 1-1478,-1-1 853,3 2 671,0 0 0,11 8 0,3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49.2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132 205 7867,'0'-8'152,"0"0"283,0 0 0,0 0-152,0-1 1,0 4-1,0-1 1,-3 5-106,-3-2 1,-1 2-57,-1 1 1,-1 0-162,-2 0 0,-1 4-34,-2 1 0,0 6-25,3 3 1,0 1 71,2 2 1,2-1-183,2 1 1,1 2 62,4 0 0,0 0-122,0-3 1,6 1 100,3-1 0,4-3-59,1-2 0,2-3-44,4-2 1,-2-3-82,4-3 0,-3-1-69,3-1 0,-4-7 419,1-4 0,9-21 0,3-5 0</inkml:trace>
  <inkml:trace contextRef="#ctx0" brushRef="#br0" timeOffset="541">231 189 7867,'-5'-5'-189,"2"2"1,3 4 297,0 1 0,3 3-47,3 3 1,1 0 8,1 1 1,1 3-7,-1 1 0,0 2-16,0-2 1,1 3 6,2-2 1,-2 1 26,2 2 0,-2-5 8,-4-1 0,1-2 87,-3 0-17,4-1-135,-7-4 14,4 0-451,-8-11 1,1 1 192,-3-5 0,3-1-26,3-2 1,-3 1 0,0-1 1,0 1-61,3-4 0,1 4 150,2-1 0,-2 1 122,2 0 1,1-2 85,2 4 0,1 1 38,1 4 1,0 0 218,1 3 1,-3-2-111,2 2 1,-1 0 54,4 3 1,-2 3-136,-1 0 1,0 6-16,0-1 0,1 2 5,-1-2 1,1 1-14,2-1 1,-2 0 22,2 0 1,1 2 5,-1-1 1,2 2-164,-2-5 0,0 2 77,-2-5 1,-1 2-119,0-2 83,4 0 0,-3-4-130,2-2 0,-5 1-25,0-3 1,-3-3-294,2-3 1,-3 0 96,1 3 1,-3-3-108,0 0 1,-3 0 490,-3 2 0,-2 1 153,-3 0 1,1 3 195,-4-1 1,4 4-136,-1 0 1,2 1 68,1 1 0,0 3-93,0 3 1,2 2 63,1 3 0,3-1-24,-1 4 1,3-1-196,3 4 0,2-1-44,3 1 1,1-1-495,2 0 1,2-2-70,7 0 0,-2-4 154,4 1 1,-3-5-214,3 0 0,0-5 146,2 2 445,-3-6 0,-1-16 0,-3-7 0</inkml:trace>
  <inkml:trace contextRef="#ctx0" brushRef="#br0" timeOffset="1157">871 222 7867,'-3'-8'340,"1"-1"165,-4 1 1,4 1-177,-4 1 1,3 0 392,-2 3-426,0 1 0,-4 2-148,1 0 0,-1 3-119,-2 3 1,5 2 144,-3 3 0,3-1 52,-2 4 1,1-1-170,1 4 0,0-1-248,3 1 1,0-4-199,3 1 1,0-1-467,0 0 0,4-1 491,1-4 0,3 0 109,0-3 0,1-1 78,2-4 1,-2 0-7,2 0 0,1-4-6,-1-1 0,0-5 107,-3-1 1,0-1 143,0 1 0,0-1-23,-3-2 1,2-1 226,-5 1 1,1 1-5,-3 0 1,0 2 11,0-3 0,-1 4 154,-2-1 1,2 3-226,-5 2 1,3 3 41,-2 3-177,3 0 1,-2 1-151,4 1 0,0 3 87,0 3 0,0 1-146,0 2 0,0 1-130,0 2 1,3 0 105,0-3 0,2 3-36,-2-3 0,3 1 130,-4-1 0,5-2-9,-2 2 1,2-3 8,2-2 0,2-3-5,0-3 1,-1 0-49,-1 0 0,2-1-60,0-1 1,2-6-128,-2-3 0,-1-3 36,-4 0 0,1-1 121,-1-2 1,-3 1 67,0-1 0,-2 0 75,-1-2 1,0-1 111,0-2 0,-1 1 119,-2 2 1,-1 0 97,-5-2 0,1 3 309,0 2 0,1 0 732,1 5-1032,-1 0 0,5 7-12,-3 1-99,3 2 1,-2 8-9,4 1 0,3 5-52,0 1 0,2 5-123,-2 3 0,3 2 20,0 1 0,1-1-220,1 1 1,0 0-134,1 3 0,-1-3 120,0 3 1,0-4-23,0-2 0,0-2-80,-3-3 1,3-5-287,-3-1 1,2-5 145,2-3 0,-4-2-350,0-1 772,1-8 0,-2-26 0,0-15 0</inkml:trace>
  <inkml:trace contextRef="#ctx0" brushRef="#br0" timeOffset="1383">962 230 7867,'8'-5'120,"0"-1"0,1 4 33,2 0 1,2-2 419,3 1 1,2 0-227,1 3 0,-1 0 30,4 0 1,-1 0-153,1 0 0,-2 4 93,-4 2 0,1 2-310,-1 3 1,-3-1-136,-2 3 1,-2 0-138,-1 1 1,-3 1 34,-2-1 0,0 1-769,0-2 500,3 3 0,-4-7-1085,4 2 1583,-1-6 0,7-19 0,1-9 0</inkml:trace>
  <inkml:trace contextRef="#ctx0" brushRef="#br0" timeOffset="1516">1241 99 7867,'-13'-11'379,"2"0"450,2 1 0,4 3-915,-1 2-1798,4 3 1884,-1-2 0,17 15 0,4 3 0</inkml:trace>
  <inkml:trace contextRef="#ctx0" brushRef="#br0" timeOffset="2039">1339 230 7867,'-4'-1'114,"1"-2"595,2 3-4,1-4-517,4 4 0,-2 1-44,3 2 1,0 1-16,0 4 0,2 3-12,-5 0 0,2 0-42,-1-3 1,-2 3-129,1 0 0,-1 0 33,-1-3 0,3 1-137,0-1 1,-1 0-88,-2 0 0,0-2-168,0-1 85,0-3 179,0 2 79,4-12 1,-3 3 3,2-6 1,0 1 9,0-1 0,1 1 49,-1-4 1,0 1 147,3 0 1,1-2-18,-2 4 1,3-1-9,0 1 1,0 5-40,0-2 1,1 2-4,-1 1 0,1 1 0,2 4 0,-2 1-53,2 2 0,-2 1-81,-1 5 0,-2 2-85,-1 0 1,0 3-276,0 0 1,3 1-335,-3 2 0,0-4 29,0 1 724,1-4 0,13 2 0,3-4 0</inkml:trace>
  <inkml:trace contextRef="#ctx0" brushRef="#br0" timeOffset="2436">1799 238 7867,'0'-12'617,"-1"1"171,-1-3 1,-2 2-323,-2 4 1,-1 0-135,2-1 0,0 5-49,0 1 0,-4 2-160,-2 1 1,-3 0-154,0 0 0,1 4-26,0 1 0,0 5-252,-1 1 0,0 0 81,3-3 0,0 3-192,3 0 0,2 1-200,1-1 1,3-2 249,-1 2 0,2-2 20,1 0 1,1-4 84,2 1 1,-1-2 192,3 2 0,1-3 10,2-3 1,1 0 219,2 0 0,-1 0-2,4 0 0,-2-1 199,2-1 1,2 1-86,-3-2 1,0-1 65,1 2 1,-2-1-46,2 3 1,1 0-122,-4 0 1,3 0-37,0 0 1,-1 0-45,0 0 1,-3 3-117,1 3 0,1 1 30,-1 1 0,3 1-208,-3-1 0,-3 1 102,-2 2 1,-5-1-132,2 4 0,-2-2 132,-1 2 0,-7 1 30,-4-4 0,-4 0-18,-1-3 1,-4 0-39,-2 0 0,-2-3-4,-1-2 0,-2-3-73,0 0 1,-1 0-206,4-3 1,0-2 113,2-3 294,2-4 0,25-12 0,6-6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52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163 263 7897,'1'-4'910,"2"1"-655,-2-1 1,3 2 137,-4-4-223,0 4 0,-4-1-105,-2 3 1,-2 0-188,-3 0 0,1 1-178,-3 1 0,0 0 139,-1 4 0,-1 2-15,1 3 0,1 1 48,-1-1 1,4-1-63,-1 3 0,5-2 53,1 3 1,3-4 4,-1 1 0,3 0 16,3-3 1,5 1-3,6-6 1,1 3 64,2-4 0,-1 0-43,0-5 1,1-1 0,-1-4 0,-2 2 39,0 1 0,-4-4 73,1-1 1,-5-1 29,0 2 0,-5 1 196,2 0 1,-2 0-133,-1 0 0,0-1 256,0 1 465,0 0-237,-4 3 44,0-2-521,-4 6 1,3-2-156,2 6 0,2 2 14,1 3 1,1 0-312,2 0 1,-1 1 141,3-1 1,4 1-170,1 2 0,5-2 361,-1 2 0,30 5 0,9 2 0</inkml:trace>
  <inkml:trace contextRef="#ctx0" brushRef="#br0" timeOffset="751">664 288 7966,'-4'-4'1059,"-4"4"-1087,7-4 1,-2 5 163,3 2 1,3-2 20,-1 5 1,5-1-144,-2 4 1,0 0 31,0 2 1,0-2-128,0 2 1,2-2 133,-5-1 1,4 0-118,-3 0 54,-1 1 0,-1-1-178,2 0 175,-2-3-230,2-2-163,-3-3 9,0 0 184,0-3 1,0-2 124,0-3 0,0 0-31,0-1 1,0 1 50,0 0 0,3-3 101,0 0 1,0 0-46,-3 3 0,0 0 384,0 0-227,3-1 1,-1 1-109,4 0 1,-4 3 44,4 3-11,-1 1 1,4 1 70,-1 0 1,0 0-84,0 0 1,0 3 3,1 3 0,-4 1-45,1 1 1,-2 1 14,2-1 1,0 1-23,-3 2 0,-1-2 5,-2 2 1,0-2-13,0-1 1,0 0-11,0 1 1,0-4-26,0 1-12,0-1 0,0 1-257,0-1 216,0-3-49,0 1 1,0-3-81,0-3 1,0 1-190,0-3 297,0-1 1,0-2 90,0 0 1,0-2 164,0 0 0,0 0-29,0-1 0,0 2 184,0 1 1,3 0-101,0 0 1,2 0-68,-2-1 1,4 1 1,-2 0 0,5 3 60,1 3 1,4 1 28,-2 1 1,3 0-24,0 0 0,1 3-264,-1 3 0,0 4-26,-3 1 1,-1 3-144,-4 0 0,1-1-241,-1 1 1,-3-4-1054,1 0 1520,-5 0 0,3-2 0,-4 0 0</inkml:trace>
  <inkml:trace contextRef="#ctx0" brushRef="#br0" timeOffset="1036">1255 313 7872,'0'-8'36,"0"-1"143,0 1 1,0 3 94,0-1-242,0 4 0,0-1-95,-3 3 0,-2 0 115,-3 0 1,0 3 59,0 3 0,-1 1-63,1 1 1,-3 1-19,0 2 0,1-1 1,5 4 0,-2-3-120,5 3 1,-4-4 98,3 1 1,2 0-84,3-3 0,4 2 137,5-5 0,2-1-6,3-1 0,-1-3-5,-1-3 1,2-2-103,-3-3 1,-1-1-121,-1-2 1,-4 1-162,-2-4 1,-3 4 328,1-4 0,-21-7 0,-5-5 0</inkml:trace>
  <inkml:trace contextRef="#ctx0" brushRef="#br0" timeOffset="1495">1551 83 7899,'-3'-8'1814,"1"-1"-1384,-1 5 0,3 1-95,0 6 0,1 2-78,1 6 1,3 3 26,3 5 1,0 1-158,1 2 1,-1 3-77,0-1 0,3 1-194,0 2 1,0-1-26,-3-1 1,0-2-251,1-1 0,-5-3 248,-1-5 0,-2-2-413,-1-4 405,0-3 1,-1-3 29,-2-4 0,-1-4-207,-1-5 0,-2 1 67,1-4 1,-1 4 140,-1-4 0,0 1 87,-1-1 1,1 0 131,0 3 1,0 0-96,-1 3 1,1 0 94,0 3 0,-3 0-75,0 3 1,-1 1 82,1-2 0,-1 7 191,-1 4 0,-2 0-76,4 3 0,1 2 9,5 0 0,1 3-242,4 0 0,1-2-203,2 0 0,5-4-23,6 1 1,2-3-318,3-3 0,-1 2 219,4-4 1,-3-2 361,0-3 0,9-18 0,2-6 0</inkml:trace>
  <inkml:trace contextRef="#ctx0" brushRef="#br0" timeOffset="2043">1682 313 8302,'5'0'914,"-1"0"1,-3 0-663,1 0 0,3 0-45,3 0 0,0 2-1,0 1 1,3 0-315,0-3 1,3 0 36,-3 0 1,1 0 32,-1 0 1,-2-4-147,2-1 0,-2 0-258,-1 0 0,-2-1 210,-1-2 0,-3 0-87,1 0 1,-2-1 146,-1 1 0,-4 0 192,-1 0 0,-6 1 211,1 1 1,-2 0-10,1 3 0,2 0-24,-2 3 0,2 4-119,0 1 0,1 3 17,0 0 0,2 1 50,1 2 0,3-1 21,-1 4 0,2-1-284,1 4 0,0-1-28,0 1 0,8-2-1,3-1 0,3 0 53,3-3 0,3 0-104,2-3 0,-1-3 115,1-2 0,-1-3-20,0-3 0,2-2 8,-4-6 0,1 1 28,-4-4 1,0 0-79,-3-2 0,2-1 15,-4 1 0,-3-3 112,-3 0 0,-3-1 69,1 0 0,-3-1 211,-3-3 1,1 2-10,-3 0 1,-1 0 168,-2-3 0,-2 2-109,2 1 1,-2 3 58,5 5 0,-2 2 502,2 4 165,-3 3-692,4 2 0,-1 6 8,2 3 1,3 6 141,0 4 0,3 1-281,3 5 0,2 3-30,3 2 0,-1 6-28,4-3 1,-1 4-115,4-4 1,-1 2-172,1 1 1,2-1-1157,0-2 1,-1-5-280,-4-6 1,0-3 497,-3-2 0,3-3 1063,-3-6 0,0-30 0,-3-12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04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 42 8047,'0'-8'364,"0"-1"1,0 1 257,0 0-87,0 3 346,0 2-426,0 10 0,3 0-118,0 6 0,3 1-173,0 2 0,2 4-54,3 2 1,-1 2-161,4 1 0,-3 2 35,2 0 0,-3 3-266,1-6 0,-2 3 266,0-5 0,-2-3-7,-2-3 0,2 0-474,-5-5-257,1-4 234,-6-3 1,-2-5-21,-3-2 0,2-3-241,1-5 1,-1 1 380,-2-3 1,0 0 221,0-1 0,0-1 94,-1 1 0,-2 1 109,0 0 1,-3 0 51,0-1 0,1 2 136,0 4 1,-1 3 197,-2-1 1,0 4-113,2 0 1,1 2 211,4 2 1,-1 4-151,5 5 0,1 2-37,2 3 0,2-2-209,2-1 1,1 1-148,5 2 1,-1 0-111,4-2 0,2 0-290,4-3 1,0 0-428,5-3 1,0-3 385,2-2 472,1-2 0,36-23 0,9-6 0</inkml:trace>
  <inkml:trace contextRef="#ctx0" brushRef="#br0" timeOffset="425">410 214 7892,'-8'-2'-292,"0"-1"1,2-3 249,1 4 1,-1-1 41,-2 3 0,0 0 526,0 0 1,0 4-257,-1 1 1,1 3-270,0 3 0,2-1 35,1 4 0,3-1-6,-1 0 0,2 3-67,1-2 1,4 1-212,2 2 1,4-5 96,1-1 1,0-2-151,0 0 1,-1-5 116,4-1 1,-4-2 33,1-1 0,1-4-3,-1-1 0,0-3 80,-3 0 0,0-1-15,0-2 0,0 1 139,-3-4 1,0 2 221,-2-2 0,-3-1 72,3 4 1,-2-2 201,-1 2 1,0-1 34,0 1 0,-1 5 119,-2-3-475,3 3-78,-4 1 0,4 3-128,0 4 0,0 3 128,0 3 0,1 1-16,2 2 0,1 2-232,4 3 0,-2 1-196,-1-1 1,1-2 23,2 0 0,0-2 21,0 2 0,1 1 49,-1-4 1,0-3-13,0-3 0,0-3-199,1 1 1,2-2 126,0-1 0,3-4-85,0-1 1,0-3 29,0 0 1,1-4 340,-4-1 0,3-3 0,-8-44 0,1-11 0</inkml:trace>
  <inkml:trace contextRef="#ctx0" brushRef="#br0" timeOffset="581">673 67 7892,'-5'-16'144,"-1"2"0,1 2 739,-4 4-580,1 4 0,3 0 11,-1 4 0,4 4 113,0 1 1,1 3-108,1 3 1,3 2 54,3 4 1,2 3-250,3 2 0,2 4-122,3 1 1,1 4 53,-1-1 1,0-1-158,1-2 0,-3 1-1091,-1 0 0,0-4 210,1-2 0,-2-4 980,-4-2 0,0-21 0,0-10 0</inkml:trace>
  <inkml:trace contextRef="#ctx0" brushRef="#br0" timeOffset="757">632 140 7892,'12'0'-237,"1"0"1,4 3 94,2 0 0,3 3 142,5 0 0,3 4-200,2 1 1,5 1-578,1-1 777,2-2 0,12 10 0,3-2 0</inkml:trace>
  <inkml:trace contextRef="#ctx0" brushRef="#br0" timeOffset="1108">1067 231 7892,'-13'-4'0,"1"3"30,4-2 0,0 0 188,0 0 1,-4 0-55,-2 3 0,2 0 0,-2 0 1,1 4-208,-1 1 0,0 3-77,3 0 1,0 4-94,3 2 0,3-2 199,2 2 0,2 0-103,1 2 0,4 0 6,2-3 0,2 2-301,3-4 0,1 2 100,1-5 0,3 1 68,-3-6 1,2-1 220,-1-2 0,1-1 84,-1-1 0,-1-3 54,0-3 0,-3 0-62,1 0 1,1-3 144,-1 0 1,-1-3 78,-4 3 1,0-3 366,-3 3 0,0-2-158,-3 2 1,0-3 119,0 3 1,-1-3 217,-2 3 1,1 1-347,-3 1 0,2 4 58,-3-1 163,5 5-217,-3-3 1,4 8-234,0 1 0,3 5-54,-1 1 1,5 3-128,-2-3 0,3 3-172,0 0 0,0 1-965,0 2 1,1-2-364,2-1 0,-2 2 1432,2-3 0,17-1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01.5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13 7741,'-4'0'538,"-4"0"0,8 5 50,-3 3 0,2 1-302,1 5 0,1-1-256,2 4 0,1 0-1,4 2 1,1 0-250,2 3 1,-1-4-283,4 1 1,-4-5 257,1-3 1,-1-2 59,1-1 0,-5-4-42,3-1 0,-3-2-90,2-1 0,0-6 20,1-3 0,-1-4-34,0-1 1,0-1 288,1-2 1,-1 1 209,0-1 0,-3 1 259,1 0 1,-4-1-69,0 1 1,-1 2 157,-1 0 1,-1 4-234,-1-1 0,0 3 326,-4 3-335,1-3-129,0 7 1,2 1 21,3 6 0,1 5-168,1 3 0,4-2-208,5 2 0,1 1 124,1 4 1,2-2-494,-4 2 1,0-1 113,-3-2 1,0-3-630,0-2 555,1 1 536,-1-2 0,0-24 0,0-10 0</inkml:trace>
  <inkml:trace contextRef="#ctx0" brushRef="#br0" timeOffset="383">354 46 7840,'0'-8'1144,"0"0"-613,0 3 0,4 1-14,1 4 0,2 1-193,2 2 0,0 2-76,2 3 0,1 4-86,1 1 0,0 3-98,-2 0 1,-2 1-37,2-1 0,-5 1-298,0-1 0,-4-1-160,0-1 0,-1 1 202,-1-4 1,-2 0 28,-1-3 0,-4-4 81,2-1 0,0-2 68,0-1 0,2-1-144,-2-2 1,3-1-146,-1-4 0,2-1 176,1-2 0,-1 1-21,-1 0 0,1-1 172,-2 1 0,2 0 39,1-4 0,0 3 244,0-3 1,0 3-108,0-2 1,4 3 103,1-1 0,3 1-23,3 2 0,3 3 82,5-1 1,2 4-110,4 0 0,0 4-48,3 4 1,-3 2-284,3 3 0,-4 2-86,-2 3 1,-3 1-132,-5-1 1,-3 1-116,-6-1 0,-1 0-310,-4 1 1,0-2 228,0-1 526,-4-2 0,0-15 0,-4-2 0</inkml:trace>
  <inkml:trace contextRef="#ctx0" brushRef="#br0" timeOffset="732">978 54 7870,'-4'-5'0,"-1"0"59,-2 2 0,-2-3 161,1 3 0,3 1-4,-1 2-293,1 0 123,-3 0-170,-1 3 1,5 2 209,1 3 1,2 0-24,1 0 1,1 2-6,2 1 1,1-1 17,5 3 0,0-2-26,2 3 1,-1-3 94,3 3 1,-2-4 20,3 4 0,-4-1-117,1 1 1,-6-3-98,-2-2 1,-2-1-112,-1 0 1,-5-1-230,-3-1 0,-2-2-273,-6-4 1,1 0 297,-4 0 363,2 0 0,-7-26 0,-2-6 0</inkml:trace>
  <inkml:trace contextRef="#ctx0" brushRef="#br0" timeOffset="1666">1118 120 7870,'12'-4'274,"4"3"102,-2-1 1,-1 1-114,4 1 1,-5 0 161,4 0 0,-1-3-230,1 0 0,-2 1-161,-1 2 1,-2-3 71,3 0 1,-4-2-123,1 2 1,-5-4-273,0 2 0,-3 0 55,2 0 1,-3-1-60,1-2 0,-5 3 78,-1-1 1,-6 2-33,1-2 0,-3 3 105,0 3 0,2 0 132,-2 0 0,1 0-83,-1 0 0,4 3 99,-1 3 1,2 1 274,-2 1 0,0 1-99,3 2 1,-2-2-19,5 2 0,-1 1-131,3-1 1,0 3-47,0-3 1,1 3 70,2-4 0,4 1-22,4-2 1,6-1 32,0 0 0,5-3-12,3-3 0,1-1-46,4-1 0,-4-1 4,1-1 1,-1-4 17,-1-5 1,-2 2-21,-1-2 0,-2 1 1,-3-1 0,-4 2-10,1-2 0,-4 2-93,1 1 0,-3-3 70,-2 0 1,-3 0-6,-3 3 0,0-1 100,0 1 0,0 3-65,-3-1 0,-2 4 3,-3-4 0,-4 4 55,-2 0 0,-1 1 12,-1 1 0,0 3 69,2 3 1,-1-2 178,1 2 0,2-1-98,1 3 1,5 3-53,1 0 1,3 3-267,-1-3 1,2 3 49,1-3 0,5 2-42,3-2 0,4 3 38,4-3 1,1-1-157,3-5 0,1 2 100,3-4 1,1-1-108,-1-2 1,1-1 62,0-1 1,-1-3-124,1-3 1,-4-3 9,-2 0 1,-2-1 147,0 1 0,-4 1-17,-2-4 1,-2 4 129,-1-1 1,-3 2 175,-3 1 1,-1 0 104,-1 0 476,0-1-293,0 5-199,0 0 0,-1 4 19,-1 0 0,1 1-142,-2 2 0,-1-1 13,1 3 1,1 1-80,2 2 1,0 0-12,0 0 1,0 1-4,0 2 1,0-2-141,0 2 1,0-1 122,0-2 0,2 0-83,1 0 0,1 0 220,-1 1 0,-2-4-112,5 1 0,-3-4-115,2 4 1,-2-4 39,2 0-135,1-1 0,2-1 30,0 0 1,3-1-245,0-1 0,0-2 168,-3-2 0,1-1-48,2 2 0,-2-3 328,2 0 0,-1 0 54,-2 0 0,0 0 142,0-1 0,0 1-87,1 0 1,-4 2 59,1 1 0,-4 3-58,4-1 0,-4 3-28,4 0 1,-3 0 62,2 0 0,1 2 93,2 1 1,-3 3-66,1 0 1,0 1-150,5 1 1,-1 3-136,4 0 0,-1 0-235,0-3 0,3 1-570,-2-1 1,-2 0 333,2 0 0,-1 0-306,0-3 1,-1-1 784,-3-4 0,17-19 0,5-3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58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55 246 7977,'-13'-13'369,"1"-2"1,4 4 76,0 1 1,2 2 546,1 3-715,3 1 0,1 5-27,4 2 0,3 1-36,0 5 0,1 0 28,1 2 0,0 1 28,1 5 0,2 0-94,0 2 0,0 0 14,0 2 1,-1-1-199,4 1 1,-4 0-359,1 1 1,-2 2-135,-1-2 1,-2-2-607,-1-1 0,-3-2 192,1-4 1,-2-1-16,-1-4 928,0-3 0,0-42 0,0-13 0</inkml:trace>
  <inkml:trace contextRef="#ctx0" brushRef="#br0" timeOffset="226">63 221 7977,'0'-8'190,"0"0"0,0 0 125,0-1 1,3 4 389,0-1 1,3 5-225,-1-2 0,5 2-139,1 1 1,4 3 3,-1-1 1,1 7-151,2 0 1,-4 2 13,1 0 0,-4-1-197,1 3 0,-6 0-301,-2 1 0,-3 0-89,-3-3 1,-1 3-463,-4-3 1,-1 0-395,-2-3 0,1-1 487,-4-1 0,4 0 746,-1-3 0,2-19 0,1-6 0</inkml:trace>
  <inkml:trace contextRef="#ctx0" brushRef="#br0" timeOffset="771">260 205 7977,'6'0'468,"-1"0"139,1 0 1,2 1 152,0 1 0,0 3-335,0 3 0,2 3-228,1 0 0,-1 5-169,3 0 0,0 0-228,1 4 0,0-3 93,-3-1 0,-3-3-97,-2-2 0,-4-2-204,0-1-681,-1-3 569,-1-1 0,-3-8 58,-3-2 1,2-1-17,-2-1 1,2-3 305,-2 0 1,2-4 246,1 2 0,2 0-126,-2-1 1,2 3 81,1-2 0,0 3-11,0-1 0,4 2 187,1 0 0,3 1-27,0 0 1,1 3-55,2 3 1,-2 1 10,2 1 0,1 2-46,-1 1 0,1 6 80,-1 0 0,-2 1-82,2-2 1,-2 0 106,-1 0 1,1 1-146,2 2 0,-2-3 9,2 1 0,1-1-174,-1-3 1,3-1 59,-3-1 1,2-2-101,-2-1 0,3 0 98,-3 0 1,1-4-117,-1-1 1,-2 0 84,2 0 0,-5-1 28,0-2 0,-4-1 44,0-2 0,-1 2 144,-1-2 1,-4 2 221,-5 0 1,0 4 45,-4-1 1,-1 5 199,-2-2 0,3 2-181,2 1 0,2 1 116,0 2 0,2 1-235,2 4 0,1 3-180,4 0 1,2 4-152,3-1 1,2-2-368,6 2 0,1 0-187,3 2 0,3-2-332,1-1 0,6-3 920,0 1 0,23-12 0,2-5 0</inkml:trace>
  <inkml:trace contextRef="#ctx0" brushRef="#br0" timeOffset="1152">1016 73 7974,'-4'-8'0,"2"0"612,-3 0 963,3 3-1010,-2 1 1,5 9 32,2 3 1,1 4-110,5 5 0,2 0 72,3 2 1,2 2-404,0 4 1,0 2-320,1 0 1,-3 0-383,-1-5 0,-3 1 582,1-4 0,-4-1 280,-2-4-580,-3-6 0,1-4-712,-6-4 0,1-1 294,-3-2 1,-1-3-169,-2-5 1,-1 0 532,-2-3 0,2-2 253,-2 3 1,-2 0 203,-1-1 0,-1 4-160,-2-1 1,1-1 70,0 1 0,-2 3 79,-1 3 1,1 3 271,-4-1 0,6 3-88,0 3 1,5 2 68,0 3 0,6 4-77,2 1 1,3 3-218,3 0 1,5 2-231,6 1 0,5-2-132,3 2 1,1-4-409,2-2 0,0-5 232,-1 0 0,-1-3-777,2 1 1223,-6-2 0,8-23 0,-6-3 0</inkml:trace>
  <inkml:trace contextRef="#ctx0" brushRef="#br0" timeOffset="1342">1246 188 7961,'-6'-11'839,"1"0"1,3 3 419,-1 3-96,2 3-283,1-2-321,4 12 1,1 0-275,6 5 1,-1 3-68,4-2 1,-1 1-88,0 2 0,2-1-124,-4 0 0,3-2-1377,-3 0 0,-1-3 16,-1 2 1,2-5 1353,0 0 0,-4-20 0,-3-3 0</inkml:trace>
  <inkml:trace contextRef="#ctx0" brushRef="#br0" timeOffset="1492">1246 16 7961,'-5'-4'0,"1"2"-313,4-3 36,0 3 0,4-1-456,1 6 733,6 2 0,57 47 0,-26-21 0,1 1 0</inkml:trace>
  <inkml:trace contextRef="#ctx0" brushRef="#br0" timeOffset="1727">1615 172 7939,'-8'-5'0,"-1"-2"131,-2 2 1,2 0 307,-2-1 1,-1 5-8,1-2 0,-3 2-57,3 1 1,0 1-78,3 2 1,0 2-169,0 6 1,3 2-123,2 3 1,3 1-43,3-1 0,2 1-254,3-1 0,3 0 17,0 1 0,6-3-326,-1-1 0,5-3-196,-1 1 1,2-4 254,-3-2 1,4-3 537,-2 1 0,3-2 0,1-1 0,-4-4 0,2-23 0,-2-8 0</inkml:trace>
  <inkml:trace contextRef="#ctx0" brushRef="#br0" timeOffset="1952">1804 40 7939,'-8'-8'0,"-1"0"0,1 3 376,0-1 0,0 4 549,0 0 1,2 1-161,1 1 0,3 1-186,-1 1-1,3 3 11,3 3 1,4 4-300,4 2 1,4 4-202,-2 1 1,3 4 30,0-1 0,0 1-186,-3 2 1,3-1-252,-2-2 0,-2 1-686,2-1 0,-4-2-377,1 0 1,-2-4-773,-1-2 677,1-2 1475,-1-8 0,7-22 0,3-10 0</inkml:trace>
  <inkml:trace contextRef="#ctx0" brushRef="#br0" timeOffset="2109">1804 172 7923,'-8'-8'2851,"-1"-1"-2077,5 1 1,8 4-232,6 1 1,6 2-343,3 1 1,1 3-439,2-1 1,2 1-532,-2-3 0,1 3 768,-2 0 0,14-1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57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246 42 7820,'0'-5'-509,"0"-1"1188,-4 1 1,2-3-102,-3 3 0,2-2-128,-2 5 0,-1-1-192,-2 3 1,-4 0-17,-2 0 0,-2 1 80,-3 2 0,1 2-144,-4 6 0,1 2-100,-1 3 0,2 1 21,3-1 1,5 4-187,1 2 0,5-2-604,3-1 1,10 1-9,4 0 1,7-2-347,4-5 0,4-1 492,2-3 0,3-2 553,-1-2 0,24-19 0,6-9 0</inkml:trace>
  <inkml:trace contextRef="#ctx0" brushRef="#br0" timeOffset="343">509 116 7824,'0'-12'4,"-1"3"81,-2-2 0,1 2 194,-3 1 1,-1 0 256,-2 3 1,-3 1-164,0 4 0,-3 0-309,3 0 0,-3 1-59,0 2 1,0 2-120,0 6 0,2-1 86,4 4 0,0-3-135,-1 3 0,2-1 111,2 4 1,1-2-139,4-1 1,0 1-323,0-4 0,0 2 190,0-2 1,6-3-40,3-2 1,4-4 82,1 0 1,1-2 222,2-2 1,-1-3-54,1-3 0,-4-3 146,1 0 1,-1-3 28,1 3 1,0-2 196,-3 2 0,0-3-93,-3 3 0,0-3 273,-3 3 412,2 1-241,-2 1-417,-1 5 1,1 0-102,-2 4 1,-2 4-136,1 1 1,-1 3-121,-1 0 0,3 3-353,0 0 0,0 0 201,0 0 1,-2-1 309,2 4 0,20 0 0,4 2 0</inkml:trace>
  <inkml:trace contextRef="#ctx0" brushRef="#br0" timeOffset="686">714 100 7648,'0'-9'-429,"0"4"634,0-1 0,3 4 1063,-1-4-902,1 4 0,-2-1 118,2 3-380,-2 0 0,3 1 17,-1 1 1,-2 0 44,2 4 0,0 2-8,0 3 0,2 0-25,-2-3 1,3 3 91,-4 0 1,5 3-18,-2-4 0,2 1-103,-2-2 0,2-1 18,-1 0 1,1-1-38,1-1 0,1-2-155,-1-1 0,0-2-255,0 2 1,1-6 159,2-2 0,-2-3-31,2 0 0,-1 0 137,-2 0 1,0-3 2,0 0 0,-1-3-42,-1 3 1,1 0-29,-1 3 1,-2 0 369,2 0 739,-1-1-1010,3 1 0,1 4-210,-1 1 1,-3 6-395,1 2 1,-1 3 251,3 3 1,0-1-187,-3 4 0,3 0 91,-3 2 473,-1-3 0,7 6 0,-2-2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0:55.5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98 7833,'0'-8'344,"0"3"1,0-1 389,0 0-3,0-2-188,0 0 195,0 4-425,0 0 1,1 5-17,2 2 0,-1 2 44,3 6 1,2 3-220,4 5 0,-2 2-119,2 4 1,1 0-25,-1 2 1,0-1-244,-3 1 0,-1 2-71,-1-2 1,-2-1-438,-1-2 1,-2-5 38,2 3 0,-3-7-713,0-4-2,0-6 1448,0-1 0,-3-33 0,-2-8 0</inkml:trace>
  <inkml:trace contextRef="#ctx0" brushRef="#br0" timeOffset="446">21 221 7833,'-8'-8'0,"3"3"256,3-1 564,-3 1-496,4-3 0,1 2-96,6 1 1,1 2-105,1-3 0,4 4 37,2-4 1,1 1-85,2-3 0,0 2 52,2 1 0,-2 0-162,-1 0 1,0-2 67,-2 4 0,-2-2-194,-1 2 1,-2 0-20,-1 3 1,0 1 54,-3 2 1,1 3 104,-3 5 1,3-1-4,-4 3 1,2 1-15,-1 2 1,-1 2 23,3 1 0,-2-2 4,2 2 0,-2-1 28,2-2 1,1 3 8,2 0 0,0-2-189,1-3 1,-4-4-150,1 1 50,-1 1 0,0-6 24,1-1 130,-4-3 0,5-6-43,-1-1 0,-2-2-24,2-2 0,-1-1 103,3-1 1,-2-4 15,-1 1 0,1 2 180,2-2 1,-3 3-8,1-3 1,-2 4 10,2-1 1,0 5 14,-3 0-83,3 5 0,-4-3 18,4 4 0,-4 1 21,0 2 0,2 1-119,-1 4 0,2 3-197,-2 0 0,3 1-368,0-1 1,4-1 35,1 4 545,0-4 0,19 5 0,5-2 0</inkml:trace>
  <inkml:trace contextRef="#ctx0" brushRef="#br0" timeOffset="1051">744 254 7833,'-4'-12'386,"2"0"1,-3 3-117,-2 1 0,3 4-191,-2 1 1,1 2 134,-3 1 0,0 0-52,-1 0 1,1 4-135,0 1 0,1 3 65,1 3 0,0-2-207,3 2 1,-2 1 7,2-1 1,0 1-241,3-1 0,0-2 131,0 2 1,0-2-390,0-1 23,0 1 174,0-1 414,4-4 0,0 0-95,4-4 1,1-1 144,-1-2 0,1-1-17,2-4 0,-2-1 119,2 1 1,1 0-112,-1 0 0,0 0-4,-3-1 1,-1 4 198,-1-1 0,0 4 270,-3-4-253,3 4 36,-5-5-160,3 6 1,-4-2-38,0 6 1,0 2 11,0 3 0,0-3-82,0 1 1,1-1-118,1 4 1,0-1-53,4 0 0,-2-3 31,2 1 0,1-2-125,-1 2 0,0-1 131,-1-3 0,3-1 15,-3 2 0,3-2 51,0-1 1,0-4-6,0-1 1,3-4 12,0-1 1,0 0 91,-3-4 1,0 0-3,1-2 1,-1-3-45,0-1 1,-3 0 10,-3 1 1,-1-2 97,-1-3 1,0-1 177,0 0 0,-1 3 32,-1 0 1,-2 7 742,-1-1-352,-3 5-349,4 2 1,-4 7 67,3 4 1,1 7-174,4 4 0,0 4-51,0 2 1,4 2-71,1 3 0,2 4-152,-2-1 1,3 3-64,-3-2 0,2 2-268,1-3 0,2 3 30,1-2 1,0-2-312,3-4 0,4-3 2,-1-5 1,2-3 7,0-6 0,-2-1-226,3-4 0,-2-5 218,1-3 610,-2-4 0,0-19 0,-5-3 0</inkml:trace>
  <inkml:trace contextRef="#ctx0" brushRef="#br0" timeOffset="1193">908 180 7885,'-8'-3'487,"3"-2"1,6-2 655,7 1 0,6 3-1061,8 3 0,1 0-692,7 0 0,-3 0-2005,3 0 2615,-3 0 0,1 0 0,-3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07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14 7918,'0'-7'1587,"0"3"1,-2 1-1117,-1 6 0,-1 1-197,1 6 0,-2 2-51,3 5 1,-1 2-80,0 5 1,3 1-98,-3 4 1,3 3-231,3 1 0,1 2-461,3 1 1,0-4-246,0-3 1,3-4 56,-1-3 0,4-8 832,-1-4 0,27-37 0,7-13 0</inkml:trace>
  <inkml:trace contextRef="#ctx0" brushRef="#br0" timeOffset="209">172 42 7928,'-4'-4'2150,"1"-1"-1684,2 3 1,1 0-96,0 4 1,1 5-46,2 5 0,1 5-130,6 2 0,1 5-131,3 3 1,2 3-201,0 1 0,-1 3-457,2 0 1,-2-3-16,-3 1 0,-2-7-1606,-3-3 2213,0-7 0,4-27 0,0-9 0</inkml:trace>
  <inkml:trace contextRef="#ctx0" brushRef="#br0" timeOffset="578">222 207 7928,'5'0'127,"-1"0"1,1 0 228,2 0 0,4 1 259,4 2 1,2 1-416,5 3 1,0 2-368,2 1 1,-1 0 86,4 0 0,-5-3-149,-1 0 0,-1 0 70,-5-5 0,0 0-205,-6-2 0,1 0 109,-3-3 0,-2-1-75,0-3 1,-3 0 63,3 0 0,-4-1 175,2 1 0,-2 0 177,-1 0 1,-4 0-10,0 0 0,-3 0 161,0 2 1,-3 2-79,-2 3 1,-2 0 24,0 0 1,0 1 132,2 1 0,0 5 224,2 2 0,3 2-27,2-2 1,1 0-249,-1 3 1,2-2-239,3 2 1,3-1 6,2 4 0,5-3-327,2 0 1,1-3-152,2 0 1,2-2-451,2-2 1,2-2 377,0-3 0,1 0 514,-1 0 0,26-25 0,7-7 0</inkml:trace>
  <inkml:trace contextRef="#ctx0" brushRef="#br0" timeOffset="827">774 179 7928,'-7'-4'59,"0"1"135,0 3 1,-1-3 48,1 1 1,0-1 0,0 3 0,1 4 290,1 0-144,-2 3 0,4 2-134,-2 1 0,0-1-102,2-1 0,2 0 28,3 1 0,1 0-84,4 3 1,-1-3-182,6 3 1,0-2-7,2 2 1,1-1-290,-1 1 1,0-1 148,1-1 0,-4-2-3,-1 1 1,-3 2 8,-3-2 1,0-2-198,-4-2 0,-4-1-702,-4 1 1122,-2-2 0,-27-16 0,-5-3 0</inkml:trace>
  <inkml:trace contextRef="#ctx0" brushRef="#br0" timeOffset="1068">910 100 7933,'-3'-4'2806,"2"-3"-2060,-2 7 0,4 0-178,1 8 0,5 3 23,2 6 1,4 1-730,-1 3 0,-1 3-332,1 0 0,-2 3-584,2 0 1,-4 0 546,2-1 1,-5-1-191,-3-4 1,1-2 321,0-3 375,-1-4 0,1-14 0,1-7 0</inkml:trace>
  <inkml:trace contextRef="#ctx0" brushRef="#br0" timeOffset="1250">875 215 7963,'-8'-8'1952,"1"1"0,6 1-2154,4 1 1,6 2 71,6 3 0,2 3-145,5 2 0,3-1-176,4 1 0,4-1 451,5 4 0,37-4 0,12-1 0</inkml:trace>
  <inkml:trace contextRef="#ctx0" brushRef="#br0" timeOffset="1686">1656 93 7976,'-2'-8'0,"-1"1"1017,-1 0 1438,2 3-588,-1 1-1356,6 9 1,-1 2-113,3 7 1,2 2-106,2 2 0,4 3-68,-1 2 1,-1-2-269,1 2 0,0 1-306,2 2 1,-2-3-44,-3 0 1,-2-2-411,-2-3 1,-2-5 470,-3-4 1,-1-3-67,-1-2 1,-2-3 30,-3-4 0,0-2-119,0-3 1,-3 0 3,0-1 1,0-2 225,1-2 0,-3 1 123,-2-1 0,0 1 76,-1-1 1,1-1 213,0 4 0,-3 1 20,0 4 1,0 0 264,0-1 0,2 2 192,-2 3 1,4 4-262,1 3 1,4 1-62,-2 4 0,5 0-126,3 2 1,2 0-235,2 1 0,6-1-228,7 0 0,3-2-556,6 0 1,2-4 829,5-1 0,30-15 0,11-8 0</inkml:trace>
  <inkml:trace contextRef="#ctx0" brushRef="#br0" timeOffset="2102">1986 243 7976,'-2'-4'1813,"-1"-1"-1406,1 0 1,-1-1-145,-2 1 0,-1 2 18,-1 3 0,-4 0 127,-1 3 0,1 1-194,-1 3 0,1 3-15,-1-1 1,-1 5-356,4 0 1,2 0-88,2 3 0,3-2-296,0 0 0,1-1 290,1 0 0,1 1-171,1-1 1,3-3-4,4-1 1,0-5-229,3 0 0,-2-3 486,2 0 0,-3-4-60,3-3 1,-3-2 101,1 0 1,0-1 85,0-1 1,-3 0 176,-3-3 0,-1 0 55,2-2 1,-4 0 196,2 2 0,-3-1-178,0 1 1,0 1 122,0-1 1,3 3 93,-1-1 1,1 5 167,-3 0-378,0 3 1,2 0-77,0 4 0,3 1-163,-2 4 0,0-2 15,-1 5 0,0 0-223,2 0 0,-1 2 87,2-3 1,-3 3-27,3-2 1,0 2-146,2-3 1,0 1-226,0-3 0,3 0 10,-1 1 0,4-2-269,-1-1 0,-1-2 794,1-3 0,16-19 0,6-5 0</inkml:trace>
  <inkml:trace contextRef="#ctx0" brushRef="#br0" timeOffset="2318">2209 85 7976,'-8'-10'654,"4"2"163,-1-1 0,2 1 474,-1 4-825,2 0 1,-1 5-15,3 2 0,3 4-141,2 5 0,1 1-28,1 2 0,3 3-170,0 4 0,1-1-202,-1 3 0,0 1-127,-3-1 1,0 0-473,0 0 1,0 1-830,-3 1 1,-1-2 545,-3-5 1,1 0 176,2-3 0,-3-4 794,3 0 0,10-22 0,3-7 0</inkml:trace>
  <inkml:trace contextRef="#ctx0" brushRef="#br0" timeOffset="2501">2230 215 7976,'0'-8'0,"1"2"0,1 1 0,3 2 138,5 3 0,2 0 291,4 0 1,3 1-401,5 1 0,-1 2-397,4 3 1,-2 3-58,2 0 0,-4-2-315,-3-3 1,0 1 739,-4-1 0,14 5 0,0 1 0</inkml:trace>
  <inkml:trace contextRef="#ctx0" brushRef="#br0" timeOffset="2837">2567 272 7975,'4'0'14,"2"-1"406,-4-1 70,4 1-246,-5-2 1,-1 0 22,-5 1 0,-2 0-29,0 2 1,-2 0-81,-1 0 1,-2 2-1,3 0 0,-2 4-171,2-1 0,1 1 16,1 1 1,0 3-212,2-1 1,0 2 126,0-2 1,2-1-15,3 2 0,0 0-93,0 0 0,3-1-151,2-1 0,4-4 23,0-2 1,3-1 7,-2-1 1,2 0 63,-3 0 1,1-1 159,0-1 1,-2-2 118,2-4 0,-3 1-61,-2 0 0,1 0 95,-1 0 1,-1 0-105,0-1 0,-1 1 39,2 0 0,-4 0 683,2 0 76,1-1 356,-4 1-457,4 3-272,-4 1 1,-1 3-174,-2 0 0,2 1-154,-4 1 0,3 2 93,0 3 0,1 1-219,1-1 1,0 0-800,0 0 1,1 0 75,1 1 1,2-1-274,4 0 0,1-1 1059,1-1 0,25 1 0,4-2 0</inkml:trace>
  <inkml:trace contextRef="#ctx0" brushRef="#br0" timeOffset="3129">2660 64 7974,'0'-11'889,"0"0"208,0 4 0,0 3-592,0-1 1,4 2-150,4-1 1,3 3 67,6 1 0,2 4-72,5 5 0,2 3 50,5 5 1,1 5-292,1 4 1,1 3-141,-6 2 0,0 0-232,-9 3 1,-3-3-548,-12-5 1,-1-2-804,-6-5 0,-1 1 785,-3-3 0,-1-3 101,-1-5 725,4-4 0,-5-5 0,6-4 0</inkml:trace>
  <inkml:trace contextRef="#ctx0" brushRef="#br0" timeOffset="3293">3220 444 7974,'7'0'265,"0"0"1,-2 0-1120,0 0-574,0 0 1428,2 3 0,-6 1 0,-2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19.8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52 160 7962,'-5'0'477,"0"-2"-89,2 1 1,3-1-12,0 4 0,0 4-205,0 2 0,1 3-52,1-3 0,0 4-6,2 1 0,0 1-101,3 3 0,-3-2-146,0 2 1,0-2-366,3 2 1,-1-3-499,1 1 1,-3-4 995,0-3 0,6-29 0,4-8 0</inkml:trace>
  <inkml:trace contextRef="#ctx0" brushRef="#br0" timeOffset="265">20 58 7919,'-6'-10'1065,"2"1"0,1 3-374,0 2-532,3-2-224,-3 5 1,4-2 43,1 3 1,4 3 91,5 1 0,4 2 8,2 1 1,4 0-142,3 1 1,4 3 46,2 4 0,4-1-192,2 3 1,-2 0-26,-2 3 0,-5-1-59,-6 0 0,-7 0-9,-6-2 0,-8-2 117,-8-2 1,-7 0 86,-8 0 0,-1-3-126,-6-2 1,2-1-180,-2-3 0,3 1 62,-1-3 339,5 0 0,23-16 0,10-4 0</inkml:trace>
  <inkml:trace contextRef="#ctx0" brushRef="#br0" timeOffset="673">623 186 7919,'-6'-10'426,"-1"1"1,-1 2 84,-1 1 0,0 0 321,0 2 1,-1 1-486,-2 3 1,-1 0-191,0 0 1,1 5-114,0 2 1,3 1-88,-2 1 1,4 1-278,0 2 0,3 1 70,0 0 1,3-1-184,1-1 0,1 0 121,6-2 0,-2 2-161,6-3 1,0 0 87,2-4 1,-1-1 106,1-3 1,0 0 107,0 0 0,0-1 18,0-1 1,-3-2 84,1-5 0,-3 2 58,0-1 1,-1 0 258,-3-1 1,0 2-38,-2-1 1,-2 1 214,3 0 1,-3 1 92,0-1 1,0 3 173,0 0-332,-3 2-199,3-1-350,-3 3 129,3 3 0,1 1-217,1 2 1,1 1-23,4 2 1,-1-2-301,1 2 1,1-2-256,1-1 1,0 0 850,-1-2 0,11-12 0,5-7 0</inkml:trace>
  <inkml:trace contextRef="#ctx0" brushRef="#br0" timeOffset="899">745 51 7919,'-2'-12'300,"0"2"1,-3 0 470,3 4 0,0 2 125,2-1-631,0 4 0,0-1-181,0 4 0,1 2 151,1 5 1,2 1 16,2 3 1,1 1-111,2 1 1,-2 5-136,4 0 1,0 1-144,2 0 1,-3 0-450,1 3 1,0-3 236,2 2 0,-3-4-239,-2 0 0,-1-4-520,-3-3 1,2-2 1106,-2-6 0,4-30 0,2-9 0</inkml:trace>
  <inkml:trace contextRef="#ctx0" brushRef="#br0" timeOffset="1073">700 122 7919,'4'-6'-277,"1"2"1,2-1 57,3 3 1,6 0 158,3 2 1,7 0-176,6 2 1,2 2 234,3 2 0,-2 0 0,-3-2 0,-3 1 0,-1-2 0,15 2 0,4-2 0</inkml:trace>
  <inkml:trace contextRef="#ctx0" brushRef="#br0" timeOffset="1402">1123 148 7919,'4'-3'1372,"-1"2"-1395,-6-2 1,-3 3 24,-2 0 0,-4 3-157,2 1 1,-2 2-23,2 0 1,-3 2 117,3 0 1,0 0-161,-1 3 0,3 0 7,0 4 0,3-2-12,0 2 1,4-2 44,-1-2 0,4 0-126,2-2 0,3-3 184,1-1 0,0-4 16,3 1 0,-1-4 112,0-2 1,0-2-8,-1 0 0,-1-3 66,2 1 0,-2-4 8,1 1 0,-4-1 223,-1 0 1,-2-1-36,0 3 1,-2-2 131,0 1 0,0 2 146,0 0 0,0 2 1370,0 1-994,0-1-374,-2 1-948,1 2 0,-1 4 34,4 4 0,1 2-187,4 1 0,-1 2 298,1 2 1,-1 0-180,0 0 1,3 1 1,0-2 0,-1 0-106,-1 1 1,2-1-25,1 1 568,0-2 0,16-5 0,2-2 0</inkml:trace>
  <inkml:trace contextRef="#ctx0" brushRef="#br0" timeOffset="1548">1521 250 7693,'0'-6'-647,"0"-1"670,0 1 1,0 2-24,0-1 0,-3-7 0,0-6 0</inkml:trace>
  <inkml:trace contextRef="#ctx0" brushRef="#br0" timeOffset="1665">1489 148 7919,'-4'-3'763,"-1"-2"0,2 2-593,-1-1 0,1 1-403,3-1 355,0 3-122,3-5 0,9 8 0,5-1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29.1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167 33 5990,'0'-4'-88,"1"1"89,1 3-3,-1 0 51,1 0-27,-2-3-18,0 3 0,1-3 5,1 3-21,-1 0 242,2 0-104,-3-3 0,0 2 8,3-1-55,-3 1 1,3 1 121,-3-3 225,0 3-211,0-3 1,2 2-93,0-1 164,1 1-13,-3-2-125,-3 3 0,1 3-7,-2 2 0,0 1 10,-3 3 0,0-1 36,-1 5 1,0-1-62,-3 5 0,0 1-54,-1 3 1,-2 2 14,-1 3 1,2-1-52,-2-2 0,2-1-156,2-2 0,2-4 57,2-1 0,1-2-391,0-3 255,2 0-210,1-7-530,3 0-48,0-3 1,3-6 985,1-2 0,8-21 0,1-5 0</inkml:trace>
  <inkml:trace contextRef="#ctx0" brushRef="#br0" timeOffset="349">32 20 7994,'-6'-2'206,"-1"-1"0,3-1 243,0 2 0,2 0-58,-3-1 18,4 2-186,-2-2 1,3 4-21,0 1 1,0 0 150,0 2 0,3 0-117,1 3 0,3 2-55,1 2 0,2 1-10,3 3 1,1 2-128,1 2 0,-1 2-28,3 1 0,0 1-271,2-1 0,1 2-34,-1 0 0,-4-5-239,-2 1 1,-1-7 66,-3-1 0,-3-4-1002,-1-1-114,-1-4 1576,2-3 0,6-23 0,2-5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30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13 7940,'0'-3'123,"0"0"-68,0 0 1,3 2 81,1-1 0,2 1-12,0 1 1,1 0-161,2 0 0,1 0 120,3 0 1,0 0-387,-1 0 0,1 0-84,0 0 1,0 0-760,0 0 1144,-3 0 0,-1 0 0,-3 0 0</inkml:trace>
  <inkml:trace contextRef="#ctx0" brushRef="#br0" timeOffset="240">1 96 8529,'3'-3'357,"1"0"-219,4 3 1,2 0-104,3 0 0,3 0-158,1 0 0,1 0-373,-1 0 0,1 0 496,-3 0 0,8-3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33.2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0 295 7925,'1'-4'-39,"1"0"0,-1 1 9,1-1 22,-1 3 310,-1-5-258,0 3 1,0-1 83,3 2-18,-3-2 0,6 3-45,-2-3 1,0 2-124,0 0 0,0 1 65,3 1 0,-1 0-138,1 0 1,1 1 75,1 1 0,-1 2-164,-1 2 0,-2 1 101,0-1 1,0 0 72,-3 1 1,0 1-16,-2 1 1,0 0 37,0 0 1,-1-2-4,-1 1 1,-1 0 22,-4 1 1,0-2 13,-2 1 0,2 0-13,-4-2 0,2-2-18,-1 1 0,2-2 12,-1 1 0,3 0-294,2-2-488,-2-1 682,5 2 1,-2-4 106,3-1 0,3 1 0,12-16 0,6-1 0</inkml:trace>
  <inkml:trace contextRef="#ctx0" brushRef="#br0" timeOffset="299">257 270 7925,'4'-3'-318,"0"1"451,1-3-124,-2 5 180,0-3-226,-9 3 0,1 0 46,-5 0 1,1 3 82,-2 1 1,3-1 28,-3 2 0,3-1-55,0 2 1,0 1-86,-1-1 0,4 1 8,-1-1 0,3 0-82,-1 1 0,3 0 115,-2 2 1,3-2-128,0 1 0,2-3 16,0-1 1,4 0 80,0 0 0,1 1-219,4-3 1,-3 1 38,3-3 0,0 0-169,2 0 1,0 0 165,2 0 0,-1-3 191,1 1 0,10-11 0,2-2 0</inkml:trace>
  <inkml:trace contextRef="#ctx0" brushRef="#br0" timeOffset="1617">64 84 6698,'0'3'446,"0"0"0,1-3-204,1 0 1,3 0-165,3 0 0,1 0-13,4 0 1,-1 0-96,5 0 1,2-2 54,2 0 0,4 0-122,-2 2 1,1-3-86,0 1 1,-1-1-265,-3 1 1,-3 2 175,-4-3 1,-3 3 269,-1 0 0,-2-3 0,-15 2 0,-3-2 0</inkml:trace>
  <inkml:trace contextRef="#ctx0" brushRef="#br0" timeOffset="1908">295 13 7979,'-6'-3'-85,"2"2"44,-1-1 0,3-1 101,-2 1 41,3 0 284,-2 2 0,8 2-184,1 0 0,3 3-107,-1 0 1,1 0-10,2 2 0,1-1-12,-4 1 0,1-1-133,-3 0 1,0 0 100,1-2 1,-4 2-150,0-2 0,-3 3 11,0 1 1,-3-3-252,-1 2 1,-4-2-122,-3 1 1,-2 1 38,-2 2 430,4-5 0,-12 5 0,2-6 0</inkml:trace>
  <inkml:trace contextRef="#ctx0" brushRef="#br0" timeOffset="2333">141 327 7614,'-3'0'65,"-3"0"-7,3 0 15,-4 0-174,1 0 190,-1 3-89,1-2 0,2 7 0,2-1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37.9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84 7917,'-3'-4'55,"2"-2"1,-3 2 245,-1-2 1,2 0-133,1-1 1,1 3-25,1 0 58,0 2-367,3-3 1,0 4 10,4-1 0,0 1 91,1 1 0,0 0-11,3 0 0,-3 0 74,3 0 1,-2 3-57,1 1 0,0 0 11,1 0 1,-2 0-18,-2 3 1,-2 1 30,0 1 1,0 0-6,-3 0 1,-1-2 78,-3 1 0,-1 2 100,-4-2 1,0 1-72,-2-3 1,-1 1-116,-2-1 0,0 0-131,1 1 1,-1-3 119,4 0 0,-1-2-298,3 0-127,0 2-1,-1-4 0,4 0 479,0-4 0,25-19 0,7-5 0</inkml:trace>
  <inkml:trace contextRef="#ctx0" brushRef="#br0" timeOffset="277">270 13 7899,'0'-6'180,"0"2"-58,-3 2 0,0 1 76,-4 1 0,0 0-14,-1 0 1,0 3-14,-3 1 0,1 2-6,-3 0 1,2 3-63,0-1 0,3 2-161,0-2 0,1 0 142,0 3 0,4-3-99,1 0 0,1 0-80,1 1 0,3-2-47,1 1 1,3-1-52,1 0 1,3-1-42,4-2 0,-1-1-181,3-1 0,-1-1-2,2 1 1,-1-2-45,-2-2 0,1 1 461,-1-3 0,-1-12 0,1-5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36.9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 7713,'0'-3'-115,"1"0"-148,1 3-498,-1 0 761,2 0 0,3 5 0,1 3 0</inkml:trace>
  <inkml:trace contextRef="#ctx0" brushRef="#br0" timeOffset="182">7 129 6274,'19'6'0</inkml:trace>
  <inkml:trace contextRef="#ctx0" brushRef="#br0" timeOffset="349">39 244 7940,'-4'0'-596,"1"0"322,3 0 1,6 3 0,1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40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59 6370,'0'3'1114,"0"0"-980,0-3 1,3 0-110,1 0 1,2 0 44,3 0 1,1 0-137,3 0 0,4 0 83,3 0 0,3 0-163,1 0 1,0 0-23,-1 0 1,2 0-281,-4 0 0,0-1 263,-4-1 1,-2 1 184,-5-3 0,-9-4 0,-5-2 0</inkml:trace>
  <inkml:trace contextRef="#ctx0" brushRef="#br0" timeOffset="257">257 1 9277,'7'1'289,"-1"1"0,3-1-148,-1 3 1,3 1-189,-3 1 1,1 1-186,-3-1 1,0 0 37,-2 1 0,1-1-42,-2 1 0,-2-1 59,-3 0 0,-2 1-84,-5-1 1,-1 1 260,-3-1 0,-17-2 0,-4-1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42.2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 7927,'4'0'-484,"0"0"343,-2 0 344,1 0 1,-8 0-85,-2 0 0,0 0-27,0 0 0,1 0 3,-1 0 0,1 0 118,-1 0-222,1 0-21,0 0-82,-1 0 209,1 0-25,2 0 62,1 0-29,1 3 55,1-2 62,-2 4-163,3-1 1,0 2 8,0 1 1,1-3-111,1 0 0,-1 3 38,1 1 0,-1 1-17,1 0 1,-1 0 31,1 2 0,-1 3-19,-1-1 1,0 2-60,0 0 0,0-1 0,0 3 0,0-2-12,0 2 0,0-2-7,0 0 1,0-2 92,0 0 0,1 2-8,1 0 1,-2 0 6,3-2 1,-3 0 3,0-1 0,0 3 88,0 0 0,0 1-52,0-1 1,0-1-29,0 3 1,0-2-1,0 2 1,0-2 45,0 0 0,0 0-1,0 0 1,0 2 27,0-2 0,0 0 11,0-2 0,0 1-56,0 1 1,0-1-1,0 3 1,0-3 92,0 1 0,0 2-72,0 0 1,0-1-30,0 1 1,0-3-5,0 1 1,0 1-95,0-1 1,0 0 58,0-2 1,0 0-90,0-1 0,0 1 112,0 0 1,0 0-13,0 0 0,0-3 42,0 1 0,0-2 10,0 1 1,0-2 129,0 1-160,0-2 0,0-1 9,0 1 0,0-3-35,0 0-3,0-2 0,1 1-47,1-1 1,-1-1 0,2 3-30,-3-2 78,0-1 0,0 2-14,0-1 13,0-1 10,0 5 46,0-6 12,0 6 53,0-5 992,0 2-1262,2-3 0,0 0-310,2 0 0,0 0-201,3 0 1,1 0-1369,1 0 2024,2 0 0,28-26 0,9-6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43.9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 1 7752,'3'3'566,"-3"0"-540,6-3 1,-4 0 184,2 0-199,0 0 178,3 0 15,-1 0-22,0 0-89,1 0 1,-3 0 95,0 0 76,-2 0 4,1 0-173,-1 0 1,-1 1 1,1 1 0,-1-1-80,-1 4 0,0-3 39,0 2 0,0 0-7,0 3 0,0-1-30,0 1 1,0 0-9,0 1 0,0 2 7,0 3 0,0 0-7,0 0 1,0 0-8,0 2 0,0-1-93,0 4 0,0-4-24,0 1 1,0-2 100,0 0 0,0 1-3,0 1 0,0-3 7,0 1 1,0 0 2,0-2 0,0-1-6,0 1 1,0-1 5,0 3 1,1-2-26,1-1 0,-1-1 0,1 2 1,-2-1 29,0 0 0,3 2 45,-1-4 1,0 3 6,-2-2 0,0 1-17,0-1 0,0-1 10,0-1 0,0 1-42,0 1 1,0-1 2,0-1 0,0 0 10,0 1 0,0 0-3,0 0 1,0 0-102,0 1 1,0-2 80,0 1 0,0-1-8,0 0 0,0 1 4,0 1 1,0-1 2,0-1 1,0-1 1,0 1 0,0-1 4,0 0 0,0 1 6,0-1 0,0 1 4,0-1 1,0 1 109,0-1 1,0 0-95,0 1 1,-1-1 4,-1 1 0,1-1-28,-1 0 1,1 1 0,1-1 1,0 1-4,0-1 1,0 1-7,0-1 1,0 0 1,0 1 1,0-1-21,0 1 13,0-1 0,0 0 3,-2 1 0,1-1 3,-1 1 1,1-1 25,1 0 1,0 1 4,0-1 0,0 1 12,0-1 1,0-2 4,0 1 1,0-1-33,0 2 1,0-1 9,0-1-18,0 0 1,0 3-28,0-1 0,0-2-38,0 1 33,0-1 0,0 2-87,0 1 1,0-3 58,0 0 16,0 1 0,0 1 30,0 0 1,0-1 1,0-1 1,0-2 13,0 2 0,0-2 35,0 3 1,0-3-24,0 2 0,0-2-7,0 3 0,0-3 27,0 2-49,0-3 4,0 5 1,0-4 34,0 2-2,0-3 236,0 2-162,0 0 161,0-2-128,0 2 1,-2-3 179,0 2 1,-1-1-138,1 1 1,0-1 74,-2-1 0,2 0-181,-2 0 1,2 0-141,-3 0 0,1 0-622,-2 0 0,-1 0-286,1 0 0,-1 0-1864,1 0 2842,2-3 0,16-26 0,6-10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46.0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 7889,'0'-6'629,"0"2"-178,0 1-108,0 3-227,0 6 1,0-2 17,0 5 1,0-1-127,0 0 1,0 0-115,0 3 1,2-4 51,0 2 1,3 0-218,-1 0 1,0-1 85,0-1 1,0-1-98,3 1 0,-1-3 135,1 0 1,-1-2 35,1 0 0,-1-2-26,0 0 0,1-2 19,-1-3 0,1 0 10,-1-2 0,3-1 26,-1-1 0,1-2 152,-3 3 1,0-1-24,1 0 0,-3 2 252,0-2-232,1-1 1,-1 3 381,0-1-334,-2 3 1,0 0 103,-4 3 1,0 1-73,-2 3 1,0 0-48,-3 5 0,0-2 295,-1 3 0,1 0-26,-2 0 0,2 2-162,0 3 1,3 0-81,0 0 1,2 0-111,-3 2 1,3 0 11,-2 2 0,3-2-199,-2 2 1,3-1-21,0 1 1,0-1 80,0-3 1,2-1-472,0-1 0,1-2-553,-1-3 380,-1 1 1,2-4 161,-1-1 591,-1-1 0,5-12 0,-3-3 0</inkml:trace>
  <inkml:trace contextRef="#ctx0" brushRef="#br0" timeOffset="281">405 167 7755,'4'-4'118,"0"-1"0,1 4 167,1-1 0,1 1-146,2 1 0,-1-2-268,2 0 1,1 0-408,2 2 0,0 0 174,0 0 1,-1 0 361,-2 0 0,2 3 0,-2 0 0</inkml:trace>
  <inkml:trace contextRef="#ctx0" brushRef="#br0" timeOffset="463">398 244 8466,'8'0'-3,"0"0"1,4 0-175,5 0 0,3-2 177,8 0 0,36-9 0,10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1:47.6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475 186 7850,'0'-3'587,"0"-3"-562,0 5-286,0-2 283,0 9 0,0-2-85,0 5 0,0-2 72,3-1 1,-2 1-130,3-1 0,0 1 3,0-1 0,2 0 101,-2-2 0,2 2-146,0-2 0,1 0 1,-1 0 0,0-3 46,1 1 1,1-1 95,1-1 0,0 0 5,-3 0 1,0-1 7,-2-1 0,2-1 22,-2-4 1,-1 1-14,2 0 0,-4-1 8,1 1 0,1-1 130,-1 1 1,0-1 80,-2 1 81,0 0-262,0-1 0,0 2 38,-2 0-34,1 2 1,-4 4-11,3 1 0,-1 0 5,1 2 1,1 0-5,-1 3 1,0-1 20,0 0 1,2 1 0,-2-1 0,1 3-39,1-1 1,1 4-12,1-1 1,-2-2 0,2 2 0,1 0-8,-1 2 0,3 0-17,-3-1 1,0 0 84,-2-1 0,-1-2 3,-1-2 0,-2-1-91,-5 1 1,2-3-151,-4 0 1,1-2-256,-1 0 1,-1-2 87,1 0 1,2-2-370,1-3 705,0 3 0,8-16 0,0 1 0</inkml:trace>
  <inkml:trace contextRef="#ctx0" brushRef="#br0" timeOffset="223">731 334 7774,'4'3'548,"-1"0"0,-3 4-205,3-1 0,-3 0-145,2 1 0,-1-1-309,-1 1 1,2 1-151,0 1 0,1 1-186,-3-1 0,2 0 148,0 0 1,0-2-83,-2 2 0,0-5 381,0 1 0,0-12 0,0-1 0</inkml:trace>
  <inkml:trace contextRef="#ctx0" brushRef="#br0" timeOffset="633">552 58 7850,'6'-2'-229,"1"0"0,0 0-121,1 2 1,0 0 561,3 0 0,-1-3-152,3 1 1,0 0-8,0 2 1,0 0-170,0 0 1,-1 0-292,1 0 0,0 0 230,0 0 1,-3-2 176,-2 0 0,0-6 0,-2 1 0</inkml:trace>
  <inkml:trace contextRef="#ctx0" brushRef="#br0" timeOffset="840">725 0 7614,'4'0'552,"0"0"1,-1 0-195,1 0-167,0 0 1,3 2-97,-1 1 0,-2 1-219,1-2 0,-4 3 67,1-1 1,-1 2-212,-1 0 0,-1 1-52,-1-1 1,-4 3-642,-5-1 961,-1 4 0,-21 6 0,-5 6 0</inkml:trace>
  <inkml:trace contextRef="#ctx0" brushRef="#br0" timeOffset="1158">609 610 7268,'-2'-4'0,"-2"1"0</inkml:trace>
  <inkml:trace contextRef="#ctx0" brushRef="#br0" timeOffset="1323">616 680 6346,'0'7'0</inkml:trace>
  <inkml:trace contextRef="#ctx0" brushRef="#br0" timeOffset="1940">520 911 7843,'-4'0'-424,"1"-1"855,3-1-247,0 1 0,0-1 560,0 4-628,0 2 0,0 2-26,0 1 1,1-1-147,1 1 0,1-1 85,1 1 0,2-1-127,-2 0 0,0 0 12,0-2 0,-2 1-166,2-3 1,-1 3 56,1-3 0,-2 0-322,2-2-129,-2 0 463,3 0 1,-4-3 120,1-1 0,1 0-29,-1 0 0,0 0 14,-2-3 1,3 1 17,-1 0 0,1 1 144,-1 1-117,-2 3 0,4-4 261,-2 2-8,-1 1-127,4 2 1,-3 3-47,2 1 1,-2 1-94,3 1 0,-3-1 6,2 4 1,0 1 79,3 0 1,-2 2-3,0-2 1,-2 5 64,-1-3 1,-1 3 154,1-2 0,-4-1 38,-2-2 1,-3 2-149,-1-4 0,-2 1-110,-3-3 0,0-2-200,0-2 1,1-1-404,-1-1 1,0 0 340,0 0 223,3-3 0,7-21 0,3-7 0</inkml:trace>
  <inkml:trace contextRef="#ctx0" brushRef="#br0" timeOffset="2825">680 815 7815,'10'0'3,"1"-1"0,-2 0 158,-1-1 1,1-1 45,0 1 1,2 1-27,0-1 0,2 1-46,1 1 1,0 0-85,1 0 1,1 0-702,-1 0 1,-3 0 187,-1 0 0,-3-1-571,1-1 1033,1 1 0,-9-10 0,1 0 0</inkml:trace>
  <inkml:trace contextRef="#ctx0" brushRef="#br0" timeOffset="3024">860 751 7085,'4'0'392,"0"0"1,-2 0 67,3 0 0,-3 0-70,2 0 0,0 3-150,3 1 1,-1-1 13,0 2 0,1-1-150,-1 2 0,-1 3-190,-1-1 1,-3 1-122,1-3 1,-1 3 215,-1 0 1,-3-1-1012,-1-2 0,-4 1 1002,0-1 0,-27-5 0,-3-2 0</inkml:trace>
  <inkml:trace contextRef="#ctx0" brushRef="#br0" timeOffset="3852">83 167 7843,'-6'0'43,"2"0"81,0 0 1,-1 0 124,-1 0 0,2 0 169,-1 0 1,1 0-206,-2 0 1,-1 0 78,1 0-270,-1 0 37,1 0 1,0 1-124,2 1 0,1-1 204,3 4-54,0-4 1,0 5 106,0-2 1,0 0-124,0 0 1,2-2 234,0 2 0,3 0-133,-3 3 0,3 1-53,-1 1 1,1 2-21,-1-3 0,2 4-148,-2-2 1,1 3 144,0 2 0,0-1-105,-3 3 0,3 1-119,-1 1 0,-1 0-59,-1 0 1,1 1-5,-1-1 0,0 3 97,-2 1 0,-1 2 46,-1 1 0,1-2 40,-3 2 0,1-2 100,-1 4 0,1-2-56,-2 0 1,2 0 126,3-1 1,0 2 52,0 0 0,0-2-68,0 0 0,0-3 31,0 2 0,0-3-129,0 3 1,1-3-131,1 0 0,-1-2 117,1-2 1,1 1-140,-1-3 1,0 1 87,-2-1 0,2-2-126,1 2 0,-1-2 101,-2-2 1,0 0 49,0-2 1,0-1 41,0-1-9,0-1 1,0-2 350,3-2-241,-3-2 215,6 0-463,-3 0 1,4-2-193,-1 0 1,1-2-163,-1 2 1,1-3-251,-1 3 1,0-1-1546,1 1 2243,-1-1 0,15-15 0,3-3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11.4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84 8164,'-4'3'598,"2"1"0,-1 2-535,1 0 1,0 4-118,2 0 1,0 2 40,0 1 0,0 1-168,0 1 1,3-2 83,1 2 1,-1-1-318,2-1 0,1-3-170,3-2 1,0-1 280,0 0 0,-2-4 303,4-1 0,11-24 0,5-6 0</inkml:trace>
  <inkml:trace contextRef="#ctx0" brushRef="#br0" timeOffset="209">129 116 7697,'0'-3'391,"-3"0"1,3 3-76,-3 3 0,3-2-199,0 3 1,0 1-123,0 1 0,0 3 37,0-1 1,2 4-218,0-2 0,1 2-58,-1-2 1,-1 2-245,1-1 0,1-2-129,-1 0 0,0-2 383,-2-1 0,0-1 233,0-1 0,0-3 0,6-21 0,1-8 0</inkml:trace>
  <inkml:trace contextRef="#ctx0" brushRef="#br0" timeOffset="417">136 91 7697,'0'-7'-32,"0"1"99,0-1 39,0 1 0,0-1-119,2 1 1,2 2 112,2-1 0,1 4-84,-1-1 1,3 1 17,-1 1 1,3 0 6,-2 0 0,-1 3-87,-2 1 1,0 3 85,-2 1 0,-1-1-29,-3 2 1,0 0-23,0 0 1,-3 2-127,-1-3 1,-2 1-27,0-3 0,0 0-280,-1 1 1,1-3 442,-1 0 0,4-11 0,0-1 0</inkml:trace>
  <inkml:trace contextRef="#ctx0" brushRef="#br0" timeOffset="667">289 1 7697,'3'4'380,"-1"0"0,2-2-147,-2 3 0,3-1 12,-1 2 1,2 3-82,1-1 0,-3 4-13,0-1 0,-2 1 13,2 1 0,-2 2-141,0-1 0,-3 1-363,-2-2 0,-2-1-73,-2-1 1,1 0-304,-3-2 1,2 0 715,1-3 0,-6-11 0,-2-3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10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13 8907,'-4'3'349,"0"-1"1,2 3-207,-3-1 1,3 0-110,-2 0 1,1 2 47,-2 3 1,0 1-217,3-1 1,0 2-130,2 0 1,0 1-43,0 1 0,0-1 188,0-1 0,1 0-759,1-2-443,1-1 1319,4-1 0,19-21 0,6-4 0</inkml:trace>
  <inkml:trace contextRef="#ctx0" brushRef="#br0" timeOffset="224">123 65 8387,'0'4'42,"0"0"0,0-2-184,0 3 1,0-1 11,0 2 0,2 2-222,0 0 1,2 0 114,-1 3 0,1-4-279,-2 2 516,3 1 0,1-3 0,4 2 0</inkml:trace>
  <inkml:trace contextRef="#ctx0" brushRef="#br0" timeOffset="458">181 1 7974,'4'0'548,"0"0"0,-2 0-153,3 2 1,-1 3-261,2 3 0,1 2-223,-1 3 1,0 0-127,1 0 0,-1 2-397,1 3 1,-2-1 610,0 0 0,-5 13 0,-4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26.1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7 8231,'0'-3'1391,"-1"0"-1072,-1 3 0,1 1-106,-1 1 1,-1 1 14,1 4 0,-1 0-120,1 1 1,1 2-128,-1 0 1,2 5 185,0-3 1,0 3 33,0-2 0,2 2-813,3-1 0,0-1-1150,2-2 0,-1-3 1762,1 0 0,22-12 0,6-4 0</inkml:trace>
  <inkml:trace contextRef="#ctx0" brushRef="#br0" timeOffset="992">180 65 7696,'0'-4'71,"0"0"1,1 2 379,1 0-105,-1 1 0,4 4-276,-3 1 0,3 2-230,-1 0 0,1 1 93,-1-1 0,2 3-173,-2-1 1,2 2 207,1-2 32,-4-1 0,6 5 0,-2-2 0</inkml:trace>
  <inkml:trace contextRef="#ctx0" brushRef="#br0" timeOffset="1240">251 20 7744,'0'-4'224,"0"0"549,0 2-595,3-1 1,0 3 0,4 0 0,1 1-32,1 1 1,2 2-103,0 2 1,2 3-40,2 2 1,-3 1-72,1 1 1,-1 0-162,-3 0 1,-1 0 90,-1 2 1,-4-1-89,0 1 0,-6-2-197,-1 0 0,-2-3 420,-3-1 0,-4-5 0,-3-1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24.5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26 7467,'0'-7'1154,"0"3"-522,0 0-290,0 3 0,-2-2-169,-1 6 0,-2 0 13,1 3 0,1 3-6,-2 0 0,2 2-87,-1 0 1,1 3-55,3 1 1,0 1-233,0-1 0,0-2-482,0 2 1,3-1 83,1-2 0,2 1-195,3 0 1,-1-3 196,2-1 589,-2-2 0,10-12 0,-1-3 0</inkml:trace>
  <inkml:trace contextRef="#ctx0" brushRef="#br0" timeOffset="230">155 84 7981,'-3'-4'776,"2"1"-733,-2 3 0,3 3 17,0 1 1,1 2-22,1 0 0,-1 2-219,1 0 1,1 2-36,-1 3 1,2-2-232,-2-1 1,3 0 139,-3 1 1,1 0-402,-1-2 707,-2-1 0,3-15 0,-3-5 0</inkml:trace>
  <inkml:trace contextRef="#ctx0" brushRef="#br0" timeOffset="439">135 52 7768,'0'-7'-121,"-2"1"97,0-1 0,0 1-47,2-1 0,0 3 119,0 0 1,3 3 27,1-2 0,2 1-18,0-1 1,1 1-20,-1 2 1,3 0 27,-1 0 1,4 3 8,-2 1 0,2 2-200,-2 0 0,0 1 15,-4-1 1,-2 1-111,-2 2 0,-2-2 142,0 2 1,0-1-58,-2 0 1,-4-3-14,-3 1 1,1-1-356,1 2 502,1-4 0,-6-3 0,-2-3 0</inkml:trace>
  <inkml:trace contextRef="#ctx0" brushRef="#br0" timeOffset="714">309 19 7768,'3'-4'0,"-1"0"941,2 3-538,-1-2 1,5 3-7,0 0 0,-1 0-229,2 3 0,0 1-59,0 4 1,0 0 85,-1 3 0,-1 0-13,2 1 0,-3 1-140,-1 0 0,-2 1-220,-3 1 1,0-3-868,0 1 0,-5-1 160,-2-3 885,-1-1 0,-18-7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29.5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8780,'6'0'95,"-1"1"-47,-1 1 1,0-1-12,3 1 0,-1-1 6,0-1-31,1 0 0,-1 0 91,1 0 1,-1 0-13,1 0 0,-3 0 1,0 3 1,-2-3 7,2 2 1,-1-1 16,1-1 0,-2 0-28,2 0 1,-2 1 5,0 1 0,-1-1 205,1 1-40,-1-1-129,2 1 1,-2 0 81,1 2-118,-1-2 1,1 3 3,-2 0 1,1-2 12,1 1 0,-1 1-69,1 1 1,-1 0-7,-1 1 1,2 1-55,0 1 1,1 2 42,-1 0 1,-1 0-105,1 0 0,1 1 82,-1-1 1,0 3-99,-2 1 0,2 0 75,0-2 0,3 0-23,-3 0 1,1-1 24,-1 1 0,-2 0-2,3 0 1,-2 0-56,1 0 1,-1-1 9,1 1 1,-1-1-10,-1-1 1,0 1-2,0-1 0,2 1-96,0 1 0,0-2 87,-2-1 1,1-1-15,1 1 0,-1 0 147,1 1 0,-1-1-120,-1-1 0,0-2 147,0 4 1,0-3-45,0 1 0,0 0-33,0-1 0,0 2-2,2-2 0,-1-1 18,1 2 0,-1 0-56,-1 0 0,0 0-7,0 0 0,0-2 9,0 4 1,0-2-14,0 1 1,0-1 34,0 2 1,0-3 0,0 3 1,0-3-5,0 0 1,0 1 49,0 0 1,2 2 14,0-3 1,0 1-37,-2-3 1,0 1 7,0-1 1,1 2-7,1-2 0,-1 2 4,1-4 1,-1 2 39,-1 0 1,1 1 4,1-1 1,-2 1-65,3 2 1,-3-2 10,0 2 1,0-2-2,0-1 1,0 1-35,0 2 0,0-2-4,0 2 0,0-2-14,0-1 0,0 1-126,0-1 1,0 0 60,0 1 1,0-1 87,0 1 1,0-1-13,0 0 0,0 1 4,0-1 0,0 1-39,0-1 63,0 1 1,0 1 25,0 1 1,0-3 0,0-2 1,0 1-2,0 1 1,2-2 29,0 1-123,1-1-12,-3 2 26,0 1 24,0-1 1,0 0-16,2-2-6,-1 2-2,2-3-3,-3 4-9,0-1 76,0 1 0,0-3 73,0 0 1,0-2 44,0 3 251,0-4-262,0 5 1,0-5 289,0 3-243,0-2 0,-1 3 157,-1-3 0,1 2-137,-4-2 1,3 1-56,-2-1 0,2-1-94,-2 1 1,0 0-7,0 0 1,-3-2-185,1 3 0,0-3-238,-3 0 0,1 0-551,0 0 1,1-2 400,-2 0 547,2-3 0,0-13 0,1-6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35.0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25 392 7810,'0'-7'102,"0"3"-96,0 0 52,0 2 1,1-3 109,1 3 0,-1 0-21,4 2 1,-1-2-129,2 0 1,1 0 80,-1 2 1,1 0-139,-1 2 1,0 1 77,1 2 0,-1 1-142,1 0 1,-1 1 1,1 1 0,-4 2-54,-1 1 1,-1-1 69,-1 1 0,-1-3 81,-1 3 0,-1-1-10,-4 1 0,0 0 28,-2-2 0,-1-1 82,-2-1 1,1-2-128,0 0 1,3 0 12,0-3 0,1 1-186,0-1-89,1-2 1,2 0-71,2-4 1,2-2-60,2 0 421,5 0 0,20-12 0,7-3 0</inkml:trace>
  <inkml:trace contextRef="#ctx0" brushRef="#br0" timeOffset="240">230 372 7824,'4'-6'158,"1"2"301,-3-1-437,0 4 0,-2-2 107,-3 3 1,0 1 25,-4 1 0,1 2-25,0 2 1,-4 0-3,0 1 1,-2 1-22,-1 1 0,0 2-116,0 0 1,1-1 45,1 1 0,1-1 77,3 3 0,0-2-140,5 0 0,0-3-51,5 3 0,3-3-186,5 0 1,4-1-162,5-3 1,0-1-379,3-3 1,0 0 801,0 0 0,11-20 0,-1-5 0</inkml:trace>
  <inkml:trace contextRef="#ctx0" brushRef="#br0" timeOffset="949">378 77 8246,'-6'0'389,"0"1"-219,2 1 1,0 0 20,2 2 0,0 1-91,-2 3 0,3 0-189,-1 3 1,1 0-75,1 2 1,1 2-344,1-1 1,1 2-242,4-1 1,0-2 746,1 0 0,34 0 0,10-3 0</inkml:trace>
  <inkml:trace contextRef="#ctx0" brushRef="#br0" timeOffset="1266">570 135 7806,'0'4'318,"0"-1"20,0-1-332,3 2 0,-2 2 14,1 1 1,1-1-83,-1 1 1,2 0 36,-2 1 0,3 0-140,-3 3 1,1-3 130,-1 3 1,-1-1-130,1 1 1,-2 0 75,0-2 0,0 1 16,-2-1 1,0-1-133,-2-1 0,-1-3-36,-4 0 0,2-2-288,-1 0 527,-2-1 0,-3-21 0,-4-5 0</inkml:trace>
  <inkml:trace contextRef="#ctx0" brushRef="#br0" timeOffset="1432">500 20 7806,'0'-7'110,"0"3"-694,0 0-611,0 2 1195,0-1 0,0 12 0,0 2 0</inkml:trace>
  <inkml:trace contextRef="#ctx0" brushRef="#br0" timeOffset="1893">705 39 9460,'6'6'413,"3"1"-181,0 2 1,2 1-85,0 3 1,1 2-118,1 0 1,-1 3-373,-2-1 0,-1 1 106,-5 1 0,-1-2-133,-3-2 0,-1-2 173,-1 0 195,-1-3 0,-15-3 0,-3-5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38.1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59 8123,'0'-4'685,"0"0"-477,0 2 0,0 2-12,3-3 1,1 3-116,4 0 0,0 0-141,3 0 0,0 0-31,4 0 1,1 0-132,1 3 1,2-3-234,-2 2 1,-1 0 59,1 0 1,-2-1-183,-1 1 0,-2-1 577,-1-1 0,-3 0 0,3 0 0,-9-6 0,0-1 0</inkml:trace>
  <inkml:trace contextRef="#ctx0" brushRef="#br0" timeOffset="319">161 1 7794,'-4'0'153,"0"0"1,1 0-45,-1 0 198,3 0 376,-2 0-630,11 3 1,-2 0-142,7 1 1,-4 1 92,2 0 1,0 0-112,1 2 0,-1-1-222,0 1 290,-3-1 0,0 1 36,-4 2 1,-1-2 55,-3 1 1,-3 0 10,-4-2 0,-2 0-90,-4 1 0,0-3-64,1 0 0,-1 0-421,3 0 0,1 2 62,2-2 448,1-1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39.7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45 155 7864,'6'0'312,"1"-3"-394,-1 1 1,3 0 139,2 2 0,1 0-136,1 0 0,1 0-217,1 0 1,-2 0 12,2 0 0,1 0 282,-1 0 0,-3 3 0,-3 1 0</inkml:trace>
  <inkml:trace contextRef="#ctx0" brushRef="#br0" timeOffset="165">0 232 7878,'4'0'240,"1"0"-259,0 0 1,1 0 70,3 0 0,1 0 131,5 0 0,0 0-942,4 0 1,-1 0 43,4 0 715,-2 0 0,7-6 0,3-1 0</inkml:trace>
  <inkml:trace contextRef="#ctx0" brushRef="#br0" timeOffset="749">680 7 7806,'3'-3'73,"0"2"1,-3-1 168,-3 2 1,0 0-119,-4 0 0,-2 0-12,-1 2 1,0 0 4,-1 2 1,0-2 16,-2 3 1,1-3-81,-1 2 1,3-2-86,1 2 1,0 0-46,0 0 1,1 2 70,1-2 0,4 3 25,1 1 0,-1-1-32,1 2 1,0 1-123,2 1 1,0 1 46,0 0 0,0 3-132,0 0 1,0 3 106,0-1 0,0 0-53,0 0 1,0-1 10,0 1 0,0 1 171,0-3 1,0-3 186,0-3 0,0 0-97,0 0 0,0-4 162,2-3 1,2 1-180,2-1 0,2 1-80,0-3 0,2 0 87,3 0 1,0-3-85,0 1 1,2-2-14,2 2 0,33-17 0,9-3 0</inkml:trace>
  <inkml:trace contextRef="#ctx0" brushRef="#br0" timeOffset="1208">988 122 7806,'-4'-6'-24,"2"0"-14,1-1 0,1 3 11,0 0 0,0 2 114,0-3 1,1 4 62,1-1 0,0 1-26,2 1 0,1 0 8,3 0 0,0 0-70,0 0 1,1 1-15,0 1 0,2 1-15,-3 1 0,1 2-131,-3 1 0,0-1 84,-2 3 0,-1-1-147,-3 0 0,-1 0 59,-1 3 1,-2-3 38,-5 0 1,0 1-20,-2 0 1,-1-1 10,2-1 0,-3-1 5,1-2 1,2 1-90,1-3 1,2 0-548,1-2 139,-1 3 563,4-2 0,0-1 0,3-5 0,17-12 0,4-3 0</inkml:trace>
  <inkml:trace contextRef="#ctx0" brushRef="#br0" timeOffset="1433">1206 97 7806,'1'-6'86,"1"2"310,-2-2-257,3 3 1,-6-1 80,-1 2 1,-2 1 13,0 1 1,-3 0-50,1 0 1,-3 3 0,3 1 0,-3 2-90,2 0 0,1 2-166,1 0 0,1 0 123,0 3 0,0-3-126,2 3 0,1-1-402,3 1 1,0 0 257,0-3 0,1 3-605,1-2 1,1-1 7,4-1 814,2-1 0,27-11 0,8-3 0</inkml:trace>
  <inkml:trace contextRef="#ctx0" brushRef="#br0" timeOffset="1616">1321 161 9543,'3'-4'1188,"-1"2"-1018,2 4 0,-2 2-177,2 2 1,0 2-41,0 0 1,1 0-251,-3 3 0,3-1-266,-3 0 1,1 2-1604,-1-1 2166,-2 1 0,15 4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42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33 7806,'4'0'-1684,"0"0"1684,-2 0 0,0-3 0,-2-1 0</inkml:trace>
  <inkml:trace contextRef="#ctx0" brushRef="#br0" timeOffset="451">180 20 6857,'0'-4'-606,"0"1"606,0 0 0,6 3 0,1-3 0</inkml:trace>
  <inkml:trace contextRef="#ctx0" brushRef="#br0" timeOffset="759">405 20 7806,'3'0'358,"0"-3"1,-2 2-938,1-1-384,-1 1 963,1 1 0,7 0 0,2 0 0</inkml:trace>
  <inkml:trace contextRef="#ctx0" brushRef="#br0" timeOffset="1001">623 13 7806,'0'-3'-187,"0"-1"-373,0 2 560,0 1 0,0-2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44.3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16 123 7750,'0'-7'-25,"0"3"67,0 0 1,0 2 1,0-3 0,1 4-10,1-1 1,-1 0 36,3 0 0,1 2-16,4-3 0,-1 3 188,2 3 1,-1-1-79,2 3 1,-1 0-62,3 0 1,-3 3-77,-1 0 0,-2 1-109,-1-3 0,0 3 95,-2-1 0,-2 1-129,-4-3 1,-2 1-18,-5-1 0,2 2 43,-4-2 0,0 2-111,-2-4 1,1 0 118,-1 0 1,1-2-118,1 3 1,2-4-41,2 1 1,1-1-253,-1-1 0,3 0 490,0 0 0,20-9 0,2-1 0</inkml:trace>
  <inkml:trace contextRef="#ctx0" brushRef="#br0" timeOffset="258">279 104 7750,'3'-3'35,"2"-1"171,-3-2 152,1 2-191,-6-1 1,-3 4 65,-2-1 1,-3 1 119,2 1 1,-2 3-202,0 1 0,1 2-50,0 0 1,2 1-148,-1-1 1,3 3 22,1-1 1,0 3-189,3-3 0,0 4 2,2-2 1,1 0-153,1 1 1,2-3 116,5 1 1,3-2-128,3-1 0,3 0-242,-1-2 0,1-1 612,2-3 0,-1 0 0,0 0 0,20-17 0,5-5 0</inkml:trace>
  <inkml:trace contextRef="#ctx0" brushRef="#br0" timeOffset="408">452 168 7750,'3'-7'173,"-2"4"0,2 0 137,-1 3 1,-1 1-114,1 1 0,-1 1-97,-1 4 1,0 0-186,0 1 1,0 2-8,0 3 1,0-1-224,0 0 1,-1 0-35,-1 3 0,-1-2 19,-1 0 0,-2-1-167,2-1 1,0 0 496,0-2 0,3-3 0,-2-12 0,3-5 0</inkml:trace>
  <inkml:trace contextRef="#ctx0" brushRef="#br0" timeOffset="701">471 174 7750,'2'-4'557,"0"0"0,1 2-479,-1 0 173,-1-2-40,5 4 0,-3 0-156,1 4 0,2 2-181,-2 3 0,2-1 5,0 3 0,3-3-243,-1 3 1,4-3 194,-2 3 0,5-3-54,0 0 1,2-1 449,-2-3 1,2 1-22,1-3 1,-3 0-35,0-4 1,0-3-105,-2-3 0,1-1 96,-6-4 0,-2 2-68,-1-4 0,-4-1 33,1 1 0,-4 0-279,-2 3 1,-3-1-404,-1 0 1,-1 4-900,-2 2 1452,-1 1 0,8 16 0,-2 2 0</inkml:trace>
  <inkml:trace contextRef="#ctx0" brushRef="#br0" timeOffset="1267">888 33 7628,'0'-6'548,"0"-1"0,0 3-122,0 0 1,3 2-1,1 0 1,2-1-196,0 1 0,4 0-51,0 2 1,1 0 1,2 0 1,-2 3-26,4 1 1,-1 3-67,-1 1 0,-1 0-152,-2 3 0,0 0-344,-4 4 0,0-1 220,-2 0 1,1 2-122,-3-1 0,2 4 47,-1-2 0,-1 3-84,1-2 0,-3-2 115,2 1 1,1-1 53,-1-1 0,1 0 74,-3-5 0,0 0 138,0-2 0,-3-1-54,-2-3 1,-1 1 159,-3-3 1,-1 0-24,-5-2 1,-2 0-303,-2 0 0,0 0-327,0 0 0,-1-1 129,1-1 379,3-1 0,9-12 0,5-2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53.3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72 7693,'0'-5'691,"0"1"1,0 2-800,0-2 0,6 1 94,2-1 1,10 2 33,6-2 0,8-1 189,8-1 0,6 2 121,7 0 1,2 0-106,3 0 1,-2 1-26,2 3 1,-7 0-18,0 0 0,-7 0-139,-3 0 0,-3 0-387,-1 0 0,-11 0-488,-7 0 95,-7 0 0,-6-1 251,-6-1 0,-6 1-158,-4-1 0,-2-1 643,-1 1 0,-31 0 0,-9 2 0</inkml:trace>
  <inkml:trace contextRef="#ctx0" brushRef="#br0" timeOffset="249">282 78 7893,'0'-4'2449,"0"2"-2103,0 7 0,1 0-99,1 6 0,0 0-121,2 1 1,-2 2-106,2 1 1,1 1-202,1 4 1,-2-1-484,1 0 0,-2-3 182,1-1 1,0-1-1422,-2-1 890,-1 0 1012,2-3 0,-3-10 0,0-4 0</inkml:trace>
  <inkml:trace contextRef="#ctx0" brushRef="#br0" timeOffset="458">430 206 7702,'-4'0'272,"-1"2"142,0 1 0,2 1-115,-2-2 1,3 3 51,-2-1 0,0 2-328,-3 0 0,2 1 81,0 2 1,0-2-609,0 2 0,-2-2 127,-2-1 0,0 2-42,3-2 0,1 2 56,-1-3 1,3-2 362,-4 1 0,0-11 0,-3-1 0</inkml:trace>
  <inkml:trace contextRef="#ctx0" brushRef="#br0" timeOffset="582">263 258 7702,'-6'-7'182,"0"1"172,2-1 0,-2 3 530,2 0 814,1 2-881,0-1-72,3 3-704,9 3 0,-4 0-410,8 1 1,-2 4-649,2-1 0,0 1 643,0-2 374,0 0 0,11 6 0,3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50.2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199 148 7657,'13'-7'85,"-1"1"1,-1-1 0,-4 1 0,-1-1 375,-2 1 0,-2 1-262,0-1 1,-2 1-33,-2-4 1,-5 1-18,-3 0 0,-5-2-21,-2 0 0,-2 0 33,0 1 1,0 2-39,-1-1 1,0 3-54,1 0 0,-1 4 11,5-1 1,0 2-85,2 2 1,1 1 76,4 4 1,2 3-15,6 3 0,3 4-159,1 5 1,4 4-49,1 0 0,2 3-63,0-1 0,1 2 65,1-2 1,0 4-130,-1-2 1,-1 1-14,0-5 0,-3-2-128,3-5 0,-4-1-492,0-3 291,-4-6 0,-3-7 615,0-4 0,-17-41 0,-4-14 0</inkml:trace>
  <inkml:trace contextRef="#ctx0" brushRef="#br0" timeOffset="336">26 205 7462,'0'-6'-187,"0"-1"231,0 4 1,3-2 155,1 3 1,2 0-94,3 2 0,-1 2 158,2 0 0,4 3-248,3-1 0,2 2-79,0 0 0,1 1-197,1-1 0,0-2 153,2 1 0,-2-4-6,0 1 1,-1-1 64,-3-1 0,1 0-151,-3 0 0,0-1 129,-3-1 1,-2-1-10,-1-4 0,-4 1 508,-1-1-144,-2-2 0,0 2 66,-4-2 1,-2 3-120,-2 2 1,-2 1 67,0 3 0,-1 0-48,-2 0 0,-1 3-14,1 1 0,2 4-33,0 0 1,3 3-7,2-2 1,0 2-359,2 0 0,1 1-170,-1 1 1,4-1-331,2-2 1,4 2 125,1-4 0,3 1-326,1-3 0,0 0 858,2-2 0,1-1 0,15-14 0,6-4 0</inkml:trace>
  <inkml:trace contextRef="#ctx0" brushRef="#br0" timeOffset="704">603 212 7475,'0'-7'-523,"0"3"670,0 0 0,0 2 969,0-3-656,0 4 0,-1-4-139,-1 3 0,-1 0-112,-4 2 0,-1 2-48,-1 3 1,-2 0-1,3 2 1,-3 0-96,3 2 1,-3 1-222,2 2 0,2-1 84,2 0 0,0-1-120,3 3 1,0-2-493,2 0 0,1-4 214,1-1 1,2 0 48,5-4 0,-1 0 192,2-2 0,-1-1 49,1-1 0,-1-1 49,2-4 0,-3 1 206,0-1 1,-1-1 29,0-1 1,-1 0 241,0 1 1,-1 0-153,-1-3 1,-2 3 133,2 0 0,-1 1 10,1 0 1,-3 3 98,1 0 1,0 2 231,0 0-480,-1 1 1,4 4-283,-3 1 1,2 2 0,-2 1 1,1 1-282,-1 1 0,0 1 164,2-1 0,-2 2-141,2-3 0,-2 3-151,3-3 0,-3 1-234,2-3 1,-2 0 732,3-2 0,-1-1 0,8-9 0,2-1 0</inkml:trace>
  <inkml:trace contextRef="#ctx0" brushRef="#br0" timeOffset="934">731 71 7685,'-2'-10'0,"0"0"1175,-2 4-318,2 2-172,0 2-451,7 10 1,0 0 89,3 7 1,1 1-174,0 1 1,0 0-125,0 0 0,-2 0-70,1 2 0,-1 0-356,0 1 0,-3-1-564,0 0 0,-2-2 350,0 0 1,-1-2 128,-1 0 0,0-5-218,0-1 702,0-5 0,0-1 0,3-17 0,0-4 0</inkml:trace>
  <inkml:trace contextRef="#ctx0" brushRef="#br0" timeOffset="1351">744 199 7685,'-3'-7'164,"0"1"246,3 0 70,0-1 1,0 2-169,3 0 1,3 2-337,5 3 0,1 0 70,1 0 1,2 0-72,0 0 1,2 3 18,1-1 1,-1 3-176,0-1 0,-1 2 80,-3 0 1,0 0-145,0 1 1,-3-1-43,-2 1 0,-3 0 30,-1 1 0,0-1-29,0 2 1,0-2 148,-2 0 1,-1 0 117,1 1 0,-1-3-141,-1 2 244,2-5-127,2 4 1,2-6 119,1 2 1,-1-1-390,1-1 1,1-2 108,1 0 0,-1-3 203,-1 1 0,-1-2 178,0-1 0,0 1 200,-2 0 0,1-1-162,-2 1 1,-1-1 59,-2 1 0,0 0-11,0-1 1,0 3 686,0 0-835,3 2 1,-2-1 11,3 3 1,-2 0-278,3 0 124,-1 3 0,2 1-160,1 2 1,-1 1-80,1 2 0,-3-2-273,0 1 0,0 0 193,3-2 0,-1 0-119,-2 1 0,2-3 462,-2 0 0,7-8 0,3 0 0</inkml:trace>
  <inkml:trace contextRef="#ctx0" brushRef="#br0" timeOffset="1943">1219 186 7586,'0'-6'322,"1"2"261,1 2 0,-1 1-229,3 1 1,-1 3-45,1 1 1,0 3 169,2 1 0,2 0-118,0 3 0,-1 0-157,2 1 1,-2-1-94,-1 0 0,2-1-186,-1 3 1,0-3 153,-5-1-168,3-2-99,-4-1-289,1-2 44,-2-1 0,0-4-6,-2-1 1,0-2-138,-2-5 0,2 2 151,-3-2 1,2 2 28,-1-2 0,-1 2 216,3-2 0,-3 2 135,3 1 0,0-1-100,2 1 1,0 0 63,0-1-123,0 1 0,1-1 109,1 1 366,1 2 0,4-1-191,-1 3 1,1 0 245,-1 2 1,1 0-151,2 0 0,-2 1-97,1 1 0,2-1 113,-2 4 1,1-3 212,0 2 0,-2-2-234,2 2 1,0 0-235,0 0 0,-1 1-3,-2-3 0,2 1 91,0-1 0,-1-1-42,2 1 0,-2-1 72,-1-1 1,-1 0-5,-1 0 0,0 0-89,3 0 1,-3-1-106,0-1 1,0-1 26,0-4 1,0 3-189,-2 0 0,-2-1-231,3-1 10,-3-1 225,0 1 1,-3 2 195,-1 2 1,-2 2 175,0 0 1,0 0 138,-1 0 1,-1 2 417,-1 3 1,1 1-277,1 3 0,3-1 180,0 2 0,2-1-212,0 1 0,1-1-254,1 2 1,2-1-201,2 0 1,1 2-175,6-4 1,-1 1-612,3-3 0,2 0 426,0-2 0,2-1-528,-2-3 1019,3-3 0,10-17 0,5-8 0</inkml:trace>
  <inkml:trace contextRef="#ctx0" brushRef="#br0" timeOffset="2245">1764 160 7691,'0'-4'0,"0"0"239,-3 2 0,2 0 408,-4 2 1,1-3-147,-2 1 1,-3 0-18,-2 2 1,-1 1 37,-1 1 0,0-1-365,0 4 1,3-2-274,2 2 1,3 2 159,3 0 1,2 1-28,0 1 0,2 0 13,3 2 1,3 1-156,3-1 1,1 0-62,1 0 0,0 1 116,0-1 1,-3-1 78,1 0 0,-3 0 46,0 1 1,-1-2 176,-3-2 0,-1-1-192,-3 0 0,-2 1-189,-2-1 0,-1-2-51,-6-2 1,0-1-289,-4-1 0,1 0 488,-3 0 0,-15-12 0,-5-2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47.6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14 200 7742,'-5'0'222,"1"0"495,3 0-557,-2 3 1,3 0 12,0 4 0,3 1-398,1 1 1,2 1 36,0-1 0,1 2-90,-1 0 0,0 1-45,-2 1 0,1-1-758,-3-1 1081,0 1 0,-5-8 0,0 2 0</inkml:trace>
  <inkml:trace contextRef="#ctx0" brushRef="#br0" timeOffset="311">14 206 7742,'-4'-13'103,"2"0"1,1 3 669,1 2-821,0-2 1,3 4 47,1-1 1,4 4 127,1 3 1,4 0-12,0 0 1,4 0-2,-2 0 1,2 2-38,0 3 1,3 3-122,0 0 0,0 1-41,-5-3 1,-3 3-254,-4-1 0,-1 1-241,-3-3 0,-2 1 276,-4-1 0,-4 0 147,-5-2 1,-3 2 183,-1-2 1,-2-1 203,2-1 1,-3-1-139,3-1 0,-2 0 122,2 0 0,3 0-44,1 2 0,5-1 570,0 1-749,4 2 0,2-1 111,4 4 1,7-3-455,4 0 0,6 1 176,2 1 0,2 0-511,1 1 1,0-1 682,-1-2 0,24-1 0,5-3 0</inkml:trace>
  <inkml:trace contextRef="#ctx0" brushRef="#br0" timeOffset="584">450 232 7621,'-7'0'-12,"1"0"0,0 0 168,-1 3 1,3-2-14,0 3 0,-1-2-162,-1 3 1,0-1 149,-1 2 1,3 1-98,0-1 0,2 3-87,0-1 0,1 2 68,1-2 1,2-1-36,2 2 0,1-2 65,6-1 1,-1-2 23,3-2 0,0-1 96,0-1 1,-3-3 199,-2-1 1,0-3-210,-2-1 1,0 0-38,-2-3 0,-1 1-585,-3 0 0,0-2-104,0 4 0,-2-2 570,0 2 0,-15 3 0,-1 0 0</inkml:trace>
  <inkml:trace contextRef="#ctx0" brushRef="#br0" timeOffset="1121">572 238 7742,'-4'-3'875,"1"3"-367,0-3-124,3 3 1,-2 2-352,4 0 0,-1 4-16,3 0 1,-1 1-24,1 1 1,0 1-54,3 0 0,-3-1-245,0-1 0,0 1 68,3 1 1,-1 0-133,1-3 1,-1-2 136,0 1 0,3-4 7,0 1 1,-1-1 165,-1-1 0,0 0 6,1 0 1,-1-3-18,2-1 0,-2-2 46,-1 0 1,0-2 159,-2 0 1,1 1 35,-2-2 0,-1 2 113,-2 1 1,0-1 86,0 1 70,0 2-681,0-1-49,0 4 90,-3-2 1,2 4 130,-1 1 1,1-1-89,1 4 1,0-1 47,0 2 0,0-1-401,0-1 420,3 0 0,1 2 166,2 1 1,1-4 179,-1 0 1,2-3 73,1 0 0,2 0 223,0 0 1,-1-3-250,1-1 0,-3-2 83,3-3 0,-3 1-106,0-2 1,-3-1-69,-3-2 0,-1 0-395,-1 1 0,-1 2-1152,-1 1 1331,-2 2 0,-8 9 0,-2 2 0</inkml:trace>
  <inkml:trace contextRef="#ctx0" brushRef="#br0" timeOffset="1434">1348 232 7742,'3'-5'194,"0"1"353,-3 3-115,0-2 0,-3 3-224,-1 0 1,-4 0-300,0 0 1,-3 3 99,3 1 1,-3 2-115,2 0 0,-1 1 65,1-1 0,0 3-93,3-1 1,0 1 97,2-3 1,1 0-97,3 1 1,1-1 4,1-2 0,4 1 27,5-3 0,1 0 14,1-2 1,0-3-153,0-1 0,-1 0-232,-1-3 0,-1 4 38,-2-6 431,-4 4 0,8-22 0,-5-1 0</inkml:trace>
  <inkml:trace contextRef="#ctx0" brushRef="#br0" timeOffset="1768">1560 123 7742,'12'-10'0,"-1"0"240,0 4 1,-3 0 372,0-1 1,-1 1-225,0-1 0,-4 1-12,-1 0 1,-2-1-217,-2 1 0,-4-3 19,-5 1 0,-3-1 13,-1 3 0,-5 1-35,1 1 1,-2 3-123,2-1 0,0 1 71,2 1 0,1 1-187,4 1 1,2 2 91,1 5 0,5 1-82,2 5 1,4 2-152,2 5 1,5 0-18,4 4 1,1 0-41,3-1 0,-2 3-133,2 0 0,-3-1-317,1-3 1,-2-2 452,-2-3 1,0-1 218,-2 0 1,-1-8-177,-1-3 1,-3-5-7,0 0 0,-2-2-562,0-2 800,-2-2 0,3-25 0,1-6 0</inkml:trace>
  <inkml:trace contextRef="#ctx0" brushRef="#br0" timeOffset="1917">1463 270 7742,'-6'0'757,"2"0"1122,-1-3-1345,4 3 1,1-5-9,4 3 1,8-1-344,3 3 1,3 0-241,3 0 1,2 3-2431,0-1 2487,2 0 0,4-5 0,3-1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2:55.1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14 250 7695,'-1'-4'280,"-1"0"-55,1 2 0,-2-1 12,3 1 1,0 1 11,-3-1 0,3 0 386,-2 0-135,1 2 166,1-3-431,0 8 1,2 0 12,0 3 0,3 2-192,-1 1 0,2 1-93,1 1 1,-1 2-183,0 0 1,1 3-159,-1-1 1,1 1-431,-1 2 0,-2-3 222,1 0 1,-2-3-345,1 1 0,0-2 929,-2-3 0,-1-3 0,2-13 0,-3-4 0</inkml:trace>
  <inkml:trace contextRef="#ctx0" brushRef="#br0" timeOffset="402">136 340 7695,'0'-3'652,"0"-3"0,0 5-305,2-1-190,-1 1 1,3 4 23,-2 2 1,-1 2-145,4 2 1,-1 2-50,2-3 1,-1 4-145,-1-2 0,0 2 14,2 1 0,-1-3-159,-1-1 0,0 0 139,0 0 0,-1-3 0,-3-2 1,0-2 109,0 3 195,0-4-185,0 2-27,0-9 1,-1 3 14,-1-5 1,1 2 6,-1-2 0,1 0-10,1-1 1,-2 0 90,0-2 0,0-1 111,2 1 1,0 1-76,0 0 0,3 0 178,1-1 1,0 2-95,0 2 1,0 1 126,3 0 1,-1 2-64,0 2 1,1 1-166,-1 1 0,1 1-102,2 1 0,-1 2-64,2 5 0,-1-1-272,2 2 0,-4-1-17,2 2 0,0-3-234,0 3 1,-1-3 128,-1 0 0,-3 2 507,0-2 0,-2 1 0,1-6 0,-3 0 0</inkml:trace>
  <inkml:trace contextRef="#ctx0" brushRef="#br0" timeOffset="642">399 347 7695,'-1'-6'0,"-1"2"467,1-2 757,-2 5-427,3-2 0,2 8-696,0 2 0,3 1 35,-3 1 1,3-1-152,-1 2 1,0 1 66,0 2 1,0 0-99,3 0 1,-3 2-136,0 0 0,0 2-125,0-2 0,1 2 27,-3-2 1,1 2-184,-1-2 0,-1-1-108,1-3 1,-1-2-489,-1-3 641,0-2 1,0-3 416,0-5 0,0-1 0,0-6 0,-6-16 0,-1-8 0</inkml:trace>
  <inkml:trace contextRef="#ctx0" brushRef="#br0" timeOffset="842">386 334 7695,'0'-10'95,"0"1"1,3 2 146,1 1 1,2 1 39,0 1 0,1 3-86,2-1 0,-2 1 164,4 1 1,0 3-107,2 1 0,0 2-80,-1 3 0,0-1-62,-1 3 1,-2-3-102,-2 3 1,-1-1 1,-2 0 1,-1 2-184,-3-4 0,-3 3-65,-1-2 0,-3-1 109,-1-1 0,-2-1-956,-3 0 1,0-1 1081,0-1 0,-14-8 0,-4-1 0</inkml:trace>
  <inkml:trace contextRef="#ctx0" brushRef="#br0" timeOffset="1567">642 347 8413,'-3'0'815,"0"0"-606,3 2 0,0 0-13,0 2 0,2 0-76,0 3 1,3 0-143,-1 2 0,3-2-57,1 1 0,0 2-231,0 1 0,1-2 21,0 0 1,-1-2-229,-1-1 1,-1 1 22,1-1 294,-1-2 0,-2-1 25,1-3 0,-4-1-34,1-1 1,0-3 66,0-3 1,-2 1 149,3-2 1,-2-1 7,1-1 0,-1 2 35,1-2 1,1 3 199,-1-1 0,0 2-52,-2 1 0,2-1 108,0 1 0,1 2 171,-3 0-88,0 2-181,0-1-159,0 9 1,0-2-124,0 5 1,2-1 15,0 0 0,2-1-143,-2 2 1,3 0 16,0 0 0,0 1-85,2-1 0,-3-1 65,0-1 1,0-1 114,3-2 0,-1 1 39,1-3 1,-3 2-2,0-2 0,1 0 88,1-4 1,0 0-67,-2-2 1,2-1 97,-2-4 1,-1 2-56,2-4 1,-2 0-21,2-2 1,0 1 246,-3-1 0,2-1-32,-2-1 0,0 1-39,-2-3 0,2 0-31,1 0 1,-1-1 198,-2 1 0,0 1 6,0 1 1,-2 2-19,-1 3 0,-1 0 440,2 4-334,-3 2-323,4 1 0,-2 6 125,3 2 1,0 3-13,0 3 0,0 1-72,0 1 0,1 2-121,1 3 0,2-1-321,2 0 0,-1 2-17,-1-2 1,1 0-186,3 0 1,-1 0 142,2 2 0,-2-3-207,0-1 0,0-3 147,1-2 1,-1-2-81,2 1 0,-4-5 108,-1-2 1,3-4 381,1-2 0,12-30 0,1-8 0</inkml:trace>
  <inkml:trace contextRef="#ctx0" brushRef="#br0" timeOffset="1717">892 276 7695,'-6'-6'1674,"2"-1"1,4 2-1827,5 0 0,4 2 133,4 3 0,3-2-62,3 0 0,-2 0 81,0 2 0,17 0 0,7 0 0</inkml:trace>
  <inkml:trace contextRef="#ctx0" brushRef="#br0" timeOffset="2059">1341 154 7947,'-2'-6'1986,"1"2"-1420,-2-1 1,3 5-70,0 0 1,1 2-102,1 5 1,1 2 29,4 2 1,-1 1-225,1 1 1,1 2-108,1 0 1,1 2-300,-1 1 1,2 0-531,-3 1 0,1-2-556,-3 1 0,-1-4 493,-1 1 0,-3-5-526,1-1 775,-1-5 548,-1-1 0,6-26 0,1-5 0</inkml:trace>
  <inkml:trace contextRef="#ctx0" brushRef="#br0" timeOffset="2259">1438 141 7695,'-2'-6'560,"-1"0"874,1-1-547,2 4-167,0 0-388,0 8 0,3 3-127,1 4 1,2 2-1,0 1 1,3-1-133,0 3 0,0 0-142,-1 0 1,2 1-267,3-1 1,0 0-554,0 0 0,-1-3-1578,-1 1 2466,1-4 0,-11-10 0,1-6 0</inkml:trace>
  <inkml:trace contextRef="#ctx0" brushRef="#br0" timeOffset="2501">1303 193 7695,'0'-7'1715,"0"1"-1164,0-1 1,4 4-153,2 1 1,3 1-73,4 1 1,3 0 34,1 0 1,4 0-125,3 0 0,1 2-9,3 0 0,-1 1-233,0-1 1,-3-1-251,-3 1 1,-2-1-756,-1-1 1,-3 0-1092,-5 0-463,-3 0 2563,-5 0 0,-24 6 0,-7 1 0</inkml:trace>
  <inkml:trace contextRef="#ctx0" brushRef="#br0" timeOffset="2659">1329 276 9125,'7'0'1033,"1"0"1,3 0-984,4 0 1,3 1-466,5 1 0,2-1-228,7 1 0,-2-1 643,2-1 0,20-6 0,2-1 0</inkml:trace>
  <inkml:trace contextRef="#ctx0" brushRef="#br0" timeOffset="3011">1855 167 7695,'-3'-4'2261,"-1"-1"-1865,1 4 1,0 1-266,3 4 0,0 3-21,3 1 1,1 2-46,4 3 1,2 0 13,0 0 0,2 0-191,-1-1 1,-2 3 92,0 0 0,-3 0-191,-1-2 1,-2-3 39,-3-1 0,-5-2-30,-2-1 1,-4 0-338,-2-2 0,0-1 537,-2-3 0,-30-28 0,-7-8 0</inkml:trace>
  <inkml:trace contextRef="#ctx0" brushRef="#br0" timeOffset="3151">1810 32 7695,'0'-6'0,"0"0"0,0 1 490,0 1 1,0 2 684,0-2 0,0 2-3826,3 0 2651,-3 1 0,0 10 0,-3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04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71 128 7961,'-7'3'1240,"1"-2"-987,-1 4 1,1 0-256,0 3 0,-1 2 138,1 3 1,-1 3 66,1 1 0,0 3-355,2 2 1,1 1 46,3-1 1,1-1-59,4-2 0,2 0-136,6-2 1,0-3-412,-1-4 0,3-4 710,0 0 0,15-15 0,0-2 0</inkml:trace>
  <inkml:trace contextRef="#ctx0" brushRef="#br0" timeOffset="181">257 237 8283,'0'-4'1007,"0"0"0,0 2-888,2 0 0,0 1 352,2 1-158,0 3 0,3 3-221,-1 2 0,1 2-199,-1-2 0,0 2-627,-2 3 1,1-2 8,-3-1 1,2-2 724,-1 1 0,-1-2 0,-2-1 0</inkml:trace>
  <inkml:trace contextRef="#ctx0" brushRef="#br0" timeOffset="323">308 102 7768,'-4'-6'38,"-1"-3"1,4 2-1143,-1-2 490,1 5 614,1 1 0,3 3 0,15 17 0,6 4 0</inkml:trace>
  <inkml:trace contextRef="#ctx0" brushRef="#br0" timeOffset="666">417 288 7768,'0'9'-71,"0"0"1,2-1 394,0-1 1,0 1 519,-2 1 1,0-1 680,0-1-1109,0-1 1,0 0 75,-2-2-309,1-1-378,-2-3-42,3-3 0,0-1 48,0-5 0,2 2-247,0-2 1,3 0 17,-3 1 0,2-2 160,-2 2 1,2 0-50,-2-3 1,3 3 144,0 0 0,0-1 118,-1 0 1,2 3-8,-2 1 0,2 2 198,0-1 0,1 1-74,-1 3 0,0 0 33,1 0 0,-1 3-173,1 1 0,-1 2-127,0 0 1,3 1 155,0 2 0,-3-2-198,-2 1 1,0 2-359,0-2 0,0 1 202,-2 0 1,-1-4 391,3 1 0,-2-4 0,15-16 0,1-7 0</inkml:trace>
  <inkml:trace contextRef="#ctx0" brushRef="#br0" timeOffset="873">635 244 7768,'0'-7'199,"0"1"298,0-1 1,2 3-210,0 0 0,1 2-50,-1 0 1,0 1 85,2 1 1,-3 1-125,2 1 1,-1 3 0,1 3 0,1 0-67,-2 3 1,1 0-92,-1 4 1,-1-1 82,4 3 0,-4 0-121,1 0 0,-1 1-63,-1 0 1,0 1-296,0 2 0,0-4-291,0 0 0,0-2 90,0-3 0,0-2-902,0-1 1036,0-5 1,0-2 71,0-4 1,0-2 347,0-5 0,0-1 0,0-2 0,0-18 0,0-5 0</inkml:trace>
  <inkml:trace contextRef="#ctx0" brushRef="#br0" timeOffset="1065">680 231 7562,'0'-10'-517,"0"-2"747,0 1 0,0 2 492,0 0 0,0 2-259,0 1 0,4 0-75,2 2 0,1 0-185,4 2 0,0 1 30,4-1 0,-1 1-26,3 1 0,-2 1-274,3 1 0,-6 2-330,0 5 1,-3-1 264,0 3 1,-5-3-163,-2 3 1,-2-1 151,-2 3 0,-4-1-75,-2-1 1,-4 1-384,2-1 1,-3-2-32,1 0 631,-1 1 0,-3-12 0,0 1 0</inkml:trace>
  <inkml:trace contextRef="#ctx0" brushRef="#br0" timeOffset="1699">917 205 7954,'4'0'1164,"-1"1"-554,0 1 1,-3 1-336,2 4 1,-1-1-119,-1 1 0,0 0-38,0 1 1,0 2-165,0 0 1,1 2-8,1-4 0,-1 3-113,1-2-49,-1 2 0,-1-4 43,2 2 0,0-4-148,2-1 1,-2-3-4,2 1 1,1-3-116,1-1 0,1-5 126,-1 0 0,0-1-4,1-1 1,-1-1 170,1-3 1,-1 1 112,0-1 0,1 0 43,-1 0 0,1 3-65,-1 2 0,-2-2 402,1 2 0,-3 1 200,2 3-229,-2 3 0,1-1-80,-1 4 1,-1 1-87,1 4 1,-1 0-86,-1 1 1,0 0-103,0 3 0,2-3 59,0 3 0,0-2-27,-2 1 0,1-2-54,1 1 0,-1-2 130,4-1 0,-1 0 5,2-2 0,-1 1-77,-1-3 1,1 1 9,4-3 0,-2-1-65,1-1 1,0-3-157,1-3 1,-2 0 173,1-3 1,-1 1-58,0-3 1,-1 0-189,1 0 1,-3 0 182,0-2 0,-2-1 30,0-1 0,1-4-83,-1 2 1,0-2 1,-2-1 0,0 3 157,0 0 1,-1 1 189,-1 5 1,1 2 20,-4 4 1,3 4 250,-2 1 1,3 4-102,-2 2 1,3 4-14,0 3 0,0 2 20,0 2 1,3 1-136,1 4 1,-1-3-85,2 0 1,-1 0-30,2 2 1,-1 0-374,-1-2 0,0 1-125,3-1 1,-3-1-42,0-1 1,0 0-388,3-2 0,-3 0 339,0-4 1,1-3-691,1-4 1147,3-1 0,1-19 0,3-3 0</inkml:trace>
  <inkml:trace contextRef="#ctx0" brushRef="#br0" timeOffset="1849">1212 134 7768,'-10'-2'400,"2"0"0,3-2 601,1 2 0,3 0-811,1 2 1,6-2-438,4-1 1,5 1-22,2 2 0,4 0-781,0 0 1049,1 0 0,6 3 0,1 1 0</inkml:trace>
  <inkml:trace contextRef="#ctx0" brushRef="#br0" timeOffset="2116">1462 109 7768,'-6'3'168,"2"-3"305,0 3-152,-1-3 1,-1 2 157,-1 1 1,1-1-165,0 1 0,1-2-40,1 3 0,3-2-505,-2 3 143,3-1 0,0 2-43,3 1 0,0-1 135,4 1 0,-1-3 17,0 0 0,1 0 145,-1 3 1,1-1 185,-1-2 0,0 1-172,-2 0-43,-1 0 1,-3 2-609,0-1 0,0-1-333,0-1 1,-3-1 802,-1 2 0,-13-5 0,-4-4 0</inkml:trace>
  <inkml:trace contextRef="#ctx0" brushRef="#br0" timeOffset="2433">1552 19 7768,'-4'-6'2432,"0"2"-1767,2 1 1,3 4-131,5 1 1,4 2 47,3 5 0,2 1-46,2 3 0,2 2 153,0 0 1,1 3-379,1 1 0,-3 1-296,-1 1 1,-7 1-5,-3-1 0,-4 1-256,-6-3 1,-2-2-676,-5-3 1,-2 0 156,-5-1 0,1-2-304,-1-1 1,1-3 1065,3 0 0,3-7 0,1-3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13.8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 33 7709,'-4'-10'269,"1"4"337,1 0 127,1-1 633,-5 6-1146,6-1 1,-3 4-140,6 3 0,-2 0-199,3 2 1,1 1 41,1 1 0,0 2-216,1-3 0,-1 3 114,1-3 0,-1 2-80,0-2 0,0-1 15,-2 2 1,2-3-24,-2-1 1,0-3-21,0-2 184,1 0 1,0 0 126,0-2 1,0-2-38,-3-2 0,2-3 210,-2 1 0,1-2-78,-1 2 1,-1 1 12,1-2 0,1 2 64,-1 1 16,3-1-218,-2 1 1,4 2 119,-1 2 1,0 2-10,-2 2 0,2 2 0,-2 2 0,2 3 93,0 2 1,1 3-230,-1 1 1,1 5-131,2-1 0,-2 5-157,2 0 0,-3 0 185,-2 2 1,-1 0-563,-3-1 0,-3 0 365,-4-1 0,-3-3 250,-5-4 1,1-4 222,-3-4 1,0-3 586,-3-2 0,2-1-330,1-6 1,-2-1 308,2-4 1,1 0-170,2-3 0,4 0-92,3-1 0,4-1-314,3 0 1,3 2-186,4 1 1,3 1-195,4-2 0,4 3-154,3-3 1,0 5-492,2 0 1,1 1 137,1-1 1,0 1 750,0 1 0,8 3 0,6-2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12.7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77 7661,'4'-6'1062,"-1"2"-929,-3 0 1,0 2-353,3 0 1,-2 1-1001,3 1 688,1 0 531,1 0 0,9 3 0,2 1 0</inkml:trace>
  <inkml:trace contextRef="#ctx0" brushRef="#br0" timeOffset="167">270 45 7684,'3'-3'39,"-3"-1"160,2 2-359,2 1 1,-3-2 159,1 1 0,10 1 0,2-2 0</inkml:trace>
  <inkml:trace contextRef="#ctx0" brushRef="#br0" timeOffset="325">443 26 7709,'6'0'410,"-1"-1"631,-1-1-1290,0 2-596,3-3 0,-1 3 845,0 0 0,15-3 0,3-1 0</inkml:trace>
  <inkml:trace contextRef="#ctx0" brushRef="#br0" timeOffset="442">629 7 7709,'4'-1'705,"0"-1"0,-1 1-357,1-1 0,-2 2-288,2 0 1,-2 0-961,3 0 900,-4 0 0,-1 5 0,-3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0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64 411 7649,'-3'-2'-46,"0"0"436,3-2 660,-3 2-393,2 0-142,-2 2-314,3 2 0,0 2-70,0 2 0,0 3-113,0 0 1,0 1 31,0-1 0,1 1-211,1-1 0,1 0 85,1-3 1,2 2-226,-2-2 0,1 2 95,0-4 1,0-1-3,-1-1 0,2-1-76,1-1 1,-1-1 58,0-1 1,2-1-80,-1-4 0,2-2 194,-5-2 0,3-1 150,-2-1 0,0 1-69,-1 2 1,2-3 127,-2 3 1,-1 0 10,2 2 1,-3 3-109,2 1 72,-2 2 0,3 0 21,-3 4 0,0 4 175,-2 2 1,1 5-146,1-1 0,-2 2 35,3 3 1,-2 0-148,1 2 1,-1 1-2,1 2 0,-1-2-284,-1 1 0,0 1 123,0 0 0,-4 1-17,-2-2 1,-4 0 127,-2-4 1,-2-1-37,-1-3 0,-1-1 141,-4-1 0,1-5 193,0-4 0,2-1 10,0-1 1,5-1 218,-1-1 0,6-4-158,1-2 0,4-4-116,0 2 0,7-3-165,3 1 1,6 1-122,4 0 1,1 3-390,2-3 1,2 3 78,3 0 1,-3 1-394,1 0 1,-3 1 773,3 2 0,-4 4 0,2 4 0</inkml:trace>
  <inkml:trace contextRef="#ctx0" brushRef="#br0" timeOffset="356">13 187 7696,'0'-4'238,"0"-1"1,-1 4 1056,-1-1-765,1-2-516,1 4 0,7-4 26,3 2 1,2 1-105,1-1 1,3 1-239,1 1 0,4 0-95,0 0 1,1 0-451,-3 0 1,-3 0 466,-1 0 380,-4 0 0,-8-5 0,-3-3 0</inkml:trace>
  <inkml:trace contextRef="#ctx0" brushRef="#br0" timeOffset="572">186 84 7030,'4'0'1309,"-1"0"-559,-1 0-507,2 0 1,2 2 70,1 1 1,-1 2-133,0-1 1,0 2 11,-2 0 1,1 3-283,-2-1 1,-1 1-242,-2 0 0,0-2-308,0 2 0,-2-2 637,-1 2 0,-4-2 0,-1 2 0</inkml:trace>
  <inkml:trace contextRef="#ctx0" brushRef="#br0" timeOffset="907">513 91 7696,'-3'-4'206,"-1"2"0,0 1 368,0 1 0,0 0 45,-3 0 0,1 5-212,0 2 1,-1 3-130,1-2 1,2 6-183,2-1 1,1 2-151,1 0 0,1-1-142,1 3 1,3-1-459,3 1 0,0 1 34,3-3 0,-1-3-1640,3-3 2260,0-2 0,5-12 0,2-3 0</inkml:trace>
  <inkml:trace contextRef="#ctx0" brushRef="#br0" timeOffset="1131">667 136 7715,'0'-4'481,"3"1"-300,-2 3 1,2 1 58,-1 1 1,0 2-1,2 2 1,-2 3-76,2-1 0,1 3-15,1-3 1,-2 4-120,1-2 0,-2 3 111,2-1 0,-3 1-132,-2 0 1,0-1-68,0-1 1,0-2-291,-2-2 1,-2-1-139,-2 0 0,-3-2 485,0-2 0,-11-18 0,0-6 0</inkml:trace>
  <inkml:trace contextRef="#ctx0" brushRef="#br0" timeOffset="1272">635 20 7715,'-4'-6'713,"-1"-1"1,5 4-216,0 1-498,0 1 0,17 7 0,1 1 0</inkml:trace>
  <inkml:trace contextRef="#ctx0" brushRef="#br0" timeOffset="1556">821 52 7715,'4'1'192,"1"1"1,-1 0 327,2 2 0,1 0-72,2 2 0,2 4 48,4 0 0,-1 3-38,3 2 1,-3 1-289,1 1 1,-2 3-363,-2-3 0,-5 2-183,-4-4 0,-6 0-454,-2-2 1,-4-3 828,1-1 0,-5-11 0,0-2 0</inkml:trace>
  <inkml:trace contextRef="#ctx0" brushRef="#br0" timeOffset="2214">1276 399 8065,'4'-5'745,"-2"1"1,2 3-712,0-1 0,2 1 187,3 1 0,1 0-83,3 0 0,2 0-395,2 0 0,2 0-207,0 0 1,-2 0-1334,0 0 1797,-5 0 0,0 3 0,-6 0 0</inkml:trace>
  <inkml:trace contextRef="#ctx0" brushRef="#br0" timeOffset="2365">1302 469 9221,'6'0'-259,"7"0"-209,2 0 0,5-1 468,4-1 0,32-4 0,9-4 0</inkml:trace>
  <inkml:trace contextRef="#ctx0" brushRef="#br0" timeOffset="2759">1943 181 7699,'-6'-1'464,"0"-1"1,-1-1 205,-2-1 0,1 1-217,-3 3 0,1 0-54,-3 0 1,1 0-280,1 0 1,2 0-116,2 3 1,1-2 78,0 3-228,2 1 1,1 1-51,3 0 1,0 1 22,0 2 1,0-1-27,0 3 0,1-1 51,1 3 0,-1 3-79,1 1 0,-1 2 25,-1 2 0,-1 0-169,-1 3 1,-2-2 164,-2 2 1,-1-2 82,1-3 0,2-3 680,2-3 0,2-3-346,0-4 1,0 1-28,0-1 1,2-2-183,3-2 1,4-2-244,4 0 1,2 0-219,2 0 0,1-2 457,-1-3 0,36-15 0,9-4 0</inkml:trace>
  <inkml:trace contextRef="#ctx0" brushRef="#br0" timeOffset="3268">2194 168 7699,'-4'-7'1110,"-2"4"-221,3 0-305,-4 3 0,4 3-316,1 1 1,1 4-138,1 0 0,1 3 5,1-2 1,1 2-83,4 0 1,0-1-111,1 0 0,0 1-327,3 2 0,-3-3-354,0-2 1,2 0 369,-2-2 0,0-2 2,-4 1 1,2-4 36,-2 1 1,0-2-20,0-2 1,0-2 375,0-5 0,0 1 277,-2-2 0,-1 1-209,3-2 0,-2 3 115,0-3 0,1 3 201,-1 0 0,0 1-144,-2 0 1,2 3 195,0 0-330,3 2 1,-1-1-25,2 3 1,1 4-34,-1 2 1,0 4-113,-2 2 1,2 3 65,-2 0 0,-1 4-110,-1 0 1,1 1-176,-1 4 0,0-2 93,-5 2 1,1 0 5,-4-2 1,-2 1 159,-5-2 0,-2 0 125,0-4 0,-3-1 88,1-3 1,-1-3 408,1-2 1,0-3-263,2-3 0,0-2 146,5-2 1,1-4-240,5-3 0,-1-2-111,3 0 1,0-1-791,4-1 0,5 3 462,4-1 1,1 0-1214,3-2 1,2 3 94,2-1 1284,0 3 0,15-1 0,3 2 0</inkml:trace>
  <inkml:trace contextRef="#ctx0" brushRef="#br0" timeOffset="3415">2501 392 7699,'0'4'377,"0"1"0,0-1 568,0 2 1,0 2-392,0 0 1,0 0-180,0 3 1,1-1-147,1 3 1,-1 0-591,1 0 0,-1-1-807,-1-1 1,2 0 1167,0-2 0,6-4 0,-1-2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17.2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32 354 7671,'0'-4'642,"3"1"-428,-2 3 0,1 1 502,-2 1-594,0 2 1,0 3-106,-2 1 1,0-1-262,-2 2 1,2 0-22,-2 0 1,1 0-211,-1-1 1,1 0 236,-2 0 1,2-1-477,1 0 714,1-1 0,-2-11 0,3-3 0</inkml:trace>
  <inkml:trace contextRef="#ctx0" brushRef="#br0" timeOffset="341">58 347 7657,'3'3'46,"2"-2"-118,-3 4 1,3-3 24,0 2 0,0-2-136,2 2 1,-1-2 83,1 0 1,-3-1-166,0 2 0,0-3 152,3 2 1,-1-1 25,1-1 0,-1-2 109,1 0 0,-3-2 109,0 1 140,0-2 1,2 2-33,-2-3 1,1 1 133,-3 1 0,3 2 208,-3-2-227,3 2 0,-4-1-121,4 3 0,-3 0-24,2 0 1,-2 0-227,2 0 0,-1 3-52,1 1 0,0 2-55,3 1 1,-1 1-32,0 1 0,3 2-305,-1 0 1,1-1 26,-3 0 0,3-1 432,0 2 0,8-1 0,0 3 0</inkml:trace>
  <inkml:trace contextRef="#ctx0" brushRef="#br0" timeOffset="1132">378 14 7709,'-6'-3'306,"2"-1"-128,2 1 1,2 0 138,2 3 1,2 0-188,2 0 1,2 0-119,0 0 0,2 0-29,3 0 1,0 0 117,0 0 1,-1 2 52,1 0 0,0 3 33,0-1 0,-2 2 137,-1 0 0,-2 4-123,1 0 1,0 5-47,-1 0 1,-1 5-42,-3 2 0,-2 2-70,3 1 1,-4 3-444,1 0 0,1-1 80,-1-3 1,1-2-121,-1-3 0,-1-1 348,1-3 1,-1-1 57,-1-5 0,0-1 30,0-1 0,-1-2 294,-1 0 1,-2-3-130,-2-2 0,-3 0 50,-2 0 1,0 0-395,-2 0 0,2 0-333,-4 0 0,1 0-1231,2 0 1746,2 0 0,3-2 0,4-2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22.6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82 334 7881,'-4'3'224,"1"2"1,1 2 0,0 2 622,0 1 0,0 2-688,-1 3 0,1 1-167,2 3 0,0 0-43,-3 1 0,2-2-303,-3-1 0,0-1 199,0-3 1,-2-1-32,2-1 0,0-2-343,0-3-183,0-2 0,-3-2 283,1-4 1,2-4 428,-1-2 0,4-4 0,1-26 0,4-11 0</inkml:trace>
  <inkml:trace contextRef="#ctx0" brushRef="#br0" timeOffset="232">24 372 7109,'6'-17'0,"1"1"0,1 0 0,1 3-69,1 1 1,2 3 352,3 3 0,-1-1 10,3 1 0,2 0-209,3 2 1,-1 1-119,-2 3 1,1 0 80,-1 0 0,-1 0-165,0 0 1,-4 1-96,-3 1 230,-4 1 0,-6 4 4,-5-1 1,-4 1 72,-7-1 0,-1 3 147,-4-1 1,-2 4-138,-1-2 0,1 0 81,0 1 0,3-3-113,2 3 1,-1-1-19,3 1 1,3 0-126,3-2 1,5 2 135,2-3 0,8 3-513,4-3 0,8 1-39,6-3 0,1-1-761,0-1 1247,4-3 0,31-6 0,12-6 0</inkml:trace>
  <inkml:trace contextRef="#ctx0" brushRef="#br0" timeOffset="474">543 353 7881,'-6'0'-73,"0"0"0,-1 0 69,1 0 1,-1 3 86,-2 1 0,1 3-2,-3 1 0,1 0-14,-3 3 1,1 0 28,1 1 1,2 3 4,2 0 0,4-1-56,1-1 0,1-5-128,1 3 0,4-3-40,2-2 0,3-2 114,1-2 1,2-2 50,-1-2 0,0-3-75,0-3 0,1-2-17,-1-3 1,-1 2-142,1 1 1,-4 0-272,2-1 1,-2-1 77,0 1 384,-1 2 0,3-3 0,1 2 0</inkml:trace>
  <inkml:trace contextRef="#ctx0" brushRef="#br0" timeOffset="909">672 353 8696,'-3'4'553,"2"1"0,-4-1-292,3 2 1,-2 2-1,2 0 1,-3 0-101,3 3 1,-1-1 26,1 0 1,1 2-71,-1-1 0,2-1-148,0 1 0,0-3-372,2 0 0,0-1-19,2 0 0,0-3-177,3 0 1,0-2 143,1 0 1,0-2-206,3-2 1,0 0 365,2-2 0,-1 0 293,1-3 0,-1-1 0,-1-1 0,0 0 0,-2 0 0,2 2 0,-3-1 0,1-2-70,-3 2 0,0 2 70,-2 1 4,-1 1 0,-3 0 209,0-1-161,0 4 0,-2 1 14,0 4 1,-3 2-50,3 0 1,-3 1-158,1 2 1,1-2 211,1 2 1,-1-1-14,1 0 1,0-1 143,2 2 0,2-2 303,0-1 0,6-2 285,1-2 0,1-1-127,2-1 1,0-2 63,6-2 1,-1-3-363,2-6 1,0 0-163,0-2 0,0-1-96,-2-1 1,0-1-228,-4 3 0,-2 0-985,-4 2 0,-4 3 263,0 2 841,-3 1 0,-23 0 0,-5 1 0</inkml:trace>
  <inkml:trace contextRef="#ctx0" brushRef="#br0" timeOffset="2003">1512 328 7811,'8'-7'47,"1"1"69,-1-1 1,-1 1 164,-1-1 0,-1 2 441,-1 1 1,-3 0-295,-1 2 1,-3 1-101,-4-1 1,-2 1-226,-2 1 1,-1 0-30,-3 0 0,-2 3-138,-2 1 1,0 2 120,2 0 1,0 1-70,2-1 1,0 3-62,2-1 1,3 4-297,1-1 1,5-2-20,2 2 0,1 0-212,1 2 1,2-1 116,2-1 0,4-2 182,7-3 1,1-2 212,3 1 1,0-4-60,1 1 1,-2-4 139,-1-2 1,-1-3-88,-3-1 1,-1 0 111,-1-3 1,-2 1-16,-3-3 1,-1 2 107,-1 0 0,-3 4-3,1-2 0,-1 2-111,-1 1 0,0 1-3,0 1 56,0 3 0,3-2 2,1 3 0,2 0-30,0 0 0,1 2 7,-1 0 0,4 0 45,0-2 1,0 0 15,1 0 1,0 0 106,4 0 0,0-3-20,2-1 1,-1-2 70,1 0 0,2-3-111,-2 1 0,1-4 100,-1 2 0,1-3-172,-1-2 1,-1 1-127,-1-3 1,-2 2 156,-3-3 1,0-1-122,-4-2 0,0-1-40,-2 3 1,-1 0 23,-3 0 0,-1 2-61,-1 2 1,-1 5 137,-4 4 0,-1 2 5,-1 4 1,-2 1 28,0 1 1,1 5 146,-1 3 0,1 5-85,0 2 1,-2 3 43,4 1 0,-1 0 9,3 2 1,1-1-158,1 1 0,0 1-269,-3 1 0,1 1 270,0 0 1,-1-1 59,1 1 1,-3 0-345,1-1 1,-1-2-379,3-2 1,-1-3-174,1-3-169,2-2 416,1-3 0,3-4 559,0-6 0,15-17 0,3-8 0</inkml:trace>
  <inkml:trace contextRef="#ctx0" brushRef="#br0" timeOffset="2141">1685 347 7816,'0'-7'40,"0"1"0,4 0 75,2-1 1,4 3-238,5 0 1,4 0-192,5 0 1,3-1 312,1 3 0,11-6 0,1 1 0</inkml:trace>
  <inkml:trace contextRef="#ctx0" brushRef="#br0" timeOffset="2518">2423 315 7816,'0'-7'-204,"0"1"1,0-1 735,0 1 249,3 0 0,-3 1-346,2 1 1,-4 3-141,-2-1 0,-5 1-46,-1 1 0,-3 3-3,-2 1 0,-1 4-27,-4 0 1,2 4-93,1-2 1,-1 3-97,3-1 1,0 1-242,2 0 0,5 0 160,2 0 0,2-1-261,-1-1 0,3-2 168,4-3 1,2 0-37,2-2 0,4-1 63,0-3 1,2-1-86,1-1 0,2-1-147,0-4 1,2 1-446,-2-1 0,2-1 229,-2-1 564,0-2 0,18-22 0,5-8 0</inkml:trace>
  <inkml:trace contextRef="#ctx0" brushRef="#br0" timeOffset="3075">2532 263 7816,'3'0'703,"-1"-2"-361,2 1 1,-3-1 71,1 4 1,-2 1-147,-2 4 0,-2 0-52,-2 2 0,1 0-55,1 4 0,2 0 0,-2 0 1,2 0-289,0 0 0,1-1 180,1 1 1,0 0-498,0 0 1,3-3 88,-1-2 1,3-3-75,-1 0 0,2-4 114,0 1 0,1-2-118,2-2 1,-1-2 139,2-5 0,-1 2 31,2-4 0,-4 1 357,2-1 1,-2-1-120,0 1 0,0-1 308,1-1 1,-3 1-59,2 2 1,-5 0 319,3 4-182,-4-1-277,2 1 1,-3 3 88,0 3-111,-3 3 0,2 6-33,-1-1 1,2 1-20,0 0 0,0-2-76,0 2 0,0 0-151,0-1 1,2 1-91,3-3 1,0 3 67,2 0 0,-1-2 135,1-2 1,0-2 51,1-1 1,0-1 108,3 1 0,0-4-109,1-2 1,1-3 98,0-1 1,0-3 23,0-4 1,2 2-33,0-2 1,0-2 17,-3 0 1,1-1-32,0-2 1,-2 0 2,-1-1 0,-2 1 75,1-1 0,0-1 127,0 0 1,-1 2-61,-1 3 0,-2 2 438,0 4-398,-3 2 1,-2 6 106,-2 3 0,-2 3 132,-2 6 1,-3-1-182,1 5 1,-3-1-121,2 5 0,1-2-117,1 3 1,-1 1-318,2 2 1,-2 0-42,4-4 1,-2 1-335,0 0 0,0 2 295,2 2 1,0-3-144,2-2 1,1-3-335,-1 1 0,2-2 839,0-2 0,0-3 0,2-3 0,11-17 0,4-6 0</inkml:trace>
  <inkml:trace contextRef="#ctx0" brushRef="#br0" timeOffset="3409">2865 238 7816,'7'-3'-621,"2"-1"1,-1 0 919,2 0 0,1 2-75,2-3 0,3 4-289,1-1 1,-2-1 137,0 1 0,1 0-11,-1 2 0,0 0 155,-2 0 1,-2 3 202,-1 1 0,-4 2 50,0 0 1,-4 3-151,1 2 0,-3 1-156,0 1 1,-3 0 2,-1 2 1,-2 2-80,-3 5 0,1-2 10,-2 1 0,2 1-160,-1 0 1,1 0 27,0-1 1,3-3-98,-1 1 1,1-6-173,1 0 1,-1-4-469,3 2-516,0-6 849,2 0 1,0-5-201,0-2 1,0-3 346,0-3 0,2-2 291,0-3 0,2-1 0,-2-1 0,3 1 0,0-3 0,0 3 0,22-59 0,4-11 0</inkml:trace>
  <inkml:trace contextRef="#ctx0" brushRef="#br0" timeOffset="3550">3083 244 7816,'5'-11'-111,"-1"2"0,1 1 1,1 3 187,3-1 1,-2 3 643,2 1 0,1 1-326,0 1 0,2 3-153,-2 1 1,2 2-206,-1 1 1,-2 2 51,0 1 1,-3 0-12,-1 1 0,0 0 31,-3 2 1,-3-1 8,-3 1 0,-5 0-72,-1 0 1,-5-1-119,0-1 0,-3-2-1757,1-3 1829,-4 1 0,-2-6 0,-2-2 0</inkml:trace>
  <inkml:trace contextRef="#ctx0" brushRef="#br0" timeOffset="4268">3417 238 7816,'0'-5'-222,"0"1"1368,0 3 1,-1-2-651,-1 3 0,1 1-115,-4 1 1,4 1-209,-1 4 1,0 1-159,0 1 1,1 2-111,-1 0 0,2 1-287,0 1 1,2 0-83,0 0 1,3-1 14,-1-2 1,1 2-431,-1-4 1,3 1 373,-1-3 0,1-2 505,1-2 0,-1-1 0,0-1 0,1-3 0,1-1 0,-1-2 0,-1-1 0,-1-2 0,-2-1 0,2-3-241,-2 1 1,-1 1 325,-1 0 1,1 1 69,-1 0 0,2 0 41,-2 4 1,0-1 349,-2 1-92,3 2-101,-2 2-300,2 2 0,-1 2-196,0 3 1,0 0 62,-2 2 1,1-1 48,1 1 0,-1-1 15,4 0 1,-2 1 22,2-1 1,0 1-6,0-1 0,2-2 57,2 1 0,2-4 1,-3 1 1,4-1-34,-2-1 1,2-1-11,1-1 1,0-2-243,0-5 0,0 1 90,0-2 1,-1-1-77,1-2 1,-1 0 121,-1 1 1,0-1 36,-2 0 1,-1-1 86,-1-1 0,-1 0 190,1-2 1,-3-1 68,0 3 0,-2 0 364,0 2 0,-1-1 860,-1 1-671,0 2-605,-3 7 1,0 2-100,-1 4 1,-2 2 0,2 5 0,0 1 39,0 3 1,2 0-128,-3 2 0,4-1 82,-1 1 0,0 1-165,0 1 0,1 1-306,-3-1 0,1 1-125,-1-3 0,3 3-341,-1-1 0,-1 1 321,1-1 1,-1-2-207,3-2 0,1-1 85,1-4 599,-1 1 0,10-20 0,0 0 0</inkml:trace>
  <inkml:trace contextRef="#ctx0" brushRef="#br0" timeOffset="4451">3699 193 7816,'0'-7'1406,"0"1"0,1 2-966,1-1 0,2 4-160,5-1 1,2-1-131,6 1 0,0 0-120,5 2 1,-2 0 154,2 0 1,-2 2 35,4 0 0,-5 0-221,0-2 0,7 0 0,4 0 0</inkml:trace>
  <inkml:trace contextRef="#ctx0" brushRef="#br0" timeOffset="4710">4116 148 7816,'-6'0'-272,"-1"-3"1,0 2 241,-1-1 1,0 2 23,0 0 1,-1 0 154,0 2 0,-2 0 163,0 2 1,2 0 58,0 3 0,3-1-276,1 1 0,0 2-275,3 2 0,1-1 159,3 0 1,2 1 90,5 2 1,-2-1 189,2-1 0,0 0 241,-1-2 1,-1 1-105,-3-1 0,-3-1 71,2-1 1,-3-1-145,0 1 0,-3-2-331,-1 0 1,-4 0-364,-3-3 0,-2 0-416,-2-2 1,1 0 785,-3 0 0,0-3 0,-3-1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42.5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90 154 7768,'0'-4'568,"-1"2"-568,-1 2 0,-2 2 860,-2 3 1,-4 3-413,0 3 1,0 2-294,-1 2 1,3 1-24,-3 3 1,5 1-117,0-1 0,4 2-291,-1-2 1,4 1-542,3-2 0,1-3 816,6 0 0,11-1 0,5-1 0</inkml:trace>
  <inkml:trace contextRef="#ctx0" brushRef="#br0" timeOffset="2301">397 193 7702,'-4'-3'119,"0"1"88,2 0 1,-1 2 90,1 0 50,1-3 35,-2 3 417,3-3-412,3 3-182,-2 0 0,2 3-52,-1 1 0,-1 2-127,1 0 1,-1 1 1,-1 2 0,0-2 81,0 4 0,0 0-404,0 2 0,-2-1-102,0 1 1,-3 2-300,0 0 1,0 0 213,1-2 0,-1-3-983,3-1 1464,0-5 0,2-1 0,14-32 0,4-6 0</inkml:trace>
  <inkml:trace contextRef="#ctx0" brushRef="#br0" timeOffset="2583">558 186 7702,'6'0'0,"-2"0"24,1 0 295,-1 0-348,0 0 1,-2 1 19,-2 1 1,0-1 90,0 4 1,-5-3 54,-1 2 1,-3 0-1,1 0 1,-2 2 37,-3-2 1,2-1 17,1 2 1,0-2-172,-1 2 1,2 0 90,2 0 1,3-2-156,0 1 0,2 1-75,0 1 1,3 0-181,3 1 0,2-1 77,7 1 0,-2 1-117,4 1 1,2-1-41,0-4 0,0 2 377,1-2 0,9-1 0,0 0 0</inkml:trace>
  <inkml:trace contextRef="#ctx0" brushRef="#br0" timeOffset="3002">718 231 7702,'-3'-6'2035,"3"2"-1622,-3 1 1,3 9-326,3 2 0,-3 1-220,2 0 1,-1 0-9,-1-1 1,0 3-118,0-2 0,0 1 110,0-1 1,0 0-155,0 0 0,-2-2-106,0 1 103,0-1-76,-1 0-90,2-1 345,-2-2 0,4-4 43,1-4 0,0-2 110,2-1 0,-2 1-69,2 0 1,0-3 121,0 1 1,2-3-27,-2 2 0,0 0 121,0 0 0,0 2-85,0-1 0,1 1-21,0 0 0,0 2-27,2 0 0,1 0-7,1 3 1,0-2-10,0 2 0,-1 0 51,2 2 0,-2 2 69,1 0 1,-2 3-127,-1-1 0,0 3-1,-2 1 1,-1-1 6,-3 2 0,0 0 10,0 0 0,0-1-416,0-1 1,-2-1-20,0 0 398,0 1 0,10-6 0,3-2 0</inkml:trace>
  <inkml:trace contextRef="#ctx0" brushRef="#br0" timeOffset="3317">1109 218 7702,'0'-6'536,"-2"-1"0,0 4 485,-2 1-732,2 1 0,-3 1 34,0 0 1,0 1-134,-2 1 1,0 2-25,-1 5 0,0-2-235,-3 1 0,3 2 112,-3-2 1,2 4-235,-1-2 0,4 0-124,0 1 0,3-3-324,1 3 0,2-3 260,2 1 1,5-5-161,3-2 0,3-1 271,2-1 0,1-1 193,1-1 1,-1-2 205,-3-5 0,-1 1 428,1-3 0,-2 3-187,0-3 0,-6 1-291,2 0 1,-5-2-169,0 4 0,-1-1-284,-1 3 0,-2 0 371,-2 2 0,-15 4 0,-8 3 0</inkml:trace>
  <inkml:trace contextRef="#ctx0" brushRef="#br0" timeOffset="3917">1276 212 7702,'0'-5'0,"0"1"451,0 3 705,0-5-357,-3 5-493,3-1 0,-3 2-239,3 2 1,-2 2 47,-1 2 0,1 1-11,2-1 0,0 3-58,0-1 1,0 3-222,0-2 1,2 0-71,1-1 1,-1-1-175,1 2 1,-1-2 163,3 0 0,0-3-113,0 0 0,0-2 62,2 0 1,-1-2 145,1 0 1,0 0 38,1-2 0,-1-1 38,2-3 0,0 1 21,0-4 0,-1 0 20,-1 1 0,-1-2 155,-2 2 0,1 1 161,-3-2 1,2 2-99,-2 1 1,0-1 262,-2 1-291,0 2-88,0-1-39,0 4-190,0 9 0,0-2-41,0 7 1,0-5-30,0-1 1,0 0 156,0 2 0,3-2 129,-1 1 0,3-1 214,-1-3 1,4 1 500,0-3 0,3 0-219,-2-2 0,2-3 340,0-1 1,0-5-373,0-1 1,0-2-334,-2-1 1,-1 0-314,-1 0 1,-4 0-259,-1 1 1,-1-1-549,-1 0 1,-1 3 609,-1 1 331,2 5 0,-9 7 0,2 4 0</inkml:trace>
  <inkml:trace contextRef="#ctx0" brushRef="#br0" timeOffset="4394">1629 186 7702,'0'-4'3233,"0"0"-2455,0 2-140,0-1 127,3 3-609,-2 3 1,1 1-172,-2 2 0,0-2-10,0 1 0,0-1-177,0 2 0,0 1-220,0-1 1,0-2 9,0 1 224,0-1 1,0 2-203,0 1-64,0-4 288,0 3 193,0-5 136,0 2-192,0-9 0,0 2-148,0-5 0,3 2 73,-1 1 0,3 0 42,-1 2 0,2-2 48,0 2 0,3-2-3,-1 0 0,1 1 17,-3 1 0,3 3 121,2-2 1,-1 1-90,1-1 1,-3 1 143,0 2 0,1 2-179,0 1 1,2 2-125,-3-1 0,1-1-89,-3 2 0,-2-1-180,1 2 0,-1 0-239,2-2 0,-2 2-206,-2-2 422,2 2 1,-2-2 418,3 1 0,-5-7 0,-4 1 0</inkml:trace>
  <inkml:trace contextRef="#ctx0" brushRef="#br0" timeOffset="4643">1866 32 7702,'-4'-6'780,"0"-1"1116,2 1-1359,-1 0 1,7 2 19,2 2 0,4 4 85,5 2 0,0 3-238,2 1 1,0 2-38,2 3 1,2 3-174,1 1 0,-4 1-137,-3 2 0,-2-1-49,-2 0 1,-3 1-252,-3 1 0,-2-1-292,-3 2 1,-5-3-248,-2-2 1,-4-1-567,1-3 0,-2-3 393,2-2 955,-2-4 0,4-4 0,-1-3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53.4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148 187 7817,'0'-7'84,"2"1"777,0-1-206,0 1-184,-2-1-301,0 1 0,-1 3 7,-1 0 0,-1 3 26,-4 0 0,0 3-66,-2 1 0,2 4-107,-4 3 0,0 2 53,-2 2 0,-2 2-170,0 4 0,3 0-171,1 2 0,3 1 36,0 2 0,1-1-115,3 1 0,2-3 149,4-2 1,2-2-22,5-1 1,1-4 21,5-3 0,0-4-164,2-5 0,0-2-15,2 0 0,-3-2-94,-1-3 1,1-3 459,-1-3 0,-3-1 0,-3-9 0,-2-3 0</inkml:trace>
  <inkml:trace contextRef="#ctx0" brushRef="#br0" timeOffset="256">154 328 7656,'-6'0'-400,"1"0"430,1 0 140,0 0 3,0 0 20,1 0 1,3-1-75,0-1 1,3 1 92,1-1 0,4 1-301,1 1 1,2-2-4,0 0 1,-1 0-140,1 2 1,-3 0 178,3 0 1,-3 1-46,0 1 0,-1-1 56,0 3 1,-1-1-35,1 1 1,-1 0-71,0 2 1,-1 1 18,-1-1 0,-2-1-101,2-1 1,-1 0-104,1 3 330,-3-1 0,5 0 0,12-11 0,6-2 0</inkml:trace>
  <inkml:trace contextRef="#ctx0" brushRef="#br0" timeOffset="532">507 264 7817,'-3'-4'665,"2"-2"-284,-5 6-344,3-3 1,-3 3 79,-1 0 0,0 3-119,-2 1 1,2 4 46,-4 3 0,3 1-143,0 1 1,-2 0 68,2 0 1,1 2-136,3 0 1,3 0-335,-2-3 1,3 1 235,0-3 0,3-1 206,4-5 0,0-1 152,4-3 0,-1-3 346,3-1 1,-2-5-234,-1-1 1,-2-3 30,1 1 1,-3-3-167,-2 0 1,0 2-69,-2 2 1,-1 0-7,1-1 0,2-4 0,-1 0 0</inkml:trace>
  <inkml:trace contextRef="#ctx0" brushRef="#br0" timeOffset="1240">718 264 7817,'-2'-7'0,"0"3"226,-2 0 0,2 2 387,-3 0 0,3 1-287,-2-2 1,0 3-166,-3-2 1,1 4-81,0 2 0,1 2 5,1 3 0,0-2-189,-3 2 1,4 1-54,1 0 1,-1 0-266,1 1 0,-1 0 52,3 1 0,0 1-285,0-3 0,0 2 202,0-4 0,3 0 214,2-4 0,0 1 268,2-3 0,1 0-132,1-4 1,1-2 101,-1-5 0,0 0 55,0-2 0,-2-1 48,2 1 1,-3-1 84,-2-1 0,1 3 162,-3-1 1,3 3 167,-3-1-430,0 0 0,-2 1 12,0 0-29,0 4-33,0 1 0,0 3 35,0 3 0,0 0-30,0 4 0,0 0-42,0 1 1,0 0-104,0 3 1,0-3-17,0 3 1,1-3 66,1 0 0,-1-1 40,3 0 1,1-1 23,1 1 1,1-2-6,-1 0 1,1-2 12,2-3 0,-2-1 18,4-1 1,-2-3-44,1-3 1,-1-2 6,2-3 1,-3 0-9,3 0 1,-3-2 47,0 0 0,2-2-2,-2 0 0,1-3 4,0-1 1,-2 0 81,2-2 0,-4-1-61,-1-1 1,-1 2 13,2 1 0,-2 3 144,-1 2 1,-1 4 231,1 5 1,-2 3 121,-2 3 1,1 2-224,-4 0 0,3 2-135,-2 3 0,0 1-49,-3 3 0,3 1-62,0 5 1,0 0 74,0 2 1,1 0-89,3 2 1,0 0-128,0 0 0,0 3-283,0-1 1,0 1-280,0-3 0,3 0 69,1 0 0,2-2-144,0 1 0,3-6 113,-1 1 1,2-7-220,-2 0 0,0-4 67,3 1 707,-3-6 0,4-14 0,-2-8 0</inkml:trace>
  <inkml:trace contextRef="#ctx0" brushRef="#br0" timeOffset="1709">231 347 10417,'0'6'-778,"0"1"1,-1-1 777,-1 1 0,10 19 0,0 5 0</inkml:trace>
  <inkml:trace contextRef="#ctx0" brushRef="#br0" timeOffset="2066">1225 360 7937,'0'-5'690,"0"1"-2515,0 3 1825,0-2 0,-6-8 0,-1-4 0</inkml:trace>
  <inkml:trace contextRef="#ctx0" brushRef="#br0" timeOffset="2190">1257 244 7783,'-1'-6'0,"-1"-1"0,2 3 339,-2 0 1,1 2-666,1-3 326,0 4 0,8-2 0,3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56.2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33 120 7752,'0'-7'1375,"0"4"1,0 3-1164,0 4 1,0 2 24,0 3 1,-2 4-79,-1 4 0,1 1 12,-1 2 1,2 2-127,-3 1 0,2 3-224,-3 2 1,4-4-757,-1 2 1,-1-5 161,1 0 0,0-4-917,2-4 1160,0-6 530,0-5 0,3-24 0,0-7 0</inkml:trace>
  <inkml:trace contextRef="#ctx0" brushRef="#br0" timeOffset="218">46 81 7752,'5'-11'135,"1"1"0,0 2 278,4-1 0,0 3-242,2 2 1,1-1 87,7 3 1,-5-1 77,4 3 0,-1 3-209,-1 2 1,-2 1-131,-5 2 0,-1 2 28,-5 3 0,-2 0-107,-7 0 1,-3 0 60,-7 0 1,-1-1-207,-3-2 0,0 2-577,2-4 0,2 3 164,2-2 0,1-2 639,1-2 0,2-2 0</inkml:trace>
  <inkml:trace contextRef="#ctx0" brushRef="#br0" timeOffset="696">309 158 7929,'3'0'788,"3"3"0,-5 1-249,4 2 0,-3 2-248,2 1 1,-2 3-282,2 1 1,-2 1 41,3 3 1,-3-1-214,2 1 0,-2-1 120,0-3 1,-2-1-129,0-2 1,0 0 120,0-4-216,0-2 144,-2-1 0,1-4 24,-1-1 1,1-3-126,1-3 1,0 1 95,0-2 1,1 0 2,1 0 1,2 0 2,5 1 0,-1 0-28,2 0 1,1-1 79,2 0 1,0 0-5,-1 3 0,2 0 70,1-1 1,-1 1-3,3-1 0,-2 2 140,-1 0 0,0 2-136,-1 1 1,-3 1-13,-2-1 1,-1 2-61,-3 2 1,1 2-2,-3 2 0,0 0 24,-2 1 1,0 1-88,-3 1 1,0 2 169,-3 0 0,1 0-53,1 0 1,2 1-9,-2-1 0,2-2 22,0 0 1,4-2 135,2-1 0,5-2 32,2-2 1,1-2 248,3-2 0,0-5 12,2-3 1,-3-2 222,1-1 0,-4-3-92,0-1 0,-6 1-247,-1 1 1,-3 2-261,-3 0 1,-4 3-231,-5 1 0,-3 3-446,-1 2 0,0 1 514,2 3 113,3 3 0,3 9 0,5 5 0</inkml:trace>
  <inkml:trace contextRef="#ctx0" brushRef="#br0" timeOffset="1146">969 36 7758,'0'-9'879,"0"2"224,0-2 0,0 4-187,0 1-289,0 3 1,0 6-118,0 5 0,0 2-157,0 1 1,1-1 18,1 5 1,-1 1-592,1 1 0,1 2-84,-1 1 0,1-1-253,-1-2 0,-1 0 300,1-2 1,-2-2-123,0-2 1,0-3 95,-2-1 0,-2-3-109,-2-1 0,1-3-68,1-2 0,0-2-84,-3-3 1,1-3 206,0 0 0,-1-4 242,1 2 0,-1-2 136,1 2 1,-1 0-3,1 4 0,-3 2 202,1-1 1,-3 4-129,3-1 0,-5 2 93,2 2 0,-2 2 52,2 2 0,0 3 173,0 2 0,2 1-446,5 1 1,1-2-121,3-1 1,4 1-294,5 2 0,2-4 312,6-3 1,0 0 28,2-4 1,0 0-75,1-2 160,-1-2 0,6-13 0,1-6 0</inkml:trace>
  <inkml:trace contextRef="#ctx0" brushRef="#br0" timeOffset="1530">1110 152 7760,'0'-7'2,"0"1"357,0-1 0,0 3 1403,0 0-800,0 2-174,0 0-405,0 7 1,0 0-214,0 3 0,0 1-52,0 0 0,0 2-48,0 0 0,2 1-193,1 1 0,1 0 113,-2 0 0,1-1-139,-1 1 1,-1-3-259,4-1 1,-4-2 139,1-1 0,1 1-241,-1-1 319,3-2 1,-1-2-166,2-4 0,3-3 106,-1-3 1,1 0-84,-3-3 1,3 1 218,-1-3 1,1 0 104,-3 0 1,0 0 81,-2 1 0,1 1 69,-3 0 0,3 1 447,-3 0-266,0 0-140,1 4 1,-2 2-71,4 2 1,-3 2-62,2 2 0,-2 3-47,2 3 1,-1 0-184,1 3 0,-3-3 21,1 3 1,0 0-107,0 1 0,-1 1-165,1-3 1,-1 2 33,1-4 1,-1 1-134,1-3 0,2 1 165,0-1 0,2-2 360,3-2 0,15-16 0,7-4 0</inkml:trace>
  <inkml:trace contextRef="#ctx0" brushRef="#br0" timeOffset="1988">1502 113 7758,'0'-6'456,"-3"-1"146,1 1 1,-1 2-177,1 2 1,-1 2-53,-4 0 1,0 0-58,-1 2 0,1 3-154,-2 3 0,2 2-53,0 3 0,2 0-71,0 0 0,2 0-192,1-1 1,1-1-340,-1 0 1,2-1 295,2 0 1,2 2-398,2-4 1,0 1 222,1-3 1,2-2 36,2-2 0,-1-1 73,0-1 1,1 0 157,2 0 1,0-2-20,0-1 1,-1-2 162,1 1 0,2-2 11,0-3 0,1 2-52,-1-1 0,-2 0 31,2-1 1,-1 2 1,-1-2 1,0 2 87,-1-2 1,1 2-50,-3-2 0,0 2 91,-1 1 0,-3-1 356,1 1 50,-1 0 0,-5-1-125,1 1 0,-2 2-123,-2 2 1,-2 1-336,-2 1 1,-1 0-8,-2 0 0,1 0-67,-2 0 1,0 3 171,-1 2 0,-1 0 1,1 2 0,2-1 10,0 0 0,2 1 194,1-1 0,-1 3-99,1-1 0,2 1-69,2-3 1,3 3 48,3-1 0,3 1-174,6-3 0,3 0-265,4-2 0,0 1-41,3-2 0,-1-1-313,1-2 0,0-3 186,0-1 1,2-2-735,-4-1 1170,0-2 0,-7-15 0,-2-7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3:59.4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148 33 7722,'5'-4'210,"-1"-1"522,-3 1-246,5-2-243,-5-1 0,1 4-68,-4 0 1,-2 3 12,-2 0 0,-3 0-11,1 0 0,-4 3-13,1 1 0,-1 2-153,0 0 0,-1 3-115,0-1 1,2 3-207,0-3 0,4 4 105,-2-2 0,2 0-182,1 1 0,0-2-135,2 1 148,1-2 1,3 1 95,3-2 0,1-4 79,4 0 0,2-6 94,3-1 1,1-2-17,1 0 0,-2-3 150,2 1 0,-1-3 16,-1 3 0,-3-3 169,1 2 0,-3-1 323,0 1-96,-1 1 1,-3 1 144,-2 1 268,-1 2-214,-1 1 0,-1 4-160,-1 1 1,1 2-20,-1 2 1,1 1-272,1-1 0,0 1-207,0 2 1,0-2-147,0 1 0,3 2-351,2-2 1,1 1 105,3-3 0,-2 0-1057,4-2 1465,0 2 0,16-20 0,4-1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05.0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33 469 7734,'3'-4'360,"0"-1"360,-3 1-454,0-2 0,2 3-13,1 3 0,-1 4-70,-2 4 0,0 3 0,0 4 0,-1 1 17,-1 3 0,1 1-149,-1 2 1,-2-2-45,0 4 1,1-1-205,-2 0 0,3 1 9,-2-2 1,2-3-91,-3-2 0,3-3-608,-2-1 41,3-3 282,-2-7 0,3-3 170,0-4 0,0-5 393,3-4 0,3-20 0,4-8 0</inkml:trace>
  <inkml:trace contextRef="#ctx0" brushRef="#br0" timeOffset="199">14 488 7734,'5'-8'-30,"0"-1"0,0 1 13,-3 1 0,3 4 37,2 1 0,-1-1 136,3 1 0,0-1 10,0 3 1,1 0-8,-1 0 1,2 3-13,-3 2 1,0 0-92,-4 2 1,1 2-122,-3 2 0,0 0-27,-2 0 0,-3 1-200,-4-1 1,1 0-250,-2 0 0,-2 0 196,2-2 1,-1-2-141,3-2 485,2 0 0,1-18 0,3-2 0</inkml:trace>
  <inkml:trace contextRef="#ctx0" brushRef="#br0" timeOffset="782">245 443 7737,'0'-3'216,"2"1"1,0 1 370,2 1 0,-2 1-560,2 1 1,0 4-46,0 5 1,1 1 25,-3 1 1,1 3 58,-3 1 1,2-1-157,0 1 0,-1-2-30,-3 2 0,1-3-260,-4 1 1,2-4-131,-1-2-303,-2-5 534,5-1 1,-2-4 199,3-1 0,0-4 59,0-2 1,0-4-77,0 2 0,3-2 109,1-1 0,1 0-22,1 0 1,-1 2 186,4 1 0,-1 0-137,0-1 1,2 0 50,3 2 0,0 0 27,0 3 1,-1 0-59,1 2 1,0 1 122,0 3 1,0 0-106,0 0 0,-3 1 72,-2 1 0,-2 2-50,-1 2 1,0 0 27,-3 1 1,1-1-64,-1 1 0,-1-1-2,4 1 0,-3-2-181,2 0 67,0 0 0,3-4-72,-1 1 1,1-1 40,2-1 1,-2-1-82,1-1 1,0-2 56,-2-2 0,3-1 14,-1-2 1,1 2-31,-3-1 0,-2-2-8,1 2 1,-2-3 137,1 3 0,-1-3 6,-3 2 0,0 1 306,0 1-187,0 1 1,-3 2 176,-1 2 0,-2 2-42,-3 2 0,2 2 159,-1 2 0,-2 1-109,2 2 0,-1 0 6,3 2 1,1 1-29,1-1 1,3-1-226,-1 0 0,1-1-162,1 2 0,1-1-58,4 0 0,2 2-344,6-4 1,2 1 80,-1-3 0,6-2-391,0-2 0,1-1 328,0-1 0,-1-4-330,2-2 803,1-1 0,17-33 0,7-6 0</inkml:trace>
  <inkml:trace contextRef="#ctx0" brushRef="#br0" timeOffset="1159">905 270 7737,'3'-6'0,"-2"2"606,1-1 163,-1 1 0,-1 0-287,2 2 0,-1 2 51,1 2 0,0 4-184,0 3 1,-1 3-141,1 1 1,-2 0-121,0 4 1,0 0-12,0 3 0,0-1-171,0 0 0,-2 0 83,0 1 1,0-1-180,2 0 1,0-2-42,0 0 1,0-2-172,0-1 1,0-3-409,0-2-73,0-5 259,0-1 0,-2-5 149,0-2 0,-1-1-14,1-6 0,0 2 245,-2-2 0,2-1 117,-2 1 1,-1 0 165,-4 0 0,1 2-19,-2 2 1,1 1 477,-2-1 0,1 4-185,-3 1 0,0 2 59,0 2 0,2 1-97,1 4 0,3 2 138,0 2 1,4-1-152,3 0 1,0 1-205,0 2 0,5-1-74,4-1 1,3-2-356,3-3 0,-1 0-780,3-2 1,-2-1 176,2-3 973,1 0 0,1-17 0,0-4 0</inkml:trace>
  <inkml:trace contextRef="#ctx0" brushRef="#br0" timeOffset="1332">1008 405 7737,'3'-6'1249,"-3"2"-987,6 1 1,-5 3-51,4 0 0,-4 3-115,1 1 1,1 2 60,-1 0 0,1 3-202,-1-1 0,-1 3-288,1-2 0,1 1-437,-1-1 1,2 2 512,-1-3 256,2 1 0,10-9 0,5 0 0</inkml:trace>
  <inkml:trace contextRef="#ctx0" brushRef="#br0" timeOffset="1467">1078 289 7737,'-6'-9'294,"0"2"366,-1-1-1883,4 0 509,0 5 714,3 3 0,11 9 0,3 5 0</inkml:trace>
  <inkml:trace contextRef="#ctx0" brushRef="#br0" timeOffset="1784">1341 405 7737,'0'-6'-494,"0"-1"-62,-3 1 1,2 0 1505,-3 2 0,0-1-297,-3 3 0,2-1-49,-1 3 1,0 1-177,-5 1 1,3 2-184,0 2 1,1 3-128,0-1 0,2 2-142,0-2 0,3 2 4,2 3 0,0-2-157,0-1 1,2 1-112,3 2 0,3-2-188,3-1 1,1-2-404,1 1 1,3-3 284,1-2 1,0-1 31,1-3 0,0-3 562,-1-1 0,16-36 0,4-9 0</inkml:trace>
  <inkml:trace contextRef="#ctx0" brushRef="#br0" timeOffset="1975">1470 270 7737,'-7'-4'230,"1"0"1,-1 2 1019,1 0-771,2 1 0,2 4-142,2 2 1,0 1-117,0 2 1,2 5-67,3 2 0,3 2 0,3-2 0,1 3-133,1 1 1,2 1-297,0 1 0,0-1-182,-2-1 1,-3 0-531,1-2 0,-4 0 394,0-4 0,-4-2-921,-3-4 1513,0-4 0,-8-17 0,-3-7 0</inkml:trace>
  <inkml:trace contextRef="#ctx0" brushRef="#br0" timeOffset="2208">1418 411 7737,'0'-10'608,"0"3"163,0 3 0,4 0-379,2 0 1,2-1-128,5 3 1,1-1-97,5 1 0,1 1-3,2-1 0,3 1-183,5 1 1,-1 3-2,-1 2 0,-2 1-148,0 3 0,-3-2-142,-2 1 0,-7 1-432,-3 0 1,-4 2 357,-3-3 1,-1 1-75,-3-3 0,0 1-44,0-1 1,0 0-125,0 1 624,0-4 0,0 0 0,0-11 0,0-3 0</inkml:trace>
  <inkml:trace contextRef="#ctx0" brushRef="#br0" timeOffset="2333">1720 232 7737,'-5'-7'86,"1"1"-23,3-1-1243,-2 4 1180,6 3 0,9 12 0,5 5 0</inkml:trace>
  <inkml:trace contextRef="#ctx0" brushRef="#br0" timeOffset="2942">2060 392 7737,'-10'-6'504,"1"-1"-168,-2 1 0,0 2 168,3 2 0,-3 1-247,2 1 1,-1 3-172,1 2 0,-2 0-31,3 2 0,-1 0-216,3 1 1,-1 0 164,1 3 1,0-3-100,-1 0 1,1-1-171,2 0 0,1-1-299,3 1 241,0-1 1,1 0 27,1-2 1,2-1-20,2-3 1,3 0 34,2 0 1,1-3-80,1-1 0,2-1 358,0 0 0,2 0 0,-2 1 0,0 0 0,-2 0 0,0 0 110,0 0 0,-3-1 400,-2 3-200,2-3 0,-3 3 746,2-2-534,-5 3 55,-1-2 236,-3 3-728,0 5 1,-2 0-32,0 3 1,-1-1-152,3 0 1,0-3 31,0 0 1,0 1-98,0 1 1,3 0 20,-1 1 0,2-1-119,-2 1 1,2-3 57,-1 0 1,1-2-91,-2 3 1,1-4 49,-1 1 165,-1-1 1,2-2 80,-3-1 0,0 1-1,0-4 1,0 1 191,0-2 0,0-1 13,0 1 0,0-3 175,0 1 0,0-1-62,0 3 1,2-1 61,0 1 1,3 0 98,2-1 0,0 1-54,4 2 0,-1 1-48,3 0 0,0 3-96,0-2 0,0 4 92,0 2 1,-1 2-340,1 3 0,-1-1-180,-1 3 1,0-1-425,-2 0 1,2 2-768,-3-4 0,4 3 1334,-2-3 0,8-8 0,2-4 0</inkml:trace>
  <inkml:trace contextRef="#ctx0" brushRef="#br0" timeOffset="4019">2900 366 7883,'0'-6'705,"0"2"-379,0-1-202,-3 4 0,0-2 221,-4 3 0,0 1-148,-2 1 0,-1 2-26,-2 2 1,-1 3-43,0 2 1,1 1-99,1 1 1,0 0 8,2 0 0,1-1-183,4-2 1,1 2 95,3-4 0,5 1-16,2-3 0,6 0-81,2-2 1,3-2-8,1-4 0,3-1 110,2-4 1,-2-2-107,-1-2 0,-1-1-175,-3-1 1,-2 1 100,-5-1 0,1-2-104,-5 0 1,-1 2 96,-5 2 1,0 3-94,0 0 0,-2 1 129,-3 3 0,0 1-68,1 1 251,-2 1-41,6-2 262,-3 3 0,8 1-33,1 1 1,3-1-64,-1 1 1,0-2 40,3 0 0,-1 0-44,3 0 1,1 0 3,1 0 0,1-2 111,3-3 1,3 0-43,-1-2 1,1 0 116,-3-2 0,1-1-168,1-2 1,-4-1-28,0 0 0,-3-3-87,-3-1 1,-2-2-204,-3-2 0,-2 1 52,-2-2 0,-3 0 26,-3 1 1,-3-1-54,-6 3 0,-2 3 229,0 1 1,-2 5 221,2 3 1,-3 4-122,1 3 1,2 0 143,2 0 1,1 5-35,4 1 0,-1 5 65,3 0 0,2 4 137,2 2 0,6 2-82,3 2 1,6 3-176,-1 4 0,5 0-194,-2 2 0,2-1-188,-2-4 0,3 3-72,-1 0 1,-2-3-340,0-4 0,-4-2 189,-2-2 1,-3-1-284,-2-3 0,-1-5-944,-3-2 1031,0-4 1,0 1-268,0-6 839,0 0 0,9-35 0,1-8 0</inkml:trace>
  <inkml:trace contextRef="#ctx0" brushRef="#br0" timeOffset="4167">3195 328 7697,'0'-6'3183,"0"-1"-3036,0 1 0,6 2-58,5 2 1,8-1-825,6 1 1,5 0 734,4 2 0,16-3 0,6-1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14.6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59 6522,'-3'0'503,"0"0"953,3 0-1526,0 2 0,0 0 76,0 2 0,0 0-13,3 0 1,-3 2-156,2-2 1,0 2 25,0 0 0,-1 1 55,1-1 1,1 0 34,-1 1 1,3-3 3,-1 0 0,0 0-9,0 0 0,-2 2 6,2-2 1,1-1 10,1-1 0,-2-1 1,1-1 1,-1 0-40,2 0 20,1 0 0,-1 0-8,1 0 1,-3 0 39,0 0 1,0-3 0,3-1 1,-3-2 32,0 0 1,1-1 11,1 1 0,0-1 6,1 1 1,-1-3 11,1 1 1,1-1-28,1 0 0,-1 2 8,-1-2 1,-3 2 8,0 1 0,1-3-29,1 1 0,0 1-1,1 3 0,-3 0 55,0 0-9,1 1 54,-2 0 13,0 3 223,-3-3 1,-3 8-260,-1 1 0,-2 2 14,0-1 0,-3-1 12,1 0 1,-1 1 8,3-1 1,-3 1-5,1 2 1,-1-2-70,3 2 1,-1 0-12,1-1 1,-1 4-98,1-2 0,2 3 46,-1-1 1,4 3 33,-1 0 0,1 2-32,1-2 0,0 0-16,0-2 0,3 1 23,1 1 0,0-4-11,0 2 0,0-4-55,0-1 0,1-1-320,-3 0-793,0-1 668,1 0 521,-2 1 0,-4-6 0,-4-2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18.4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4 7627,'0'-4'-76,"0"7"1,-3 4 178,-1 6 1,-2 1-65,0 1 1,-3 2 0,1 4 1,-3 2-36,2 3 1,2-1-93,2 1 0,0-1 36,3 1 0,0-4-148,2-3 1,0-2 34,0-4 0,3-4 152,1-3 0,2-2 31,0-4 0,3-1-33,-1-1 1,4-2 142,-2-5 0,3 1-146,-1-2 1,2-2 21,1-3 0,-1-1-14,3-3 0,-3 2 8,1 0 0,-4-1-5,-2-1 1,-2 0 37,-1 0 1,-2 2-17,-2 2 1,-1 2 24,-1 0 1,-3 3 120,1 1 0,-3 5-149,1 2 1,1 2 15,-2 2 0,2 2-25,-2 5 1,0 1-1,3 3 1,-3 2-43,1 3 0,0 0 2,0 1 0,3 3-16,-1-1 0,-1 0-11,1-4 1,-1 1-17,3-3 0,3-1 175,2-3 0,2-5 194,2-4 0,2-2-20,0-2 0,1-3 241,1-6 0,0 0-212,0-6 1,-3 0-203,1-3 1,-2 2-140,1 1 0,-2-2-124,1 2 0,-2-1-458,-1 1 1,-1 2 170,-1 2 1,-1 0-903,2 0 1355,0 3 0,2 9 0,3 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18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1 129 7550,'6'5'501,"1"0"0,-3 0-189,0 0 0,1-3 84,1 1 1,3-1-123,-1 1 1,1-1-65,-3-2 0,1 0-31,2 0 0,-2-1-62,1-1 0,0-2-609,1-2 0,-2-1 79,2-2 1,-2-1-195,-1-3 0,1 1 255,-1 2 1,-2-3-144,0 3 1,-2-2 201,0-1 0,-1 1 132,-1 1 1,-4 2 196,-2 5 1,-1 1-29,-4 3 1,2 4 378,-1 2 1,-1 4 43,-2 2 0,0 2 245,1 1 1,-1 1-272,3 4 1,-1-3 105,5 0 0,-1 0-170,4 2 0,1-3-31,2-1 1,6-2-138,2-2 0,5-2-73,2-2 0,-1-4-558,3-1 1,-1-1-225,1-1 1,2-5-591,-2-1 1,-1-5 1271,2 0 0,16-32 0,6-9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19.1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211 27 7710,'-8'-7'209,"-1"1"1,0 2 347,0-1 1,2 4-152,-4-1 1,0 1-49,-4 1 0,1 3 2,-1 1 1,-1 3-38,1 1 1,0 2-69,3 3 0,0 2-130,1 0 0,2 2-84,2-2 1,4 4-100,0-2 0,3 3-258,3-3 1,0-1 50,4-1 0,2-2-393,2 0 0,3-3-316,1-1 1,3-4 304,-1-1 1,1-2 126,1 0 1,1-2 541,-1 0 0,9-17 0,2-4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19.9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109 267 7710,'0'-9'319,"0"2"588,0-2-685,0 2 1,0 3-37,-2 2 0,-2 2 35,-2 2 0,-1 2-12,1 2 0,-3 4-96,1 0 0,-3 1 20,2 2 0,0-4-69,1 4 1,1-2-43,-2 2 0,4 1-288,1 1 1,2-4 11,0 2 0,1-4-184,1-1 0,1-3 207,1-1 1,4-2-50,3 0 1,1-4-26,-1-2 1,2-3 150,0-1 1,0-2 51,0-3 0,1 0 7,-1 0 0,0 0 20,0 0 1,0 1 52,-2-1 0,-1-2 149,-1 0 1,-1 2-58,1 2 0,-3 4 310,0 1-126,-2-1 0,0 7-44,-2 0 0,-2 3-26,-3 4 0,0 2-93,-2 2 1,3 1-18,0 1 0,0-1-32,0 1 0,-1 0-107,3 0 1,-3 0 24,3 0 1,0-1-171,2 1 1,0-2 43,0 0 1,3-4 78,1 2 1,3-5 46,1-2 0,2-2-67,0-2 1,4-2 6,-1-5 1,2-1 72,-3-2 0,1-4-1,0-1 1,0-2 27,0 0 0,-3 0 71,1 0 0,-2-1 43,1-2 0,1-1 21,2-2 1,-1-1 125,-1 0 0,1 1-47,-2 2 0,2-1 142,-1 5 1,-3 4 106,-4 7-149,-1 3 1,-4 3-69,-1 4 0,-2 5 6,-4 4 1,0 3-181,-3 4 0,0 1-26,-2 2 0,1-1-152,2 2 0,-2 0 20,4-1 1,-3 3-224,2 0 0,2-1 91,2 0 1,0-2-165,3 0 0,0 1 179,2-3 0,3-1 24,1-6 1,4-2 244,1-1 1,1-5 1,-1-2 1,2-4 68,-3-2 0,3-5-158,0-1 0,1-5-16,1-2 1,1-3-5,1-1 1,-2 0-114,2-5 1,-1 4 104,-1-4 1,-1 0-123,1-2 0,-1 0 148,0 0 1,-3 2 32,2 0 1,-4 4 180,0 5 1,-3 4-201,0 5-16,-2 4 0,-2 4 389,-4 7 0,-2 2 482,-1 4 1,1 2-425,0 3 1,-1 0 39,1 1 1,-1 3 38,1 2 1,0-2-208,2-1 1,-1-1-130,3 0 1,-1 1-147,1 0 0,1 0-251,-1-4 0,3 1-195,2-3 0,2-2-524,2-3 0,-1-2-51,3-2 1,-1-2 1001,0-4 0,13-35 0,7-7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20.2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20 7710,'0'-7'846,"0"1"-143,0 3-45,0 0 0,0 4-235,0 3 1,0 3-21,0 6 0,0 5-354,0 1 0,0 4-87,0-1 1,0 3-62,0 0 0,-2 4-205,-3 3 1,0-3-532,-2-1 1,-1-2 300,-1 0 0,-2-4-404,3-3 0,-3-5 573,3-6 1,-1-4 364,3-1 0,2-3 0,7-25 0,4-7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20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7 116 7710,'-4'-6'227,"2"-1"57,2 1 1,0 0 7,0-1 1,0 1 325,2 2 0,5-1-347,3 0 0,3 0-265,2-2 1,2 1-173,2-1 0,3 1 69,2-1 1,3 1 35,3 0 1,-2 0 58,-2 2 1,-1 1-115,-4 3 0,-2 1-93,-4 1 1,-8 2-149,-2 4 1,-4 2 281,-1 3 1,-5 3 223,-1 1 0,-3-1 96,1 2 0,0-1-35,-3 2 1,1 0 12,-1 0 1,0-1-147,2-1 1,1-4-96,1 0 0,4 0 125,1-2-275,1-2 19,1 0 0,3-5-214,1-2 0,3-2-197,1 0 0,0-2 173,3-3 1,-3-3 44,3 0 1,-3-3 157,3 3 1,-2-4 163,1 2 0,1-3-94,2 1 1,-2 1 93,-1 0 0,-2 3-18,1 0 0,0-1 199,-1 3 0,1-1 189,-3 5 0,-1 0-99,-1 2 0,-2 0 24,2 2 1,-2 2-171,0 2 1,-1 1-45,-1-1 1,0 3 33,0-1 1,0 3-1,3-2 1,-3 0-39,2-1 1,-1-1-37,-1 2 1,2-2-185,0 0 14,3-1 0,-1 0-147,2-2 0,1-1-18,-1-3 0,1-1-177,-1-1 0,3-2 313,-1-2 0,3-3 178,-3-2 0,4-1 0,-2-1 0,2 0 0,-1 0 0,0-2-11,-3 0 1,3 1 158,-2 1 0,1 1 339,-4 1 0,2 2 113,-4 5-168,-1 1 1,2 4-179,-3 1 1,0 4-60,-2 5 1,0 1-12,-3 1 0,2 0-136,-3 0 1,2 0-211,-3-1 1,4 1-292,-1 0 0,-1 0-471,1 0 1,0-3 923,2-2 0,8-9 0,3-3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21.0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26 7710,'0'-6'0,"0"0"-7,0-1-54,0 4 0,3 0-312,1 3 0,2 0-501,0 0 874,4 0 0,2 8 0,5 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24.0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13 7719,'0'-6'1476,"0"2"-1210,0 1 1,-3 3-209,-1 0 0,-2 3-9,0-1 1,-1 3-170,1-1 0,0 2 77,-1 0 0,1 3-136,2-1 1,-2 1-112,2-3 0,1 1 93,-2-1 1,4 0-135,-1 1 276,1-1 0,2 1-24,1-1 1,1-2 31,1 1 1,2-4 95,1 1 1,-1 1-46,3-1 0,-2 2 150,-1-1 0,-1-1 352,-1 1-302,-3 0 1,2 4 5,-3-1 0,0 0-99,-3-2 0,-2 2 91,-4-2 0,-2 2-252,3 0 0,-4 0-200,2 1 0,-2-1 214,2-2 1,0-1 35,4-3 0,8-9 0,2-2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4:24.7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46 263 7715,'0'-4'-333,"0"0"0,0 2 1575,0-3-287,0 4-520,-3-2 0,0 6-137,-1 1 0,-1 2-58,3 0 1,-3 4-74,0 0 0,2 3 0,-1 2 0,1-1-230,-1 1 1,3 0 116,-1 0 1,1 1-386,1-1 1,0-1 69,0 0 0,2-2-43,0-1 1,3-6 129,-1 2 1,3-3-48,1 0 0,0-1 37,0-3 1,2-3 35,1-1 0,-1-2-18,0-3 0,2 1 45,3-3 1,-1 1-24,3-3 0,0 0 91,0 0 1,-2 0 106,-2 1 0,-1 1-57,-1 0 1,0 3 179,-5 0 1,0 1 116,-4 0 14,-1 4 1,1 0-104,-4 3 1,-2 0-13,-2 0 1,-3 3 141,1 1 1,-4 2 44,1 3 0,-1 1 28,-1 3 1,1 0-79,-1 2 0,0 0 13,0 2 0,0 0-187,1 2 1,-1 3-125,3 2 1,-2 0-35,4-1 0,0 2-154,4-4 1,-1 2-426,3-4 0,-1-1 7,3-5 1,0-5-1804,0-2 1576,0-4 801,3 1 0,1-17 0,2-4 0</inkml:trace>
  <inkml:trace contextRef="#ctx0" brushRef="#br0" timeOffset="520">110 0 7735,'-4'0'8,"1"0"465,1 0 0,0 0-315,-2 0 0,2 0-196,-2 0 0,-1 3 109,-1 2 1,-1 1-19,1 3 1,0-2 61,-1 1 0,0 1 24,-1 0 0,1 0-75,1-3 1,-1 2 47,3-2 1,0 2-197,0-4-601,3-1 459,-2 0 0,4-3 29,1 0 0,1-3-60,4-1 0,-1-2 179,1 0 0,1-1-22,1-2 1,0 2 456,-1-2 0,0 2 48,0 1 0,-1 0 237,0-1 1,-1 1 90,1-1-287,-1 4 0,0 0-18,1 3 1,-2 1-43,0 1 0,0 2-588,0 5 1,3 1-364,0 2 0,3 1-609,-3 0 1,4 2 1173,-2 0 0,11 14 0,3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5:53.2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186 586 8021,'-4'0'1022,"1"0"0,3-1-354,0-1-438,0-2 0,-1-4-131,-2-2 1,3 1 20,-3-3 0,2 0-109,1-3 1,0-1 28,-3-1 0,2-3-161,-1 0 0,1-1 80,1 0 0,-2 1-43,-1 1 1,1 4-18,2 0 1,0 4-204,0 4 216,0 3 62,0 0 0,-3 8 1,1 4 0,-3 2 38,3 5 1,-4 2 9,1-1 0,-2 5-38,-3-2 1,2-1-1,-1 2 0,-2-2 18,2 1 1,-1 0 50,3-2 0,-3-2 0,0 2 1,1-5-65,2-2 1,2-2 0,0-1 0,3-2-174,0 0-71,1-4 1,1 2-131,0-6 0,3 2 70,2-4 1,2 0 19,3-2 0,1 0 19,4-1 0,2-1-121,0-1 1,3-2 189,-1 2 0,3-2 125,2 3 0,1-4-17,1 1 1,2 0 145,-4 0 0,0 3 93,-2 0 0,-1-1-81,-2 3 1,-7-1 124,-5 5 0,-5 0-6,-2 1 0,-5 1 10,-7-1 0,-1 1 0,-6 1 0,-4 0 148,-3 0 1,-3 0 2,-3 0 1,3 0 129,-3 0 1,3 0-44,3 0 0,-2 0-111,4 0 1,3 0-257,4 0 106,5 3 1,3 1-150,4 3 0,5 1-110,5-1 1,4 1-145,3 1 0,5 2-134,3 1 0,1 2-330,3-2 1,5 1 33,5 2 1,4-4 666,1-1 0,22-5 0,3-2 0</inkml:trace>
  <inkml:trace contextRef="#ctx0" brushRef="#br0" timeOffset="365">765 274 7732,'0'-7'1706,"0"3"-1241,0 1-233,0 9 1,-1 2 11,-1 7 1,-2 3-161,-3 1 1,-4 2-97,-1 1 0,0 3-181,-2 1 0,1 2-20,-4 1 0,1-1-248,2-1 0,0-3 119,2-5 1,3 1-264,4-6 1,2-3-209,3-7 119,0-2 694,3-5 0,10-31 0,7-13 0</inkml:trace>
  <inkml:trace contextRef="#ctx0" brushRef="#br0" timeOffset="1007">772 246 7488,'0'-4'577,"0"0"1,0 5-268,0 2 1,0-1-260,0 5 0,0 0-145,0 5 0,0 0-59,0 2 1,-2 1-6,-1-1 1,1 1-77,2-1 1,0 0 111,0-2 0,0 1-385,0-4 314,3 1 0,1-4-45,4-1 1,-1-1 99,0-4 1,3-4-22,3-1 0,0-4 132,2-3 0,0 1 24,2-2 1,-1-1 2,3-3 0,-3 0 105,1 3 1,-2 2 124,-3 0 0,-2 2 105,-3-2 184,1 3-307,-4 2-125,-1 4 1,-4 3 7,-1 3 1,-1 2 0,-2 4 1,-2 2 0,2 4 1,-2 0-28,-2 2 1,1-1-11,1 4 0,-3-4-62,3 4 0,1-2-104,1 2 0,3-3 77,0-2 0,1-1-84,1 1 0,0-3-11,0 0 1,6-6 62,1 1 1,5-4-19,0-1 1,2-1 17,0-1 1,1-1-133,-1-1 1,1 0 40,-1-3 1,-2 0 36,0-5 0,0 2 79,3-2 1,-1 2-4,1-2 0,-2 2 1,0-2 1,0 2 78,-1 1 0,2-3 78,0 1 1,-2-2-52,-3 2 0,-1 1 56,0-2 0,-2 2-37,-1 1 0,-2-1 150,-3 1 0,0 2-94,0 0 0,-4 4 60,-3-2 0,-1 3-77,-4 0 0,2 3 91,-2 2 0,0 2 53,-3 3 0,3-2-72,0 1 1,3 3-21,-3 0 1,3 0-93,-1 1 0,5 0-112,0-1 0,3 1 38,0-1 0,2 1-225,2-3 1,4 1-66,6-4 1,1 1-557,6-5 0,3-1 29,2-2 0,1-4 805,-1-3 0,-2-4 0,39-42 0,5-9 0</inkml:trace>
  <inkml:trace contextRef="#ctx0" brushRef="#br0" timeOffset="1223">1475 195 7732,'-1'-4'1577,"-2"1"-975,3 3 0,-4 3-99,4 2 0,0 2-232,-3 3 0,2 2-36,-4 5 1,2 1-92,-2 4 0,-2 3-112,-2 1 0,-1 0-78,3 1 1,-3-3-385,0 1 1,2-2-264,3-6 0,-1 0-662,4-3-574,-4-3 1192,5 0 737,-2-7 0,6-14 0,1-6 0</inkml:trace>
  <inkml:trace contextRef="#ctx0" brushRef="#br0" timeOffset="1708">1337 383 7732,'0'-7'0,"0"0"0,1 0 645,1 2 0,0-1-182,3 1 1,0-1-89,5-2 0,1 4-268,4-1 0,2 2-157,-1-1 0,5 2-23,-2-1 1,-1 0-231,2 1 0,-4-1 143,1 3 0,-5 4-92,-3 0 0,-4 3-375,-2 0 1,-3 3 260,0-1 0,0 4 185,-3-1 1,-1 0 112,-3 0 1,0-3 269,0 3 0,-1 0-77,1 0 0,0-1 115,0-1 1,0-2-105,2 1 0,0-1-57,2 0-131,1-1-42,2 0-140,0-3 0,3-1 73,2-3 1,1-3-126,2-2 1,0-3 120,1-2 0,-1-1 55,2 2 0,0-2 2,0-1 1,2-1 35,-2 4 0,2-3 73,-3 2 1,4-2 96,-4 2 0,2-2 121,-2 3 0,-1 0 277,2 4-85,-2-2 0,-3 7-85,0-3 0,-4 3 75,2 3 1,-2 1-101,-1 3 1,0 3 1,0-1 0,-3 3-254,1-2 0,-1 2 25,3-2 0,-1 2-82,-1-3 1,1 1 30,-1-3 1,1 3-277,1 0 1,0-3-94,0-2 0,0-3-918,0 3 1264,3-4 0,14-26 0,7-11 0</inkml:trace>
  <inkml:trace contextRef="#ctx0" brushRef="#br0" timeOffset="1865">1728 151 8615,'-7'-9'413,"0"-1"1,0 6-503,2-3-527,2 4-842,3 0 1458,0 3 0,10 13 0,2 3 0</inkml:trace>
  <inkml:trace contextRef="#ctx0" brushRef="#br0" timeOffset="2191">1931 311 7747,'0'-8'2116,"0"1"-1629,-4 3 1,0 1-111,-3 3 0,-3 0-20,-2 0 0,-2 4-119,0 3 0,-1 1 0,1 4 0,0 0-62,2 3 1,1 1-126,4-2 0,3 3-133,2-5 0,2 1-192,2 2 0,3-4-345,5-1 1,2-3-121,5-2 0,0 0-720,3-2 1,0-2 1458,0-3 0,14-18 0,3-7 0</inkml:trace>
  <inkml:trace contextRef="#ctx0" brushRef="#br0" timeOffset="3269">2459 325 7697,'0'-7'218,"0"0"159,0-1 1,-1 2-154,-1 1 0,-2 0 25,-3 2 0,-1 1-7,-2 2 0,-1 0 90,-4 0 1,0 3-274,-2 2 1,2 2-50,-2 3 0,2 0-111,0 2 0,4 2-18,1-2 1,2 2-281,1 0 0,3-3 226,2-1 0,1-2-102,1-1 1,4 0 38,3-2 0,1-2-57,4-3 0,1-1 247,4-1 1,-2-2-53,2-4 1,-1-1-23,1-1 0,-4-2 55,1 2 0,-2-2 115,1 3 1,-3-4-88,-3 4 1,-2-2 109,0 2-23,-4 1 0,3-3 166,-4 4 1,-3 2 197,1 0-196,-1 4-152,3-3 0,4 4-46,1 0 0,1 0-23,1 0 0,1 0 94,2 0 1,1-2-9,4 0 1,-1-2 9,1 2 1,0 0 125,2-2 0,1-4 191,4-1 1,-1-3-115,-2 2 1,2-3-92,-2 1 1,0-2-129,0-3 0,-5 1-207,0-1 1,-7 3 154,-2 2 1,-4-2-118,-1 2 0,-4-1 58,-3 1 0,-2 2-5,-5 3 1,1-3-8,-4 0 0,2 4 85,0 3 0,1 0 25,-1 1 1,1 0-63,-1 5 1,4 3 8,1 4 1,3 3 35,2 2 0,0 1-10,2 6 1,1 1-2,2 6 1,0 0-1,0 0 1,0 1-27,0 1 0,2 1-7,1 2 1,0-3-42,-1-4 0,-1 0 1,1-3 0,-1-3-294,-1-4 1,-2-5-562,-1-2-561,-2 1 934,1-6 519,-3-2 0,-4-26 0,0-9 0</inkml:trace>
  <inkml:trace contextRef="#ctx0" brushRef="#br0" timeOffset="3447">2561 390 7697,'-4'-7'3351,"1"1"-3021,6 1 0,1-1-262,6 4 1,1-3-161,4 3 1,2-2-286,0 2 1,6 0-645,1-3 1,1 4 1020,2-2 0,18-4 0,8-1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5:59.4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86 456 6964,'5'0'351,"0"0"0,0 0-255,2 0 1,3 0-29,-1 0 0,4 0 4,-1 0 1,2-3-77,1 1 0,-3-3-146,0 3 0,-3-4-63,0 1 1,-3 1-175,-1 0 213,-4-1 0,-3-3 174,-5 1 0,-6 3 148,-2 2 0,-2-1-96,-2 0 1,-2 1 210,2 2 1,-1 1-119,0 1 1,3 2 79,2 3 0,2 0 107,0 1 1,3 0-61,3 1 1,3 0-240,1 3 1,3 0 55,3 3 1,2-1-187,4 1 0,3-1-22,5 1 1,2-4-204,2-1 0,4-2 89,-1-1 0,3-3-45,0-2 1,0-2-119,-1-2 1,2-5 395,-4-5 0,7-31 0,-2-8 0</inkml:trace>
  <inkml:trace contextRef="#ctx0" brushRef="#br0" timeOffset="232">369 391 8091,'0'-8'0,"0"1"0,0 0 657,0 0-752,0 3 224,0 1 0,1 3-78,1 3 0,-1 1 41,1 3 1,1 1-143,0 2 1,2 1-179,-3 3 1,1 1 91,0-1 0,-2 1-2,4-1 0,-2 1 64,1-1 1,-1 1-102,2-1 1,-1-2 234,0 0 0,3-4 140,-2 0 1,1-4 37,1-4 1,1-2 286,2-3 1,1-3-346,1-6 0,1-4-233,-1-1 0,1-2-215,-1-1 0,1 3 55,-3 0 1,0 3-177,-3 2 0,-2 0 389,-1 4 0,-2 7 0,1 4 0</inkml:trace>
  <inkml:trace contextRef="#ctx0" brushRef="#br0" timeOffset="1218">883 383 7758,'-11'-8'0,"-3"-1"72,2 4 1,1-1 108,-1 2 0,3 0 156,-1 4 1,0 0 413,0 0 1,-2 4-589,2 0 0,1 3-20,1 0 0,-1 1-167,-1 2 0,1-1 32,4 3 1,-1-3-142,1 3 0,-1-3 129,2 1 1,0 0-87,1 0 0,2 0-112,-1-3 0,1-2-137,1 0 1,1-4-98,1 2 1,2-3 130,4 0 1,0 0-29,1-3 1,3-2 92,2-4 1,3 1 34,0-2 0,2-1 67,-2 2 1,0-3 9,-3 2 0,1 0 131,-1 3 0,0-2 13,-2-1 1,1 1-24,-3 4 0,-3 0 253,-2 2-132,-4-2 1,3 5 110,-4 0 0,-4 3-55,-1 4 1,1 0-89,0 0 0,0 3-48,-1 0 0,1 0-9,1 0 1,3-2-12,-3 2 0,2-2-57,1-1 1,4 0-150,0 0 1,3-3 20,0-1 1,3-2 94,-1-1 1,4-1 40,-1-2 1,2-1 7,0-6 1,0-1 6,-2-4 1,1 0 17,-3-2 0,2 1 21,-3-3 1,1-1 78,-3-1 1,1-2 167,2-1 1,-2-1-2,2-2 0,-1 2-43,0 4 0,-1 2 59,2 2 1,-2 5 125,-1 3-214,-3 4 1,-1 5-1,-3 5 0,-1 4-10,-4 3 1,0 3 6,-4 2 1,0 2 7,2 5 1,0-1-209,0 1 1,0-2-84,-1 0 0,2 2-112,1 0 1,2 0 1,3-2 0,0-1-141,0-2 0,0-1 137,0-3 0,3-4 76,2-1 0,1-6 12,2-1 0,1-2-83,1-1 0,3-4-137,-1-4 1,1 0 5,2-4 1,-1 0-38,1-2 0,-1-3 370,1 0 0,-1 0 0,1 2 0,-1 1 14,1 0 1,-4-1-85,-1 1 1,-2 2 194,-1 3 1,-3 1 377,-2 0 509,-1 4-702,-1 1 0,-3 6 72,-2 2 1,-1 4-171,-2 1 1,4 3-196,-1-1 1,0 1-38,-2 2 0,2-2-242,0 0 1,4-1-74,-2-2 0,2 2 162,1-2 0,0-1-3,0-1 1,1-2 147,2-1 1,-2 1 89,4-4 1,0 0-86,2-5 0,3-1 130,-1-3 0,3-4-131,-2-1 0,2-1 21,-2-2 1,2 1 182,-3-1 0,4 1-56,-4-1 1,3 1 61,-2-1 1,0 2-20,-3 1 1,2 1 515,-2 4-237,2 0-176,-5 3 0,0 4-164,-2 4 1,-1 5-114,-1 1 1,0 3-271,0-1 0,0 2 74,0 0 1,0 0-38,0-2 0,0 1-169,0 0 0,0-1-348,0 0 0,2 1 757,1-3 0,22-7 0,3-4 0</inkml:trace>
  <inkml:trace contextRef="#ctx0" brushRef="#br0" timeOffset="2042">1708 253 7758,'0'-7'671,"0"0"184,0-1 1,0 4-412,0-1 0,-3 3-26,-2 0 1,-1 4-184,-2 3 1,0 5-44,-1 2 0,1 1-294,-2 2 0,0 0 134,0 2 1,0-1-466,3 3 0,2-2 103,0-1 0,4 0-121,-2-2 0,3-2 178,0 0 0,0-5-87,0 0 0,3-5 30,2 1 0,2-3-65,3-3 1,-2-1 44,4-3 0,-3-3 77,1-2 0,0 0 300,0-3 1,0 5 51,-3-5 1,3 0 38,-1-2 1,1 0 60,-3 3 1,-2-1 238,0 1 1,-4-1-193,2 1 0,-2 2 482,-1 3-166,0 4 59,0 2-418,-4 9 1,3 2-224,-4 7 0,3-1-237,0 1 1,-1-1 47,0 1 1,1-1-128,2 1 0,0-2 158,0-1 0,0 1-77,0-3 0,1-1 94,1-1 0,2-2 66,3-1 1,1-2 13,-1-3 0,3-1 39,-1-1 0,3-2-179,-2-3 0,3-4 112,-1-1 0,-1-1 30,1-2 1,-2-2 107,2 0 0,-2-2 35,2 2 0,-4-3-84,2 1 0,-4-2 124,-1-1 0,-1-2 126,0 0 1,0 0 406,-4 2 0,0 1 213,0 2 0,-1-1 435,-2 6-679,-1 1 1,0 9-278,-1 2 1,2 4-247,-1 3 1,2 4 141,-1 4 0,3 3 25,0 4 1,0 1-146,0 0 0,0 1-176,0 0 0,0 0-379,0 2 0,0-1 51,0 1 1,0-1-147,0-2 1,0 1 358,0 0 0,0-1 93,0-2 0,-1-2 137,-2-5 1,3-2-197,-3-2-205,2-1 176,1-3 0,0-4-131,0-5 0,1-4 140,2 0 1,0-4-92,2 1 1,0-2 257,-2 0 1,2 1 197,-3 1 0,3 1 400,-3-1 0,4-1-354,-1 4 1,-1-1 110,1 3 1,-3-2-76,3 2 0,0-2 77,2 4 1,1 1-177,2-1 0,-2 3-70,1 0 0,2 1 64,-2 1 0,1 3-153,-3 2 0,0 2-19,1 0 1,-2 1 41,-1 2 1,1 1-44,-4 3 1,0 1 59,-2-1 1,0 1-70,-3-1 0,-1-2-161,-3 0 1,2-3-357,0 1 1,1-2-879,-1-1 1427,2-3 0,16-17 0,3-7 0</inkml:trace>
  <inkml:trace contextRef="#ctx0" brushRef="#br0" timeOffset="2207">2128 72 7758,'-7'-9'-129,"0"-1"-303,-1 0 432,4 6 0,11 20 0,5 8 0</inkml:trace>
  <inkml:trace contextRef="#ctx0" brushRef="#br0" timeOffset="2900">2389 268 7758,'-5'-8'0,"0"1"0,0 1 323,-2 1 0,-3 1 493,1 1 0,-2 3-182,2-3 0,-3 3-356,-2 3 1,2 1-241,0 3 1,0 3 59,-3-1 0,4 4-189,1-1 1,2 1-46,1-1 0,1 2-325,1-2 0,2-1 134,3 1 1,0-3-153,0 1 0,3-5-152,2 0 1,1-3 173,1 0 1,3-1 82,0-1 0,2-3 209,0-2 1,2-2 112,1-3 0,-2 2 92,-1-2 0,2-1-43,-2-1 0,1 1 58,-1-1 1,-1 2 75,-4-2 1,0 1 157,0-1 1,0 1 910,-2 4-383,-2 0 136,-3-1-744,0 4 1,-1 4-47,-1 5 0,0 2-150,-3 0 1,3 0 75,0 0 0,1 1-92,1 2 1,0-1 20,0 3 0,0-3-77,0 1 1,0 0-11,0 0 1,0-1 49,0-1 1,1-1-187,1 0 47,-1 0 16,6 0 0,-6-2 79,4-3 17,0-1 0,2-1-1,0 0 1,-2-3-15,0 1 1,0-4 40,2 1 1,0-3 100,1-2 0,-2 0 217,-1 3 1,1-3 4,-1 1 1,2-3 107,0 2 1,-2 0-84,0 0 1,-1 1 63,4-3 0,1 2-54,1-2 0,0 3-41,-3 0 1,0 3-73,0 1 1,0 4-59,1-2 0,-1 3 0,0 3 0,0 1-71,-3 3 0,5 3-207,-5-1 1,4 4-204,-3-1 1,2-1-423,0 2 0,-1-2-864,-1 1 0,2 1 502,-3-4 1,0 1 1097,-2-3 0,2 1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6:05.3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1 275 7753,'7'-2'31,"0"0"0,0-2-21,1 2 1,0 1-27,1-1 1,3 0-187,2 0 0,1 1 138,2-2 0,-1 2 71,4-2 0,1 3 111,3-3 1,1 2 101,0-2 1,-2 2-188,3-1 1,-2 1-15,0 1 0,-1-2-26,1-1 0,-1 0-3,1 1 0,1 1-144,-1-2 0,3 2 106,0-2 0,-2 3-101,-1-3 1,1 0 141,-1 1 1,3-2-14,-3 2 0,1 1 23,-1-1 0,-2 0 115,3 0 1,2 1-106,-1-2 1,3 0-35,-4 1 1,1-1 20,-2 3 1,5-2-31,-2 0 0,2-1-134,-5 3 1,3-1 122,0-1 1,0 1 4,0-1 0,0 1 60,-3 1 0,0-2-19,-2-1 0,2-2 18,0 3 0,3-1-41,-3 3 1,3-2 10,0 0 1,1-2-21,1 2 1,-3 1-96,1-1 0,-4 0 15,1 0 0,1 0 73,0-3 1,-1 4 59,1-2 0,-3 2-23,2-2 1,1 3 114,-1-3 1,0 0-73,-2 0 0,0 1 17,0 2 0,-1 0-37,1 0 0,0-2 12,0-1 0,-1 1-30,1 2 1,2 0-6,0 0 0,3 0-10,-3 0 1,0 0 28,-2 0 1,-1 0-62,1 0 1,-2 0 30,-1 0 0,-2-3 1,2 1 1,0 0-10,0 2 0,2 0 0,-2 0 0,0 0 5,0 0 0,0-3-1,3 1 1,-3-1 26,0 3 1,1 0 2,2 0 1,-4-2 83,-1 0 1,1-1-65,-1 3 0,3 0-29,-1 0 1,-1-1 3,-1-1 1,0 1 4,0-1 0,3 1-82,0 1 1,-3 0 76,0 0 1,-1 0 46,1 0 0,-2-3-59,2 1 0,-1 0 151,-2 2 0,1-3-51,2 1 1,-1-1-33,0 3 0,0 0-57,-2 0 1,-2-2 0,0 0 0,0-1 18,3 3 1,-1 0-13,-2 0 0,0 0-41,-2 0 1,3 0-10,-1 0 0,-1 0 7,1 0 1,-2 0 66,2 0 0,0 0 10,3 0 1,-3-1-44,0-1 0,-3 1 11,3-1 0,1 1-13,1 1 0,0 0-2,-2 0 0,1 0-42,-4 0 1,4 0 50,-1 0 0,1 0-46,-1 0 0,-1 0 21,-1 0 1,1 0-5,1 0 1,0 0-41,-2 0 1,3 0-6,-1 0 1,2-1 10,0-1 1,1 1-81,-1-2 0,3 3 43,0 0 1,2 0-14,-2 0 1,0-3-51,-2 1 0,1-1 75,1 3 0,3 0 2,-3 0 1,2 0 56,-2-3 1,0 2 0,0-1 0,1 1 47,1 1 0,0-2-78,-2-1 1,0 1 21,3 2 1,1 0 17,-2 0 0,-1 0-50,2 0 1,-4 0 20,1 0 1,0 0 1,0 0 0,0 0 33,-2 0 1,-1 0-5,1 0 0,1 0 5,-2 0 1,3 0 9,-2 0 1,-1 0-17,3 0 0,-2-1 12,0-1 0,-1 1 37,1-2 1,-2 3 5,-1 0 0,1 0 69,-3 0-114,3 0 0,-5 0 17,2 0-21,-6 0-1,3 0 0,-6-1-175,1-2 0,0 3-144,0-3 22,-1 2 295,2-2 0,-6 2 0,-1-2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6:12.9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268 58 7677,'0'-11'118,"0"3"0,0-1 88,0 1 1,0 3 835,0 0-668,0 0 0,-1 1-187,-1 2 1,-2 2-138,-4 2 1,0 2 79,-1 3 1,-2 6-123,-4 2 0,1 4 56,-1 0 0,1 5-208,-1 0 1,-2 3-237,0 0 0,1-2 236,4 2 1,-3-1-45,3 0 0,-3-3-73,6-4 1,-1-4-69,3 0 0,0-2-21,-1-6 290,4 2-123,1-8 0,5 2 30,3-3 0,0-3 167,7 1 0,1-3-88,4 3 1,-2-4 385,2 1 0,-2 1-109,0 0 0,-1 2 7,1-1 1,-1 0 45,-2 1 1,1-1 168,-4 3 1,4 0-2,-1 0 1,2-2 138,0 0 1,1-1-295,-1 3 0,-1 0-63,2 0 1,-6 0-1055,3 0 569,0 3 0,-4-2-466,2 2-454,-5-3 1199,1 0 0,5-12 0,4-5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6:06.1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51 594 11448,'0'-4'-3271,"0"1"3271,0 3 0,6-3 0,2-1 0</inkml:trace>
  <inkml:trace contextRef="#ctx0" brushRef="#br0" timeOffset="169">22 493 7781,'0'-7'216,"-3"-1"115,2 1 0,-3 1-1847,1 1 1516,3 2 0,-7 6 0,3 1 0</inkml:trace>
  <inkml:trace contextRef="#ctx0" brushRef="#br0" timeOffset="1269">623 334 8370,'0'-4'824,"0"0"1,-1 4-449,-1 0 0,1 4-104,-2 0 1,3 6-13,0 2 0,-3 2-212,1 0 0,-3 2 109,3 0 1,-3 2-420,2 1 0,-2 2 90,0-1 0,1-3-108,-1 0 1,3-2-427,-3-3-648,3-2 964,-1-6 1,3-1-31,0-6 1,0-4 133,0-5 1,0-2 243,0 0 0,2-3-65,1 0 0,2-2 146,-3 2 1,4-3 16,-2 0 1,3 2 111,0-1 0,0 3 140,1-1 0,-1 1-89,0 2 0,0 3 20,1 1 0,0 5-1,1 3 0,0 1 78,3 1 1,-2 3-107,2 2 0,0 4 15,2 0 1,1 4-330,-1-1 0,-2 2 0,1 1 1,-2 1-6,1 1 1,1 1-112,-4-1 0,-1-2-297,-4 2 0,-2-2-295,0-3 1,-1 1 148,-1-1 663,-3-1 0,-7-7 0,-6-5 0</inkml:trace>
  <inkml:trace contextRef="#ctx0" brushRef="#br0" timeOffset="1463">616 449 7731,'-4'-7'539,"4"2"67,-3 1 1,2 1-445,1-2 1,2 4-102,3-2 1,4 2 30,8 1 1,1 0-506,4 0 0,5 0-1433,2 0 1846,2 0 0,27-3 0,7-1 0</inkml:trace>
  <inkml:trace contextRef="#ctx0" brushRef="#br0" timeOffset="2009">1492 268 7860,'0'-7'501,"0"0"-44,0 3-286,0-3 0,0 7 171,3-3 175,-2 2-284,2 1 0,-3 4-72,0 4 1,-1 0-60,-1 4 1,-2 2-90,-4 3 1,4 3 22,-1-4 0,-2 4 11,-3-3 0,0 3 16,3-1 0,2 1-162,0-1 0,3-1-6,-3-3 1,3 1-193,0-2 1,4-1-20,3-6 0,3-3-183,1-1 0,3 0-508,5-1 0,-1-2 247,4-2 760,2-7 0,13-9 0,7-8 0</inkml:trace>
  <inkml:trace contextRef="#ctx0" brushRef="#br0" timeOffset="2276">1796 370 7696,'-1'-7'-50,"-1"3"0,0 0 222,-3 4 1,3 0-76,-3 0 0,-2 4 16,-3 0 0,-3 3 3,1 0 1,-2 3-73,0-1 0,-3 4-73,0-1 1,3 2-1,5 0 0,2 0-153,2-2 1,1 2 141,4-2 0,4-2 13,4-3 0,3-3 33,6-4 0,-1 0 76,3 0 1,-3-4-76,1-3 0,-1-1-165,-2-5 1,-3 1-193,-1-2 0,-3 2 52,-2 0 0,-2 0-377,-3 0 675,0 2 0,-13-7 0,-3-2 0</inkml:trace>
  <inkml:trace contextRef="#ctx0" brushRef="#br0" timeOffset="2593">1998 326 7765,'4'-3'561,"3"-1"879,-2-3-1162,-2 3 1,3 0-374,-4 1 145,0 3 0,-5-3-59,-2 6 0,-1 0 77,-1 2 0,-1 1-26,-2-1 1,2-1-13,-2 1 0,2 0 11,1 2 1,0 0-197,0 0 141,-1 1 1,4-1-69,2 0 0,1 0 5,1 0 1,3 1-140,2-1 0,7 0 104,3 0 1,3 1 18,-1-1 0,0-1-74,-3-1 1,0 2 130,-2-3 0,-2 3 210,-5 0 0,-3-2-219,-4 0 0,-3-4-34,-5 2 1,-2 0-236,-5-1 1,0 1-403,-3-3 1,-1 0 715,2 0 0,-2-16 0,-1-4 0</inkml:trace>
  <inkml:trace contextRef="#ctx0" brushRef="#br0" timeOffset="2918">2252 297 7765,'-5'-2'358,"0"0"133,0-1 1,-2 3-193,0 0 0,0 0-70,-1 0 1,1 3-14,0-1 1,1 4-146,1-2 0,-1 3-181,4 0 0,-1-1 45,3 1 0,0-3-113,0 6 0,0-4 161,0 4 0,3-2 22,2-1 0,2 0 396,0 0 0,0 1-154,0-1 1,1-1-32,-1-1 1,0 2-11,0-3 0,1 3 150,-1 0 1,-2-2-240,0 0 1,-4-3-283,2 3 1,-2-1-551,2 1-169,-3 1 1,0-2-572,-4 0 0,-4 2 230,-1-4 1225,-3 1 0,-21-10 0,-6-1 0</inkml:trace>
  <inkml:trace contextRef="#ctx0" brushRef="#br0" timeOffset="4030">2672 276 7678,'4'-4'728,"2"0"-382,-1 1 1,2 2-73,0-1 1,3 0-141,2 0 0,5-2-10,2-3 0,5-1 7,0 1 1,2-3 15,-1-2 1,0-2-221,-3 0 0,-2-3-411,-5 0 0,-6-3 165,-2 4 1,-6-4 157,-1 3 1,-5-1 93,-5 3 0,-5 0 25,0 5 0,0 2 125,3 3 0,-2 2-59,2 3 0,-1 3-75,-2 2 0,3 4 142,0 3 0,3 3 39,-1 2 1,0 2 52,0 5 1,1 2-138,5 3 0,-2 1 7,4 1 0,-2 1-53,2 2 0,1 3-14,-1-3 1,0-1-23,0-4 0,0-3 71,-3-2 0,1-4 16,-1-3 1,-1-5-2,1-3-15,-1-4-71,-1-2 1,2-6-102,3-2 1,1-4-36,1 0 0,3-4-253,2 1 0,4-2 95,1 0 0,0 2 66,0 0 0,1 0 180,4 0 1,-1-1 5,1 4 1,-1-3 123,1 2 0,1 0-60,1 3 0,3 0 139,-3 0 0,-1 2-71,-1 0 1,-4 3 301,-1 0-89,-2 4 1,-4 5-101,-2 2 1,-1 2-17,-1-1 0,-3-2-113,-2 4 1,-1-2 8,2 2 0,-2-2-31,4 2 0,-3-3-121,2 0 1,1 2 106,2-2 0,1 0-149,1-4 1,1-1 113,4-1 0,-1-3-117,6 3 1,-2-5 3,2 0 0,-1-6 83,1 0 0,2-1 28,-2-1 1,2 1 52,0-3 1,-2 3 113,0-3 0,0 2 14,3-2 0,-4 3 173,-1-1 1,0 5-23,0 0 0,0 3 123,-3 0 1,-2 1-230,0 1 1,-4 1-121,2 1 0,-3 3-138,0 5 0,0-2-62,0 1 1,0 0-309,-3 1 0,2-1 11,-4 3 0,2-3-411,-2 0 0,3-3 49,-3-1 788,4 0 0,17-17 0,8-5 0</inkml:trace>
  <inkml:trace contextRef="#ctx0" brushRef="#br0" timeOffset="4412">3280 334 7701,'4'-4'615,"0"0"-282,-2-3 1,0 3 785,3 2-336,-4 1-378,6 1 0,-6 1-160,1 1 0,1 3-37,0 5 0,-1-2-189,-2 4 0,0-2-53,0 2 1,-2-2-49,-1 2 0,-1-2 125,1 2 0,-3-3-171,2 3 1,0-3 10,-1 1 0,2-3-105,-1-2 1,1 1-72,-2-1 83,4-2 1,-3 3-311,1-4 291,2 1 237,-2-6 0,6-1-79,2-4 0,2-1 130,0-1 0,0-2-72,0 2 0,3-2 130,0 3 1,3-4-51,-1 1 0,2-1-14,3 1 0,-2 0-14,2 3 1,1 2-22,-1-1 1,0 4-24,-3 4 0,-3 0-58,-1 0 1,-2 6 22,-1 1 0,-3 3 68,-1 0 1,-2 1-2,-1 3 1,0-2-136,0 0 1,0 0-153,0 0 1,0 1-219,0-4 1,0 1-1243,0-3 1720,0 0 0,16-12 0,4-4 0</inkml:trace>
  <inkml:trace contextRef="#ctx0" brushRef="#br0" timeOffset="5061">3743 305 7708,'-4'-5'272,"2"0"1,-1 3 436,0-3 1,-2 3-268,0 0 1,0 2-151,-2 2 0,1 2-47,-4 3 0,2 4-100,-2 1 1,2-1-108,-2 1 0,3 0-120,2 3 1,0 0-326,2 2 1,1-2 32,2 2 1,0-2-285,0-3 0,3 1 115,2-4 0,2-2 193,3-2 0,1-3 7,3 0 0,2-4 150,1-3 0,-1-2 193,3-3 0,-2-2 0,2-5 0,0 1 0,3-3 0,-3 2-60,-2-2 1,-2-1-38,-1-1 0,0-4 267,-2 1 1,-1 0 215,-4 2 0,-2-2 13,-1 0 1,-1 0-23,2 2 0,-4 4 614,2 1-196,-2 2-485,-1 3 0,0 6 15,0 6-208,0 10 1,-4 2 37,-1 5 1,1 0-84,0 0 1,1 4 67,-2 1 1,1 0-182,0 2 0,-3-2-313,2 0 1,1 2 133,-1 0 1,1 0-50,-4-2 0,2-1 210,1-2 0,-1 1 182,1-6 1,1 1-42,-1-5 251,3 0-511,-4-6-43,5-1 0,-2-6-74,3-2 0,2-4 34,1-1 0,2 0-44,0 0 0,-1 1 231,1-3 1,-3 3 113,3 0 1,0-2 53,2 2 1,1-2 290,-1 2 1,0 1 8,0-2 0,1 2-163,2 1 1,-1-1 24,3 1 0,0 2-133,2 0 1,0 4-83,-2-2 0,2 3 104,-2 0 0,2 4-28,0 3 0,-3 1-162,-1 4 1,-2-2-8,-1 2 0,-3 1-116,-1 3 0,-2 0 16,-1 1 1,0-2-181,0-1 0,-4 0 48,0-2 0,-3 1-66,0-3 0,2-1-14,0-5 364,0 0 0,11-37 0,3-7 0</inkml:trace>
  <inkml:trace contextRef="#ctx0" brushRef="#br0" timeOffset="5227">4192 153 7502,'-7'0'-516,"0"-3"516,-1 1 0,-2 6 0,-1 4 0</inkml:trace>
  <inkml:trace contextRef="#ctx0" brushRef="#br0" timeOffset="5912">4388 355 7923,'-8'-7'539,"3"2"73,-2 0 0,1 3-95,-4-3 0,-1 4-25,-1-2 0,1 2-280,-1 1 1,0 3-199,-3-1 0,1 6-31,2-1 0,2 2-180,3-1 1,2 2-23,0 2 1,3-1-267,0 1 1,1 0 193,1 0 0,1-2-121,1-3 0,3 0 16,5-2 1,-1 0-113,3-2 1,-3-1 245,4-2 1,-2-2 126,1-1 1,2-2 82,-2 0 1,1-2-2,2-3 0,-3 2 168,0-2 0,-3 2-50,0 1 0,2-1 47,-2-2 0,1 2 422,-3-1 0,-2 1-241,0 0 0,-3 2 672,3 1-325,-3-1-52,1 5-179,-3-2 1,0 9-275,0 4 0,0-1-137,0 1 1,0 0-49,0 0 1,0 0 36,0-3 0,1 3-109,1-1 0,-1 1 42,2-3-166,1 0 169,-4 1 1,4-2-322,-1-1 225,-2-2-317,2-3 300,-3 0 1,0-3 130,0-2 0,0-1-13,0-2 0,2 1 88,1 0 0,-1 0 163,-2-1 0,2 1-19,1 0 1,2-1 205,-3-2 0,4 2 183,-1-1 0,1 1-171,1 0 0,0 3 20,1 1 0,1 2-132,1 0 1,3 1-67,-1 1 0,1 3-46,-1 2 1,2 2-63,-2 3 1,1 1-64,2 3 0,-4 1-239,-1-1 1,0-1-1244,0-1 0,-1 0 285,-1 2 1168,-1-3 0,3-3 0,2-5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6:16.7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173 25 7724,'0'-7'0,"0"0"1304,0 3-851,0-3 1,-4 7-227,-3 0 1,-1 6 9,-4 4 1,0 2 24,-2 0 1,-1 5-100,1 3 0,-1 1-72,1 0 0,-1 3-61,1 1 0,2 4-318,3-3 0,4 1-145,3-2 1,2-5-98,2 1 0,4-4-397,6 0 0,0-8 927,8-4 0,34-26 0,12-7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6:22.1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175 283 7316,'4'0'-504,"-1"0"0,-2 0 566,1 0 35,-1 0 0,2-4 62,-3 4 15,0-4 154,3 4-190,-2 0 27,2 0-59,-3-3-185,0 2 151,0-2-95,-3 6 0,-1 1 33,-3 0 0,2 3 5,0-2 0,0 1-39,-2 1 1,2 0-7,1-2 1,2 1-23,0-1 0,1 1-14,1 2 0,0-4 5,0 1 1,3-2-11,2 1 0,2-2 72,3 0 0,0-1-5,2-1 0,4-1 5,-1-1 0,1-1-9,-2-2 1,1-1 7,-1 1 1,1-2 32,-1 0 1,0 0 2,-2 0 1,-2 0 29,-2 2 1,-4-1 80,-2 1 314,2 2-279,-3-4 1,1 7-23,-4-3-31,1 2-59,-5 5 1,3 0-15,-2 3 0,1 3-31,1-1 1,2 4 9,-4-1 0,2 3-91,-1 2 1,-1 1-25,-2 4 1,-1 2 4,1 0 1,-3 3-47,1-3 1,-7 1 130,2-3 0,-3 1-6,0-6 1,-1-4 21,-4-3 0,0 0 102,1-3 1,-1-2-49,0-5 0,4 0 160,1-3 0,2-1-51,3-3 1,2-3-31,2 1 0,2-3-28,1 2 1,2-2-54,3 2 0,3 0-88,2 0 0,2 1 64,3-3 1,2 4-27,5 1 0,1 0 140,4 2 1,3-1-107,2 1 1,-2 0-52,2 2 0,-4 1-251,1 2 0,-1 1-428,-1 1 1,-6 2-476,-3 3 1143,-3 1 0,-25 2 0,-2 1 0</inkml:trace>
  <inkml:trace contextRef="#ctx0" brushRef="#br0" timeOffset="630">638 529 6681,'-4'0'1071,"1"0"724,3 0-1444,-3 0-186,2 3 0,-3-1-76,1 2 0,-1 0-128,-3 1 1,0 2-54,0-2 1,-1 3-669,1 2 0,-3 1-1145,1-2 1905,-1-1 0,3 12 0,0 0 0</inkml:trace>
  <inkml:trace contextRef="#ctx0" brushRef="#br0" timeOffset="1474">1065 246 7755,'0'-4'0,"0"-1"684,0-1-112,0 3-388,0 0 1,-1 4-61,-1 1 0,-2 2-150,-3 3 1,2 1 26,0 2 0,1-2-187,-1 2 0,0 0-7,2 0 0,1 0-30,2 0 0,0-2-103,0 2 1,0-2 109,0-1 0,1-2-43,1-1 0,4-2 171,4 0 0,3-1 10,-1-1 0,2-1 12,0-1 1,4-2 123,1-3 0,-1 0 21,-1-1 0,-1 1 39,1 0 0,-4 0 132,1-1 0,-2 1-3,0 0 1,-4 2 115,-3 0 0,-2 4 209,1-2 93,-2 2-453,1 1 1,-5 4-104,-1 4 1,-1 2-122,1 5 0,-3-1 55,2 1 0,-4 3-128,-1 4 0,0 0-33,-3 5 0,2-3-227,-2 3 0,-2-2 69,-3 2 0,-3-2-54,0-4 1,-1-2 281,-4-2 1,1-3 155,-3-5 1,0 0 294,3-7 0,0 0-176,5-4 0,0-6 68,4-4 1,3-2 24,7-3 0,3 1 379,4-3 1,5 0-395,6 0 1,3 1-271,4 4 1,1 0-393,4 2 1,0-1-87,4 3 1,0 3-331,0 2 1,0 1 87,0-1 0,0 2-1191,0 3 1876,-6 0 0,4-3 0,-5-1 0</inkml:trace>
  <inkml:trace contextRef="#ctx0" brushRef="#br0" timeOffset="1907">1159 51 7587,'-3'-4'-238,"2"1"633,-4 3 0,2 0-160,-2 0 0,3 0-132,-3 0 1,0 2-89,-2 1 0,0 2 23,0 0 0,-1-1-181,1 1 1,2-3 93,1 3 1,1-2-111,-2 1 1,3-2 96,-3 0-16,3-1-83,-1-1 190,6-3 0,1 1 162,4-2 0,-1-1 28,0-3 1,1-1 230,2-1 0,-1 0-99,3 3 0,-3 0 134,4 0 0,-1 2-210,2 0 1,0 4-100,-2-2 0,1 2-187,0 1 0,-3 1-462,0 2 0,0 4-631,0 5 0,2 1 1104,-2 2 0,9 19 0,0 4 0</inkml:trace>
  <inkml:trace contextRef="#ctx0" brushRef="#br0" timeOffset="2257">1529 152 7755,'0'-5'-416,"0"1"-32,0 2 1,0-1 613,3 3 1,1 0 594,3 0 1,1 5-280,2 3 1,1 5-100,4 1 1,-4 5 2,-2 5 0,-1-1-357,0 4 0,-4-1-245,-2 3 0,-7-2-230,-5-1 0,-6-5-572,-4 1 0,0-8 1018,1 1 0,-5-12 0,1-1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21.7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81 58 7714,'0'-7'753,"0"0"-425,0 3 213,0 1-200,0 9 0,0 0-189,0 6 0,0 1-67,0 4 1,-1-1-171,-2 3 0,2-1 25,-4 2 1,0 0 9,-2-3 0,2 2-150,0-2 1,3 0-166,-3-3 0,3 1-36,-3-1 1,3-2-242,0-3 1,1-3 168,1-1 473,0-4 0,0-20 0,0-9 0</inkml:trace>
  <inkml:trace contextRef="#ctx0" brushRef="#br0" timeOffset="307">44 66 7714,'-2'-5'82,"0"0"0,-2 3 464,2 0-386,1 1 1,-2 0 333,3-1-285,0 1 0,3-2-104,2 3 1,2 0-146,3 0 0,-1 0 83,6 0 1,-1-3-66,5 1 0,0-3-101,3 3 1,0-3-350,-1 3 1,1-3 90,0 2 0,-1-2-284,-2 3 0,-2-1 70,-5 0 595,-2 3 0,-15-4 0,-4 4 0</inkml:trace>
  <inkml:trace contextRef="#ctx0" brushRef="#br0" timeOffset="785">8 174 7714,'-4'0'1181,"1"0"-1278,3 0 0,6 0 116,1 0 0,5-2-99,0-1 1,2 0-223,3 1 0,2 1 116,2-1 1,2-2-149,1 2 0,-1-3 149,4 3 0,-1-3-121,0 2 0,-2 0 306,-4 1 0,-3 1 0,-2-1 0,-1-2 0,-2 2-16,-5-1-95,-1 3 297,-5 0 1455,2 0-1402,-6 4 0,0 0-168,-2 3 0,-1 0 37,1 0 1,-2 1-18,-3-1 0,2 3-4,-2-1 1,0 3 6,0-2 0,0 3 43,0-1 0,4-2-8,-1 0 0,5 0-47,-1 0 0,3 0 6,0-3 1,1-1-99,4-1 1,1-2 112,6-3 1,0 0-159,2-3 0,1-1-77,-1-3 1,0-3-165,-2-3 0,-2 2-41,-2-1 0,-2 0-217,-1-2 0,-2 2 187,-3-1 0,1 4-328,1-3 695,-1 3 0,2-5 0,-3 3 0</inkml:trace>
  <inkml:trace contextRef="#ctx0" brushRef="#br0" timeOffset="1066">450 138 7714,'0'4'-493,"1"0"584,1-2 1,-1 0 290,1 3 1,-1-3-260,-1 3 0,1 0-61,1 2 1,-1 0-49,1 1 1,-1 1 32,-1 1 1,0 2 26,0-2 1,0 0 26,0 0 1,0-2-13,0 1 1,0 0 42,0-2 1,0-2 7,0-1 1,0-1 308,0 2-19,0-4 0,0 2 85,0-6 0,0-1-125,0-3 1,1-1-174,1-2 1,2 1-81,4-3 1,0 0-152,1-2 0,3-1-73,2 1 1,1-1-272,2 1 1,-1-1-62,4 1 1,-2 2-492,2 0 1,-2 5 137,-1 0 1,-5 5 771,0-1 0,-9 12 0,-4 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24.0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36 324 7663,'4'-4'266,"0"4"1,-4-6-212,3 4 1,-2 0 33,1 4 1,-1 2-99,-1 4 0,0 2 81,0 2 0,0 2-135,0 0 0,-3 4 42,1 1 1,-4 0-140,2 0 0,-2 0 70,1 0 1,-1-1 99,1-4 0,1-3 56,-1-1 1,3-4-49,0-2-5,1-2-72,1-5 1,1-5-96,1-7 0,2 1 45,4-1 0,-1 1-100,0-1 1,0 2-32,1 1 0,0-2 56,1 2 1,-1-2 73,2 0 0,0 2 32,0 0 1,3 3 41,-1-1 0,-2 3 86,0 2 0,-2 2 108,-1 3-79,1 0 0,-4 1 136,-2 1 1,-1 3-8,-1 5 1,0-2-54,0 1 1,0 2-53,0-2 1,0 1-29,0-3 1,1 3-2,1 0 0,0-2-2,3-3 0,-1 1-1,4-4 1,0 3-37,1-3 1,-1 1-7,2-3 1,0 0-12,0 0 1,2-1-105,-2-1 1,2-2-160,-2-4 0,0-1 34,0-1 0,-2-2 22,1 2 1,-3-2 152,-1 3 1,-4-4-32,2 1 0,-2 1 64,-1 2 1,-1 1 129,-2 0 1,-1 4-52,-6 2 0,2 1 207,-2 1 1,0 1-16,0 1 0,0 5-131,0 2 0,3 4-26,0-1 0,0 2-76,5 0 0,-3 1 16,2-1 1,1 1-138,2-1 0,1 1-246,1-1 0,2 0-245,4-2 0,2 0 285,2-5 1,3 1 108,1-5 1,1-1 182,2-2 0,0 0 0,25-22 0,6-6 0</inkml:trace>
  <inkml:trace contextRef="#ctx0" brushRef="#br0" timeOffset="419">630 338 7472,'4'-10'-478,"-1"-1"669,-3-1 0,0 1 417,0 1 0,-1 3-233,-1 0 1,-2 3-25,-3 4 0,-4 0-238,-1 0 1,-1 1-40,1 4 1,-1 1-169,1 6 0,-2-3 83,-1 4 1,2-1-171,1 2 0,1-2 46,4 0 1,2 0-164,0 3 0,4-3 130,-2 0 0,3-3-89,0 0 0,2-1-41,0 0 0,6-2 146,0-1 1,0-2 137,0-3 1,0 0-13,1 0 1,-1-3 196,2-2 1,-2-1-56,-1-2 0,1 1 155,-1 0 1,0 0-98,0-1 0,0 1 16,-2 0 1,1 0 47,-1-1 1,-1 4-102,1-1 0,-3 2-161,3-1 0,-3 2 109,3 0-183,-3 1 0,3 4 68,-2 2 0,2 2 9,-3 3 1,1-1 113,-3 3 1,-1 1 152,-2 3 1,-1 0 1,-3 4 1,-1-1 12,-2 3 0,-3-3 94,-4 0 1,-3 0-262,0 0 1,-1-3-237,0-4 1,0-4-204,1 2 1,0-5-663,3-3 1,2-2 380,6-2 0,2-5 626,7-2 0,39-36 0,9-7 0</inkml:trace>
  <inkml:trace contextRef="#ctx0" brushRef="#br0" timeOffset="1059">753 316 7683,'-3'-6'411,"-2"1"656,-1 2-801,-2 3 1,4 3-80,2 2 1,1 2-1,1 3 1,0-1-88,0 3 0,0 2-144,0 3 0,0 1 172,0-1 1,0-1 33,0 3 0,0-3-293,0 1 1,-3-2-436,-2-3 0,1-2 208,-1-3 245,0 1 68,-2-4 1,3-4-101,2-5 1,1-3-157,1-1 1,2 0 129,1-3 0,5 0-71,-1-3 0,3 1 86,-1-1 0,3 1-140,2-1 0,-2 2 262,0 1 1,0-1 15,3 3 1,-1-2 91,1 2 0,-1 1-87,1 2 1,-3 3 112,0 1 0,-3 2-59,0 1 0,-1 0 159,0 0 1,-4 4-41,-2 0 0,1 3 56,0 0 1,0 0-248,-1 1 1,-1 1 55,2 1 0,-2-1-84,2-1 1,-3-1 90,3 0-28,1 0 0,0 0-12,3-2 1,-2-2-12,0-3 0,0 0-51,2 0 0,0 0-120,0 0 0,3-3-21,0-2 1,-1-2 111,-2 0 1,3-2-66,0-1 0,-1-2 26,-1 2 1,-1-2 5,0 2 0,0-2 116,-3 0 1,0 1 15,-4 1 75,0 2 0,-1 2 122,-2 1 0,-1 3 400,-3 4 0,-3 2-36,-2 3 0,-2 3 185,-1 0 0,2 3-347,1-1 0,-1 1-35,3 2 0,-2 2-220,2 0 0,1-1-104,2-1 1,3-1-19,1 1 0,2-1-272,1-2 1,1 1-648,2-4 0,4-2 73,5-2 1,2-3-161,0 0 0,4-2 984,1-2 0,-1-2 0,38-36 0,7-7 0</inkml:trace>
  <inkml:trace contextRef="#ctx0" brushRef="#br0" timeOffset="1318">1332 280 7683,'0'-7'870,"0"3"-599,-3-3 0,-1 7-13,-3-3 1,0 3 90,-1 3 0,1 1-97,0 3 0,-1 0 0,-2 0 0,2 1-177,-2 2 1,6-2-168,1 2 1,0 0 153,1 0 1,-1 2-135,3-2 0,0 0 49,0 0 1,0-2 249,0 1 0,0 2 217,0-1 0,0-1-156,0-2 1,0 1 72,0-1 0,-1 0-328,-1 0 0,-2-2-286,-3 0 1,-1-3-232,1 3 1,-2-3-1939,-1 0 408,0-1 2014,3-4 0,6-11 0,2-5 0</inkml:trace>
  <inkml:trace contextRef="#ctx0" brushRef="#br0" timeOffset="1643">1484 244 7683,'0'-7'0,"0"-1"366,0 1 0,0 2 1452,0 1-1061,0 2-605,0-1 1,-3 6-85,-2 2 1,1-1 65,-1 1 1,1-1-152,-4 4 0,2 1 44,1 1 0,-1 0-138,1 0 0,1-2 51,-1 2 0,3 0-203,-3 0 0,3 0 164,0-3 0,1 2 131,1 1 0,0 1 59,0-2 0,0-1 5,0 2 1,0 0 178,0 0 1,0 0-62,0-3 1,-1 0 151,-1 0 0,0 1-113,-3-1 0,0-1-315,-2-1 1,-2 1-1583,-1-4 0,-2 1 645,2-3 1,1 0 998,1 0 0,20-13 0,5-3 0</inkml:trace>
  <inkml:trace contextRef="#ctx0" brushRef="#br0" timeOffset="1833">1571 309 7683,'7'-7'1041,"-2"3"228,0 1 1,-3 7-678,0 3 1,-1 1-292,-1 4 0,-1 0-257,-1 3 1,-2 0-20,-4 2 1,1-2-245,0 2 1,0-2-414,0 0 1,0-1-1909,2 1 2540,-1-7 0,15-15 0,0-9 0</inkml:trace>
  <inkml:trace contextRef="#ctx0" brushRef="#br0" timeOffset="2011">1702 128 7685,'-4'-3'52,"-3"-1"-72,2-3 1,1 3-702,-1 1-238,4 2 959,-6 1 0,7 13 0,-4 3 0</inkml:trace>
  <inkml:trace contextRef="#ctx0" brushRef="#br0" timeOffset="2601">1904 309 7685,'-1'-7'0,"-1"0"0,0-1 1033,-2 1 0,1 3-367,-2 2 1,1 1-157,-4 1 1,-1 3-307,-1 2 1,-3 2-59,1 3 1,1-1-51,-1 3 1,0 0-178,0 2 0,0-2 88,2 0 0,0 0-27,3 0 1,1 1-788,1-4 1,2 1 223,3-3 1,0-2-24,0 0 0,5-4 223,2 2 1,5-3 10,1-3 0,1-1 49,3-6 1,-1 1 11,3-3 1,0 1 310,0-1 0,1-2 0,-3 2 0,0 1 0,-3-1 0,0 0 145,-2 0 1,-1-1 202,-4 4 0,-1-1 225,-1 3 7,-2 3 0,-3 1-270,-3 3 0,2 3 24,-4 2 0,0 2-126,-2 3 0,2 1-223,0 3 1,1-2 98,-1 0 0,2 1-91,3 1 1,0 0-338,0 1 0,0-3 171,0 0 1,1-3-48,1 1 0,0-2 103,3-1 1,-3-3 222,3-2-92,0-1 0,2-1 24,0 0 1,0-4-88,-3-3 0,5 0-51,-1-3 1,1-1-133,1-1 0,-1 0 112,3 0 0,-3 0 190,0-2 0,2-1 102,2 1 1,-2 0 320,1 2 0,-3-1-114,0 4 0,-1-1 157,0 3 0,-3 2-123,-1 0 1,-1 3 33,2 0 0,-3 5-34,3 4 1,-3 1-186,3 5 1,-1-1-27,1 2 0,1 0-237,-4-2 0,3 2-288,-3-2 1,3-1-247,-3 1 0,4-3-742,-1 0 0,-1-1 1311,1 0 0,16-20 0,6-5 0</inkml:trace>
  <inkml:trace contextRef="#ctx0" brushRef="#br0" timeOffset="3511">2715 229 7670,'1'-6'437,"1"1"163,-1-1 0,2 4-192,-3-3 0,3 5 2,-1 0 1,1 3-137,0 4 1,-2 6-68,1 1 0,-1 6-80,-1-1 1,0 4-76,0 1 1,-1 6-81,-1-1 1,-5 2-170,-2-2 1,-2-3-256,1 1 1,0-5 126,-2 0 1,1-4-254,1-6 0,4-3 91,-1-4 0,4-2-135,-2-3 0,3-4 231,0-3 0,4-3 391,0-5 0,4-2 0,-1-3 0,3 2 0,2-2 0,0 1 0,-3-3 0,0-2 0,0 0 0,1 0 0,-1 2 0,3-2 133,-1 0 1,2 0 291,-2 2 1,-1 4-41,2 1 1,1 5 214,1 2 0,2 3-179,1 2 0,-1-1-81,0 4 0,3 0-103,0 2 1,0 3-122,-2 2 1,-2 1-104,-1 1 0,-4 1 24,-3 2 1,-3 1-160,0 4 1,-7-1-47,-2 1 1,-6-1-178,-1 1 1,-3-1-418,-2 1 0,-2-4 233,1-2 1,0 0 4,-2-2 1,4-2-77,4-1 600,-1-2 0,23-18 0,2-8 0</inkml:trace>
  <inkml:trace contextRef="#ctx0" brushRef="#br0" timeOffset="3978">3005 186 7671,'7'0'0,"0"-2"223,0-1 0,-2 1 348,0 2 1,-1 1-172,1 1 1,1 2-180,-4 3 1,0 1-226,-2 2 1,0 0 117,0 2 1,0 2-20,0-2 0,-2 2-58,0 0 0,-4 0-236,1-2 1,2 1-65,1-3-349,-2-1-108,3-1 176,-3-4-81,4-1 474,7-10 1,-2 2 8,4-7 1,2 3 63,-1-1 0,0 0 13,0 0 1,0-2-47,2 2 0,2 0 115,-2 0 1,2 2 19,0-1 0,-2 0-58,0 2 1,0 0 178,3 0 0,-4 0-60,-1 2 0,0 2-10,0 3 1,-3 0-68,-2 0 1,-4 1-1,2 1 1,-2 2 13,-1 4 1,-1 1-12,-2 1 1,0 3 47,-2-1 0,-1 1-12,1-1 1,-1 2-41,2-2 0,0 1 59,4-1 0,0 0 93,0-2 0,4 0-65,0-3 0,6-3 125,2-2 1,3-1-27,2-1 0,-2-6 175,2-4 1,-3-3-243,-2-1 0,-1-4-71,-4-1 1,-3-1-202,-2 0 1,-2 3-243,-5 2 1,-3 3-616,-7 0 1,1 4 1002,-1 1 0,-6 12 0,-1 7 0</inkml:trace>
  <inkml:trace contextRef="#ctx0" brushRef="#br0" timeOffset="4471">3569 34 7671,'0'-7'684,"-3"-1"986,2 4-1202,-2 1 1,3 5 57,0 3 0,0 0-171,0 7 1,0 0-35,0 3 1,0 2-105,0 0 0,0 3-143,0-1 0,0 3-178,0 2 1,-3-1-50,-2 1 1,0-2-263,0 0 1,-2-4 259,2-4 1,-1-1-128,-1-6 0,2 1-326,0-5 289,4-1 1,-3-3-2,4-1 0,0-1 29,0-4 0,1 2 2,2-5 1,1 1 80,3-1 1,0 2 7,0-1 1,3-2 76,0 2 1,2-1 85,1 3 1,-1 0 16,0 2 1,2 0 158,-2 2 1,2-1 252,0 1 1,1 1-164,-1 2 1,-2 1-26,-3 1 0,-1 4-42,0 4 0,-4 3-45,-2-1 1,-4-1 6,-3 1 0,-6 0 18,-3 3 0,-1-1-251,-2-2 0,0-2-317,0-3 0,-1 0-545,1-2 1,3 0 412,-1-2 1,2-1 557,3-2 0,7-19 0,4-5 0</inkml:trace>
  <inkml:trace contextRef="#ctx0" brushRef="#br0" timeOffset="5464">3837 19 7672,'0'-7'826,"4"0"200,-4 3 1,4 4-646,-4 5 0,0 4-246,0 0 0,0 7-106,0-2 1,0 5 140,0-3 0,0 5-84,0-2 0,0 2-71,0 1 1,0-1-248,0 1 1,0-1-38,0-2 0,0-1-331,0-4 0,0-2 179,0-3 0,0-1 109,3-4 1,2 0-66,4-4 0,3-4 66,2-4 0,3 0 12,0-4 1,2 1 120,-2-1 0,3-3 74,-1 1 0,-3 2 183,-2-3 0,-2 3 51,0 0 0,-1-1 73,-4 0 0,-3 3 226,-2 0 0,-1 5 22,-1 0 1,-3 3-118,-2 0 0,-1 1-279,-1 1 1,-1 1-20,-2 1 0,2 5-53,-2 2 0,2 2 30,1-1 0,0 0-177,-1 2 1,1 2 50,0-2 1,2-1-36,0 1 1,4-1-66,-2 1 0,0 1 85,1-3 0,0 0-45,4-3 0,2-1 45,4-1 0,2-2-4,2-3 1,2 0-68,0-3 0,3-2-89,0-4 0,5 0 265,-3-3 0,3 0-66,-5-3 1,0 1 343,-3-1 0,0 1-55,-2-1 1,0 1 87,-5-1 0,2 4-117,-4 1 0,-2 2 213,0 1-122,-3 3-157,0 1 1,0 4-48,0 1 1,0 3-149,-3 5 1,2-2-9,-4 4 0,2-2 86,-2 2 0,1-2 45,0 2 1,0-2-47,1 2 1,2-4 1,-1 2 0,1-2 92,1-1 28,0 1-79,3-1 0,4-3-2,2-2 0,2-2-270,-1-2 1,-2-3 15,4-5 0,-2 2 129,2-1 0,-2-2 96,2 2 1,-1-4 7,1 1 0,1 0-35,-3 0 1,-1 3 75,-1-3 1,-1 2 222,0-2 0,-2 4 181,0 1 122,-4-1-325,6 8-265,-6-4 1,2 8 59,-3 0 1,-1 3-143,-1 0 1,1 0 117,-2 1 1,3-1-185,0 0 164,0 0 0,0 1 91,0-1 274,0 0-268,0 0 0,0-2 413,0 0-438,0-3 1,0 1-112,3-3 1,0-1-10,2-1 0,1 0-197,-1-3 0,2 0 24,3-2 1,-2 0 25,2 0 0,0-2-27,0 0 1,2 1 166,-2-2 0,0 2-16,0 1 0,-2 0 22,1-1 1,-3 2 231,-1 1-105,-4 2-108,3 3 0,-4 3 8,0 2 1,0 2 23,0 3 0,-3-1-5,1 3 1,-3-3 28,3 0 0,-3 2-2,2-2 0,1 3 105,2-2 1,0 2 210,0-2 1,1-3-59,1-2 1,2-1 96,3 1 1,3-2-355,0-3 0,3-1-85,-1-1 1,1-2-190,-1-4 1,1 0-313,-1-1 1,0 1 560,0-2 0,6-14 0,5-3 0</inkml:trace>
  <inkml:trace contextRef="#ctx0" brushRef="#br0" timeOffset="5770">4858 41 7672,'0'-7'710,"0"2"-354,0 0-321,0 0 1,-1 1 49,-1 2 0,-3 1 159,-4 1 0,-3 0 22,-2 0 1,-1 3 219,1 2 1,-3 2-367,0 0 1,1 3 45,4-1 1,2 3-633,5-2 1,2 2 197,3-2 0,1 0 9,1 0 0,2-2 146,4 2 0,1-2-1,1-1 1,2 0 213,-2 0 1,0 1 183,0-1 1,-5 0 152,3 0 0,-4-2-24,1 0-304,-1 0 0,-8 2-221,-1 0 1,-2-2-475,-2 0 1,0-4 200,-3 2 1,2-1-864,-2 0 1248,0-1 0,1-1 0,0-4 0</inkml:trace>
  <inkml:trace contextRef="#ctx0" brushRef="#br0" timeOffset="5970">4938 273 8672,'0'7'1214,"0"0"0,0 1-1293,0-1 1,-3 1-775,-2 2 1,-2-2-3,0 4 855,0-3 0,-10 11 0,-2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0.9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188 130 7674,'-7'0'205,"0"0"1,-1 0 340,-2 0 1,2 0-226,-2 0 1,-1 3-146,-1 2 1,-1 2-109,1 3 1,-2 1 25,2 3 0,0 1-149,-1-1 0,1 1 52,2-1 1,1 0-128,4-2 0,2 1-25,3-4 1,0 1-348,0-3 0,4-3 159,3-1 1,1-2 114,4-1 1,3-4 95,2-4 1,0-1 49,-3-3 1,3-2 114,0 2 1,0-4-59,-3-1 0,1 0 101,-1 3 1,-2 0 89,0 2 1,-3-2 228,1 2 1,-5 2 368,-3 0 0,-1 4 338,-1 1-605,0 4 1,0-2-220,0 6 0,-2 2-172,-1 4 1,1 0-165,2 3 0,0 0-304,0 3 1,0 2 160,0 0 1,1-1-348,1-1 0,2-1-2018,3 1 2566,4-1 0,13 1 0,6-1 0</inkml:trace>
  <inkml:trace contextRef="#ctx0" brushRef="#br0" timeOffset="1087">970 64 7674,'-14'-4'0,"-1"-1"680,1 2 0,-1 1-195,1 2 0,-1 3-101,1 2 1,-1 2-87,1 3 1,0 1 17,2 4 0,2-1-190,2 1 1,2-1-81,1 1 1,2 1-124,3 1 1,0 0-263,0-2 0,3-1-137,2 1 0,2-1-163,3 1 0,1-4-336,4-1 0,0-6 462,2-1 0,-1-2 513,3-1 0,-2-1 0,2-2 0,0-1 0,0-3 0,1-3 0,-3-2 0,3 0 0,-4 0 0,1 0 0,-2-2 0,2-1 0,0 1 0,2-1 0,-2 1 0,0 2 64,-3 0 1,1 0 290,-1-3 0,-5 4 47,-2 1 1,-4 2 85,-1 1 1,-4 3-131,-3 2 1,-6 1 16,-3 1 0,-1 3-205,-5 2 0,2 1-11,-2 1 0,0 1-78,3 2 1,1-2-9,1 2 1,1 0-229,2 0 1,3 2-78,4-2 0,2 2-269,3-3 0,0 3 84,3-2 1,4-3-296,5-2 0,2-3 106,0 0 0,1-1 606,-1-1 0,1-1 0,-1-1 0,1-3 0,-1-5 0,1 1 0,2-3 0,-1 3 0,1-3 0,-2 2 0,-1-2 0,0 2-48,-2-2 0,1 3 81,-3 0 1,-3-2 473,-2 2 0,-1 1 96,0 4 84,0 2-179,-4-1-342,0 9 0,0 1-40,0 5 1,-1 2-129,-2-2 1,2-1 15,-4 2 0,3-4-160,-3 3 1,2 0-74,-1 3 0,1-4 29,-2-1 0,4-2 136,-2-1 1,3 0-85,0 0 78,0 1 1,0-4-26,3-2 0,1-2-107,3-2 1,1-2 77,2-4 0,0-1-126,2-1 0,1-2 260,-3 2 0,2-2 59,-3-1 1,4 1 154,-4 0 1,2-2-68,-2 2 0,-1-1 106,2 1 0,-2 1-29,-1 4-36,1 0-16,-1 3-239,-3 1 1,-1 6 96,-3 2 0,0 4-37,0 3 0,-2 0-128,-1 0 1,-2-1 70,0 1 1,1 1-95,-1-3 0,3 2 63,0-3 0,0 2-44,0-2 0,1 0 48,-1 0 1,2-3-29,2-1 1,0-4 135,2 2 0,1-3-146,3 0 1,1 0 8,1-3 1,3-3-2,-1-4 0,1 0-127,2 0 0,-1-1 188,1-4 0,-1 2 7,1 1 0,-3-2 31,0 2 0,-1-2 133,1 0 1,1-2 297,-3 1 1,-1 0 222,-1 5-246,-1 0 0,-2 4-132,0 1 1,-4 3 65,2 4 1,-5 2-113,0 3 0,-3 3-183,2 0 1,-1 3 91,1-1 1,-2-1-98,3 1 0,-1-1-440,3 1 1,0 1-65,0-3 1,0 2-288,0-2 1,0 2 267,0-3 0,4 0-524,1-4 1007,1-2 0,17-12 0,5-3 0</inkml:trace>
  <inkml:trace contextRef="#ctx0" brushRef="#br0" timeOffset="1659">1868 43 7704,'0'-8'109,"0"1"501,0 3 1,-1 1-108,-1 3 0,1 3-23,-1 2 0,-2 2-281,2 3 1,-1-1-43,0 3 1,2 0-41,-1 2 1,0 1-151,0-1 1,1-2 45,-1 1 0,1-1-173,1 2 0,0-2 59,0 0 0,0-3-19,0 1 0,0-5-194,0 0 126,0 0 1,3-1-155,2-2 1,1-4 54,2-3 1,-1-2-67,0-3 0,3 1 171,0-3 1,2 0 66,-3-2 0,3-1 90,-2 1 0,0-1 48,0 1 1,-2-1 170,2 1 0,-1 0-81,-1 2 0,0 3 219,-3 4-169,2-2 0,-2 6-61,-1-1 1,-2 4 1,0 3 0,-1 3-7,-1 1 0,-2 0-19,-1 3 1,-1-1-21,1 1 0,-2 2-9,3-2 1,-3-1-54,3-2 1,-2 2 5,2-2 1,1 1 63,-1-3-45,1 1 1,1-4-11,0 1 1,1-3-12,1 0 0,2-2-155,4-2 0,-1-1 105,0-4 0,0 2 45,0-5 1,1-1 86,-1 2 0,1-4 142,2 1 1,-2-1-87,1 1 1,-1-2 100,0 2 0,0 1-82,1-1 1,-1 2 97,2-2 1,-2 6-189,-1-2 223,1 6-341,-1-1 0,-3 7-56,-2 3 1,-1 1-77,-1 4 1,-1 0-60,-1 3 1,-1-2-294,-2-1 1,1 1-80,1-3 1,3 2-357,-3-2 0,2 2 273,1-3 697,0-2 0,20-7 0,4-4 0</inkml:trace>
  <inkml:trace contextRef="#ctx0" brushRef="#br0" timeOffset="2277">2418 50 7704,'0'-7'266,"0"-1"0,0 1 431,0 0 0,-2 2-238,-1 0 1,-2 4-145,0-2 0,-4 3 8,-1 3 0,-2 1-202,-1 3 1,0 3-145,-2-1 0,3 4 42,0-1 1,3 2-140,0 0 1,1-2 135,0 1 1,4-2-130,-1 1 1,3 1-506,0-4 411,1 1 0,2-6 13,1-2 0,3-1 3,5-1 1,-2-1-143,5-1 1,-1-4 37,2-4 0,1 0-135,-1 0 1,1-1 127,-1-1 1,0-1-24,1 4 1,-2-4 311,1 1 1,-3 1-113,3-1 0,-4 3 556,0-1 1,-2 2-75,-1 1 0,-3 2 638,-2 0-737,-1 4 0,-1-2 408,0 6-441,0 4 0,-3 1-145,-2 1 1,1-1-27,-1 0 0,3 1-28,-3 1 1,3 2-120,-3-2 1,2 2 86,-2-3 1,4 4 43,-2-4 1,0 1 49,1-3 1,-1 3 106,0-1 0,2-1 28,-1-4 286,1 1-395,1-1-239,0 0 1,3-5-225,2-2 0,2-1 148,0-3 1,3-3-73,-1 1 1,3-3 189,-2 2 1,3-3 151,-1 1 1,1 1 8,-1-1 1,1 1 300,0-2 1,-1 1 6,0 2 0,-1 0-153,-4 3 0,0 1 1008,1 1-777,-1 2 0,-3 6-69,-2 2 0,2 4-102,-2 3 1,0 2-64,-2 0 0,0 1-202,0-1 1,0 0-186,0-2 0,0 1-735,0-3 1,0-1 245,0-1 0,0-4-817,0 1 950,0-3 513,4 1 0,3-22 0,4-5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4.2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124 44 7361,'4'-7'0,"-2"0"0,0 0 489,0-1 1,-1 3 374,1 1 8,-1 2-140,-1-1 0,-1 8-469,-1 3 1,-2 4 21,-3 0 1,0 2-170,-1 3 0,-1 1-58,-1 1 1,0 2-171,0-2 0,1 2-130,-3 1 1,3 1-438,-1-1 0,2 1 62,1-6 0,2-1-1686,1-4 1488,2 1 815,-1-5 0,28-23 0,8-10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4.4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170 8 7463,'0'-4'-189,"-3"1"1,-1 2 561,-3 1 1,-1 4-190,-2 0 0,-1 4-46,-3 1 0,-3 3-156,0 2 1,-3 1 18,4 2 0,1-1-65,3 4 0,6-6 98,-2 3 0,7-6-101,1 1 1,4-4 68,5-4 0,3 0-28,2-4 0,1-1 74,-1-2 1,0-4-7,-2-5 0,1 1-396,-4-1 0,1 0-11,-3-3 1,1 1-123,-1-1 1,-2 3 486,-1 0 0,-2 0 0,-5 1 0,-5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5.0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131 21 7632,'4'0'1647,"2"0"-827,-2 0-208,3-3-344,1 2 0,-3-4-13,-1 2-136,-2 1 1,0 1-132,-4-2 1,-2 3 46,-3-3 0,-3 3-150,0 3 0,-2-2 65,-1 4 0,1 0-112,0 2 0,-1-2 117,3 0 1,-2 0 3,2 5 1,4-2-289,3 2 0,3-2 105,0-1 1,3 3 33,2-1 0,4 3 147,0-2 0,3 1 2,-2-2 0,0-1 24,-3 2 1,-3-1 137,-2 0 0,-2-3-178,-2 1 0,-5-1-34,-5 1 1,0 0-138,0-3 0,0 0-192,-2-4 1,0 0-963,2 0 1382,1 0 0,17-13 0,3-3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5.3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240 15 6494,'0'-7'1509,"0"3"0,-1 1-1244,-1 3 0,-3 1-25,-5 1 1,2 2 92,-2 3 0,2 0-185,1 1 0,0 1 46,0 1 1,2 3-158,0-1 0,3-1 27,0 1 0,1 0 56,1 3 1,0-1 14,0-2 0,0 1-80,0-1 1,0-1 0,0-2 0,-5 2-5,-3-1 0,-4-3-750,0-2 0,-5-1 380,-2 0 1,-2 0-1346,-1-4 1,4 0 1663,1 0 0,11-10 0,4-2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6.4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138 231 7694,'0'-7'756,"0"0"0,1 0-685,1 3 1,2 0 225,3 1 0,4 2 90,1-4 0,2 2-125,3-2 1,2 1-127,3-4 0,2 1-153,0 0 1,-1-3 13,-4 1 1,-2-4-165,-5 1 1,1-2 90,-6-1 1,1 2-11,-6 1 1,1-1-60,-3 3 1,-4-2 92,0 3 1,-3 1 75,0 3 0,-1 4-22,-2-2 0,1 3 19,-3 3 0,0 4 43,-2 5 1,-1 3 107,1 2 0,-2-1-50,0 3 0,0 3-113,-1 2 1,1 3-1,-1 0 1,2 2-24,-2 2 1,0-1-133,0 1 1,0-1 112,2-1 0,1-3-21,-1-2 0,2-3-44,1-4 1,1-1-441,4-7 141,0-2 262,3-4 1,0-4-121,4-1 0,4 0 5,0-3 1,5 0-228,1-5 0,5 2 165,0-2 1,3 0 100,-1 0 1,2 0 87,-2 0 1,3 2 139,0-2 1,1 2 223,0-2 1,1 4-96,0-1 0,-2 1 81,2-1 1,-5 3-83,2 2 0,-4 1 54,-3 1 0,-1 0-23,-4 0 0,-3 3 129,-2 2 0,-4 4-94,-3 0 0,-5 4-29,-2-1 1,1-1-81,-1-2 1,2 2-66,-2-1 0,3 0-135,0 0 1,4-2 12,3 1 0,1-3 8,1-1 1,1-4 58,1 2 1,4-2-130,4-1 0,4-1 38,0-2 1,4-1-91,4-3 0,-3-1 154,0-1 0,0-2 20,0-1 0,1-2 64,-3 2 1,0-1 175,-3 1 1,1 2-5,-1 3 1,0-1 312,-2 1 224,-1 3-566,-4 1 1,-3 6-96,-2 2 0,-1 2-172,-1 3 1,-3-1-324,-2 3 0,-1-3 33,-2 3 0,1-2-245,0 2 1,2-3-283,0 1 1,4-2 901,-2-1 0,2 0 0,8-6 0,1-2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6.8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22 7694,'0'-4'2846,"0"0"-1867,0 4-651,-3 0 0,2 4-210,-2 0 0,0 5-104,1 1 0,-3 2 79,3-2 0,-3 2-94,2-3 1,-1 3-295,1-2 0,0 0 179,0-3 0,3-2-153,-3 0-52,2-4 108,1 2 1,4-3 53,1 0 1,1-3 33,1-2 1,0-1 22,1-1 1,1-3 5,1 0 1,3 0 132,-1 0 1,2 2 42,0-5 1,1 4 154,-1-3 1,1 4-10,-1 0 0,0 1 535,-2 2-613,1 2 0,-5 1-45,-1 4 1,-1 3-6,-3 5 0,-1-2-124,-2 5 0,-2-4-401,-1 3 0,-2-2 211,3 2 0,-3-3-804,3 0 0,-3 2 431,3-1 0,-1-3 589,3-2 0,23-13 0,5-1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7.4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88 221 7694,'-8'-4'1029,"1"2"0,0 2-702,0 2 1,-1 1-148,1 4 0,-2-1-105,2 6 0,-2-2-23,4 2 1,2-1-157,1 1 1,-1 4-53,0-4 0,1 3-234,2-3 1,2 1 93,1-1 0,2 1 26,0-3 1,4-3 5,0-2 1,4-4 161,-4 2 1,4-3 173,-1 0 0,2-4-177,0-3 1,2-1-15,0-4 1,1 0 30,2-2 1,-3-3 1,1 0 0,1-3 135,-2 0 1,4-1-117,-3 0 0,2-3 105,-2-1 1,2-2 0,-2 1 0,0-2 201,-3 2 1,-2 2 1,-3 4 0,-4 6 781,-2 4-557,-3 2-199,0 4 1,0 5-37,-3 6 0,0 1 92,-2 4 1,-1-1 162,4 3 0,-1 0-140,0 5 1,0-2-395,-2 2 0,0 0-14,2 0 0,0 2-43,1-2 1,-1 1-48,-2 0 0,1 0-121,1-3 1,0 0 114,-2 0 1,0-2 75,2-1 0,-2-2 196,3-5-112,0 0-53,2-3 0,0-2-115,0-4 1,3-2-186,2-3 0,3 0 103,2-1 0,0-1-81,-3-1 0,0-3 252,0 1 1,3 1 58,0-1 1,0 2 177,0-2 1,-1 2-123,3-2 0,-3 3 124,0 0 0,2 3 87,-2 1 0,1 4 245,-3-2 0,1 3-178,-1 0 0,-2 3 68,-1 2 0,-2 4-22,0 3 1,-1 0-253,-1 0 1,0-1-218,0 1 1,0 1 32,0-4 0,0 4-387,0-4 20,-3 1 1,2-3-1508,-1 0 1209,1-3 1,1-1 738,0-6 0,10-23 0,2-10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7.6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44 7694,'-3'-10'329,"2"2"-395,-4-2 1,3 4-444,0 2 1,0 2 99,0 0 409,1 1 0,-6 10 0,3 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8.2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152 7 7694,'-7'0'435,"0"0"124,0-3 0,-1 2-230,-2-1 1,1 1-106,-3 1 1,2 3-123,-2 2 0,1 2-192,-1 0 0,-1 0 93,3 0 1,1 4-120,1 1 0,4-1-510,2 1 0,1-2 226,1 2 0,3-3 0,2 1 0,4-6 185,1-1 0,3-2 164,-1-1 0,1 0-141,2 0 0,-1-4 32,1 0 0,-3-3 77,0 0 1,-1-3 49,1 1 1,1-1 228,-3 3 0,-1-1-78,-1-2 0,-2 2-194,-1-2 549,1 2 813,-5 1-704,6 3-276,-7 1 1,4 4-71,-4 1 0,0 0 33,0 2 0,2 1-80,0 2 0,1 1-35,-3-1 1,1 0-105,1 0 0,0 1 13,3-1 0,-4 0-223,2 0 188,1 1-206,0-1 228,3 0 1,0-3-36,0-1 0,-2-3 70,0 0 1,-1 0-26,1-3 0,1 2 2,-1-4 0,1 0 93,-1-2 0,1-3 183,-1 0 0,1 0-26,2 0 1,-1 2 194,0-2 1,0 2-85,0 1 0,1 2 11,-1 1 1,3 2-35,-1 0 0,1 1-125,-3 1 0,0 1-198,1 1 0,1 3-197,1 4 1,0 0-375,0 3 1,1 0-362,1 3 0,0-1-1111,-2-2 1,3 1 1965,-1-1 0,15 5 0,3 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39.4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0 167 8997,'0'7'482,"0"0"1,0 1-540,0-1 1,0 3-200,0-1 1,0 3-50,0-2 1,0 2-259,0-2 1,0-1 339,0-1 1,0-1 137,0 0 85,0-3 0,7-10 0,1-6 0</inkml:trace>
  <inkml:trace contextRef="#ctx0" brushRef="#br0" timeOffset="212">15 22 7646,'-4'-4'-761,"4"-2"-142,-4 2 903,4 0 0,4 0 0,16 21 0,7 3 0</inkml:trace>
  <inkml:trace contextRef="#ctx0" brushRef="#br0" timeOffset="424">239 80 7646,'-7'-4'156,"-1"0"125,-2 2 1,1 1-132,-3-2 1,3 3 0,-3 0 0,2 2-16,-2 0 0,4 4-89,1-1 0,0-1-1,5 1 1,-1 0-207,3 2 0,1 0 79,1 0 1,3 3 87,5 0 0,-1 0-103,3 0 1,0-2 187,2 1 0,3 2 96,-3-1 1,2-1-65,-4-2 0,-1 1 106,-2-1 0,-3 0 109,-1 0-191,-4 1 1,-4-4 86,-7 1 1,-3-3-481,-4 0 0,1-1-542,-3-1 0,3-1 788,2-1 0,9-12 0,6-5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42.2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142 121 7896,'1'-3'1176,"1"0"-769,-2 0 274,3 2-191,0-2-246,-2 3 1,2 4-66,-3 2 1,-3 4-126,-1 3 1,-3 2 18,-2 0 0,-1 2-164,-4 4 1,1-1-118,-1 0 0,1-1-191,-1-1 1,3-1-17,0-4 1,3 0-54,-1-2 1,4-2-959,0-5 939,4-1 1,-2-6 486,3-1 0,0-5 0,3-2 0,12-14 0,7-3 0</inkml:trace>
  <inkml:trace contextRef="#ctx0" brushRef="#br0" timeOffset="547">195 88 7765,'7'-7'-281,"0"0"-114,0 1 395,-1 2 156,-2 1 0,-1 4 266,-3 1 1,0 2-287,0 2 1,-3 2-134,-1 1 1,0 1 46,-1 4 1,1-3-20,-3 0 1,0 0-70,1 3 1,-1-1-12,0 0 0,1 0-111,2-2 1,1 1 102,3-3 1,0 0 20,0-2 1,3-1-15,1-2 1,5-1-70,3-3 0,1-2 43,3 0 0,1-6-81,3 2 1,0-5-195,0 2 1,0 0 103,1 0 1,-4 1 246,-2-1 0,-1 2-53,-3 3 1,-4-1 52,-2 2 91,-4 1 0,-1 2 114,-4 0 0,-2 3-30,-1 2 0,3 1 85,-1 0 0,2 1 149,-2 0 0,2 3-176,3 1 0,0-1-114,0 1 0,5 0-46,2 0 1,2 1-226,0-3 0,1 0 81,4-2 1,-1-1-145,1-2 1,-1-1 86,1-3 0,-1 0 15,0 0 1,1-3 64,-1-1 0,0-5 31,-2-3 1,1 2 18,-3-1 1,2 0 2,-2 0 1,0-2 18,-2 2 1,-1 1 95,-2-1 1,-1 2 534,-3 0-459,0-1 0,0 3 84,-3 1 0,0 2 164,-4 4 1,0 1-120,0 1 1,-2 2 0,1 5 1,-4-1-93,3 4 1,-2-1-212,2 2 1,1 1-40,4-1 1,-2 1-303,4-1 0,-2 3-114,1-1 1,2-1-384,3-3 1,3-3 14,4 1 0,-1-2 272,3-3 1,2-1 527,3-3 0,36-24 0,6-5 0</inkml:trace>
  <inkml:trace contextRef="#ctx0" brushRef="#br0" timeOffset="889">840 168 7765,'0'-7'-132,"0"-2"1,0 4 789,0-2 154,0 2 0,-3 1-441,-1 2 0,-2 4-50,-1 2 1,-3 5-247,-1 0 1,-2 3 27,0-1 1,0 2-47,2 3 0,-1-2-120,3 2 0,-2 0-398,2 0 1,2-3 133,3-2 1,2 0-1049,0 0 1065,1-1 1,4-7-19,2 0 1,2-3 311,2 0 0,0-3-57,2-4 1,2 0 33,-2-5 0,2 3 2,0-2 0,0 2 233,-2-2 0,1 2 52,-3-2 0,2 3 155,-2-1 0,0 1-70,-2 2 1,-2 0 471,-1 1-212,-3 2-269,2 3 1,-3 5-430,-3 2 0,2 4-20,-3-3 0,-1 4-17,-2 0 1,3-2-235,-1 1 1,2-2-492,-2 2 0,2-2 347,3 0 0,0-2 520,0 0 0,12-13 0,3-2 0</inkml:trace>
  <inkml:trace contextRef="#ctx0" brushRef="#br0" timeOffset="1248">981 175 8091,'7'-7'1546,"-3"4"-1132,1 0-65,-4 3 1,2 3 155,-3 1 1,0 3-309,-3 2 1,2-1-135,-4 3 1,1 0-84,-3 0 0,3 1 8,-1-3 0,3 2-111,-2-2 0,0 2 128,-1-2 1,2 0 2,3-2 0,-2-1-172,0 1 1,0-3-622,2 1 295,0-4 157,3 2 0,0-6-47,4-1 0,1-2 175,0-1 0,1 0 261,2-2 0,0-2 14,2-2 1,1 0 188,-1-1 0,2 1-132,0-1 1,-1 2 71,2 0 0,-3 3 129,-1 2 0,0 3 869,-3 2-820,0 1 1,-4 6-230,0 2 0,-2 7-271,-3-1 0,0 4-206,0-1 0,-2 0-467,-1 0 0,-1-2 420,2 2 376,-3-2 0,-2-4 0,-4 0 0</inkml:trace>
  <inkml:trace contextRef="#ctx0" brushRef="#br0" timeOffset="2099">1492 209 7702,'-5'-3'0,"1"1"0,1-1 1506,-1 1-971,2 1 0,-1-3 300,3 2-635,0 1 1,3-2-150,2 3 1,1 0-183,1 0 1,2 0-422,2 0 1,2 0-1765,1 0 2316,-1 0 0,42 0 0,11 0 0</inkml:trace>
  <inkml:trace contextRef="#ctx0" brushRef="#br0" timeOffset="2395">1895 101 7702,'0'-7'145,"0"1"99,0-1 0,-3 2-113,1 1 1,-4 3 23,-1-2 1,0 3 178,-4 0 1,2 0-152,1 0 0,-2 3-252,1 1 1,-2 0 64,2 0 0,2 3-114,3 2 0,2 1 141,0-1 1,1-1-56,1 3 1,0-1 48,0 2 0,5 0-4,2-1 0,2 2-9,0 1 0,-2-1 8,2 0 1,-2 1-174,-2-1 0,-2 1 64,-3-1 1,-2-2-50,-2 1 1,-4-5-75,-5 0 1,0-1-278,2-4 1,-1 0 145,3-2 351,0 0 0,14-18 0,3-4 0</inkml:trace>
  <inkml:trace contextRef="#ctx0" brushRef="#br0" timeOffset="2774">2143 115 7715,'0'-11'1,"-1"1"305,-1 4 1,-2 0 470,-2 1 1,-1 2-355,0 3 1,-3 0-5,-1 0 0,-1 1-436,1 1 0,-1 3-18,3 4 1,-2-1 16,2 3 0,0-2-110,2 2 1,1 0-328,-1 3 1,2-1 152,1 1 1,3-3-373,-2 0 0,3 0 309,0 0 1,0-2-13,3-2 1,1-1 259,5-1 1,-1-2 324,3-3 1,-2-3-45,2-2 1,0-1 72,0-1 1,0 1 265,-2-1 1,-2 0-215,2 1 1,-2 1 94,0 1 1,0 0-66,0-1 0,-3 2 250,1 3-243,-4 0 1,2 1-100,-3 1 0,-3 5-235,-1 4 0,-3 4-19,-2 1 1,-2 3-8,-2 1 1,-3 1-119,-2 4 1,0-3-318,1 0 0,2-1 11,-1-1 0,0 2-442,3-2 1,-1-4-277,8-5 27,1-5 1149,5 0 0,20-24 0,7-5 0</inkml:trace>
  <inkml:trace contextRef="#ctx0" brushRef="#br0" timeOffset="3132">2324 121 7719,'3'-9'0,"-2"3"153,1 0 1,1 3 192,-1-2 0,1 4 318,-3 1 1,-3 3-288,-2 4 0,-1 3-229,0 1 0,-3 2-71,0 3 1,-1-2-154,1 2 1,-1 0 71,-1 0 0,1 2-103,4-2 1,0-1 37,1-1 1,0-4-436,3-1 76,0-1 0,5-5-7,1 0 0,5-3-90,2-3 1,3-3 287,1-3 1,0-3 81,3 1 0,-3-1 43,1-2 1,-1 1 147,0-1 0,-1 0 96,2-2 1,-2 3 414,-3 0 1,-2 0 121,-2 4 0,0 2 142,0 3-508,-4 2 1,0 3-182,-6 6 0,0 2-304,-1 5 0,-2-1-63,1 1 1,-1 1-310,0 1 1,-1 0 163,0 0 1,4-4 389,0 1 0,23-7 0,7 0 0</inkml:trace>
  <inkml:trace contextRef="#ctx0" brushRef="#br0" timeOffset="3516">2694 135 7719,'0'-7'476,"2"0"146,0 1 1,0-1-157,-2 0 1,0 3 41,0-1 1,0 4-171,-3-2 0,2 3-96,-4 0 1,0 0-267,-4 0 1,2 5-139,-2 2 0,-2 2-135,0 0 0,1 1 151,-1 3 1,0 2-119,0 0 0,1-3 1,3 2 0,1-2-225,-1 1 0,1 0 93,2-2 1,1-1-111,3-4 0,0-1 198,0-1 0,3-2 51,1 0 1,4-2 49,1-2 0,3-2 206,-1-3 0,1 0 0,0-2 0,0 1-3,-1-1 1,-1 1 2,-1-1 0,1 2 11,-1-2 0,-1 1 40,-4 2 1,2-1 213,-1 0 1,0 1 939,0-1-267,-2 3-154,-3 1-450,0 3-329,-3 9 0,1-3-289,-2 7 1,-1-1-24,-2-1 0,1 1-224,-1-3 0,2 2 171,1-2 0,2 0 360,-3-2 0,13-1 0,0 1 0</inkml:trace>
  <inkml:trace contextRef="#ctx0" brushRef="#br0" timeOffset="4157">2828 128 7719,'1'-6'604,"1"2"897,-1-2-546,5 5-497,-3-2 1,1 6-354,-2 1 1,-1 4-2,-1 1 0,0 3-22,0 0 1,-2 1 49,0 3 0,-4-2-131,2 2 1,-1-2-75,0-1 1,-1-2-324,2 1 1,-2-2 268,-1 1 0,3-1 62,-1-3 1,3-1-807,-3-2 385,4-1 0,1-4-244,4-1 0,5-4 354,3-3 0,-2-3 11,1 1 1,0-2 174,3 0 0,-1-3 142,1 1 0,-1-2 108,1 1 0,-2 2 16,-1-1 1,2 0 215,-2 2 0,1 1-202,-1 3 0,-1 1 605,-3 6-457,3-1 1,-4 4 7,1 1 0,-3 2-75,-1 3 0,-3 0-44,3-1 0,0 1 16,-1 0 1,1-1 149,-1 1-240,2 0 0,3-1 1,-1-2 0,1 1-38,0-2 0,-1 0 43,1-1 1,2-1-81,0 1 1,3-1 61,-1-1 1,2-3-15,0 1 1,1-3 131,-1 1 0,3-2 170,0-1 0,0 0 115,0 0 1,-2 1-106,1-1 0,0 0-31,-2 1 0,-2-1-136,0 0 1,-3 0-116,-1 1 1,-3 0 290,-2 1-300,-1-1 1,-2 6-67,-5-3 0,-2 3-245,-3 0 0,0 0-127,-3 3 1,1 0 289,-1 4 0,2 2 281,1 0 0,-1 2-147,3-2 0,0 3 162,2-1 0,1 0-181,2 0 1,1 0-14,3 2 0,3-1-58,4-1 0,6-3-238,5 1 1,4-2 110,3-3 1,1-1-226,1-3 1,0-1 45,2-1 0,-3-2-137,1-2 1,-8-1-209,-1 0 1,-3 1 65,-2-1 1,-5 0 640,-4 0 0,-17-2 0,-6-2 0</inkml:trace>
  <inkml:trace contextRef="#ctx0" brushRef="#br0" timeOffset="4699">2109 222 7724,'5'-7'983,"-1"1"-594,1-1 0,2 0 78,-1 0 0,-1 1 233,-1-1 1,-2 0-485,3 1 0,-3-1-334,3 0 0,-3-2-321,2 0 1,-1 0-1445,1 3 1883,-2-1 0,7 0 0,-2 0 0</inkml:trace>
  <inkml:trace contextRef="#ctx0" brushRef="#br0" timeOffset="6220">3808 168 7693,'4'0'488,"2"0"-78,-2 0-193,3 0 0,-1 0 137,1 0-252,0 0 1,2-2-12,0 0 1,0-3-186,-3 0 1,3-2 56,0-2 1,0 2 52,-2-2 0,-3-1-31,1 1 0,-4 0-10,2 3 27,-3-1 1,-5 3-9,-2 2 0,-4 1-91,0 1 1,-2 3 159,0 2 1,-1 1 6,-2 3 0,4 2 76,-1 2 0,4 1-127,0-1 0,1 3 0,2-1 0,2 2-53,2-1 1,1-2-103,1 1 1,6-3-4,3 0 0,3-5-163,1 0 1,1-4 57,2-3 1,1 0-74,3 0 1,-2-5 214,0-2 1,0-4-11,2 0 1,0-2 87,0 0 0,-2-2 11,-3 2 0,-1-2 181,-3 4 0,1-2 9,-3-1 0,0 3 457,-3 0-236,1 3-213,0-2 0,-3 6-201,1 2 39,-4 1 1,5 2-56,-4 1 1,0 3 54,-2 4 0,0-1-13,0 3 0,0 0-82,0 3 0,-2-1-155,0 1 0,-3-1 11,3 1 1,-3-1-77,3 0 0,-2-1 57,1-1 1,0-3 196,1 1 287,1-2-272,-5-3 54,6-1 0,-2-6 26,4-1 0,-1-2 202,4-1 1,-1-2-97,3 0 0,2-3 12,0 1 1,3 1-101,-1-2 1,2 1-29,0-2 1,1-1-2,2 1 0,-1 2 30,3-1 1,0 2 1,2-1 1,0-1 30,0 3 0,-2 0 102,0 2 1,-3 4-116,0 0 1,-3 3 14,-3 0 1,-4 0-181,-1 3 1,-2 0-63,0 4 1,-1 2-106,-1 0 0,-1 1 112,-1-1 0,0-1-145,-2 3 1,2-1 145,-3 2 0,4-1-95,-2-2 1,0 3 29,1-3 1,-2 0 45,1-3 1,1 1 374,2 0 1,-2-3-87,0 1-205,0-4 254,2 2 225,3-9 1,-2 4-269,3-5 1,1 1-176,2-3 1,-1 2 53,1-2 1,2 1-174,0-1 1,3-1 11,-1-1 0,3-1-104,1 3 1,0-2 71,3 2 0,-3-2 66,1 2 1,1 0 129,1 2 1,-3 1-59,-1 2 0,-1-2-29,-2 4 0,-1 0-81,-1 2 71,-1 0 1,-5 3 16,0 1 1,-3 2-10,0 1 1,-3 2 59,-1 0 0,-2 1 105,-1-1 0,0-1 5,1 3 0,2-2-140,2 2 1,1-3-176,1 1 1,0 1 196,0-1 1,3-2-5,1-3 0,5-2 198,3 0 1,0-1 260,2-1 1,-1-6 40,1 0 0,-2-6 363,-1 1 0,1-1 28,-3-2 0,0 1-486,-5-1 1,-1-1-317,-3-1 0,0 1-74,0 4 0,-4-1-235,-2 3 0,-2 1-304,-3 3 0,0 0-1871,-3 3 2401,4 0 0,6 13 0,5 4 0</inkml:trace>
  <inkml:trace contextRef="#ctx0" brushRef="#br0" timeOffset="6535">4849 27 7693,'5'0'864,"-1"0"1,1 0-530,1 0 1,-1 2 206,-1 1 0,1 2-217,2-1 0,-3 3-183,1 2 1,-4 1 0,1 1 0,0 2-138,0-2 1,-1 4-331,1 0 0,-2-1 272,-2-3 0,0 0 182,-2 0 120,-1-2 1,-1-3 701,-1-1-548,3-2 1,-1-6 6,3-2 1,-1-1 60,3 0 1,1-2-212,1-1 1,4 1-202,3-3 1,3 0 31,0-3 0,3 1-176,3-1 1,4-1 0,0-1 0,3 0-265,0 3 0,-2 2-413,0 3 1,-6 1-720,-4 2-627,-2 2 1320,-5 3 788,-2 3 0,-13 10 0,-6 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7:50.2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195 175 7681,'-14'4'209,"1"1"0,0 1 314,-1 3 0,-2 5-403,-2 0 1,-1 6 21,1 0 1,2 5 28,2-1 0,2 3-277,1-1 0,2 1-356,4 0 1,3-1 174,4-1 1,3-3-315,4-4 601,4-1 0,34-16 0,10-2 0</inkml:trace>
  <inkml:trace contextRef="#ctx0" brushRef="#br0" timeOffset="292">531 175 7721,'0'4'581,"0"1"0,-3 0-307,-2 4 0,-4 2-218,-2 5 1,-2 1-66,0 3 1,-1 1-194,-2 1 0,2 1-426,-2 2 1,3-2 206,2-3 1,1-3 420,3-1 0,9-11 0,3-2 0</inkml:trace>
  <inkml:trace contextRef="#ctx0" brushRef="#br0" timeOffset="704">571 154 7721,'-7'7'0,"3"-2"168,-1 2 1,1-2 346,-3 4 0,0 2-311,1 0 0,-1-1-153,0 2 1,3-1-212,2 2 0,1 0 51,1-2 1,1-1-190,1-3 0,3-3 153,4 0 1,1-2-43,4 0 0,1-2 73,1-2 1,3-3 13,-1-3 0,1-1-8,1-2 0,0 2 72,1-2 0,-4 0 4,1-3 1,0 2 120,-1 0 0,-2 2 502,-4 1-37,-3 2 237,2-3-283,-7 6 1,0 1-111,-6 3 0,2 3 15,-4 2 0,3 1-204,-2 3 0,0 2-103,0 2 1,-2 0-85,4-2 1,-2 4-231,1-2 0,-1 2-76,2-1 0,-3 1-378,3 1 0,0-2-387,2-3 0,0-3 445,0 1 1,3-5 216,4-1 0,3-3 387,3 0 0,25-26 0,5-8 0</inkml:trace>
  <inkml:trace contextRef="#ctx0" brushRef="#br0" timeOffset="993">1108 128 7721,'4'-7'265,"-1"0"1,-3 0-228,0 1 0,-1 2-38,-1 2 0,-2 1 1282,-3 1 0,0 1-541,-2 1 0,-1 2-338,-4 2 0,3 1-246,0 0 1,0 0-184,-3 2 0,4 0 65,1 2 1,1-2-110,2 2 1,2-1-163,2 2 1,1-1-581,1-2 1,4 0-150,2-2 1,4 0 365,3-1 1,2 1 224,0 0 0,-1-3 388,2 1 1,-2-1 286,0 0 0,-6 2 158,-1-1 0,-5-2 533,0 2 1,-3-1-544,-3 3 0,-4-3 96,-8 1 0,-1-1-373,-3 3 1,-1-2-453,-2-1 0,3 1-2769,-3 1 3045,5-2 0,-1 2 0,2-2 0</inkml:trace>
  <inkml:trace contextRef="#ctx0" brushRef="#br0" timeOffset="1327">1343 107 7721,'0'-6'696,"0"-1"173,0 3 0,-1 1-296,-1 3 1,-1 1-99,-4 1 1,-2 5 1,0 4 1,-3 3-214,1 1 1,-1 2-81,1 1 1,-1 1-199,6-1 1,-2 1-241,6 1 0,1 2 164,3-2 1,4 1-54,6-5 1,3-3-301,3-5 0,4-1-479,0-2 1,4-2-220,-2-3 0,1-3 455,2-2 0,-5-4-107,3-2 793,-4-2 0,6-24 0,0-6 0</inkml:trace>
  <inkml:trace contextRef="#ctx0" brushRef="#br0" timeOffset="1517">1296 114 7721,'0'-7'861,"0"1"195,0 2 0,6-1-539,3 3 0,6-1-17,3 3 1,5 0-469,4 0 0,2 0-327,2 0 1,1 0-1096,-2 0 1,-7 0-351,-5-3 1740,-3 3 0,-20-3 0,-4 3 0</inkml:trace>
  <inkml:trace contextRef="#ctx0" brushRef="#br0" timeOffset="1682">1256 195 8385,'8'0'491,"3"0"0,4 0-975,8 0 1,4 0-58,7 0 0,2 0 541,5 0 0,11-9 0,3-2 0</inkml:trace>
  <inkml:trace contextRef="#ctx0" brushRef="#br0" timeOffset="1927">1719 20 7721,'-3'-7'0,"0"3"2351,-1 0-1521,1 2 1,4-1-110,1 3 0,2 3-296,2 1 0,5 3-166,2 2 0,1 2-55,1 2 0,-1 0-25,0 1 1,-1 2-54,-2 2 1,1 2-127,-3 3 0,-3 0-61,-4 2 0,-3-2 64,-3 0 0,-4-2 0,-5 4 1,-4-4-276,-1-1 0,-3-3-422,-2-3 1,1-3 161,2 0 0,0-5-1004,3 1 1536,0-5 0,10-2 0,1-4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20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7 360 8343,'-3'-4'1024,"3"1"1,-3 6-901,3 2 0,0 1-165,0 1 0,0 3 145,0 1 1,0 2-190,0 1 0,2-2 138,0-1 1,3 1-124,0 1 1,1 0-218,1-1 1,2-2 75,1-3 1,-1-1-41,-2-1 1,2-2 109,0-3 0,1-2 31,-1-2 1,0-2-55,2-5 0,0-2 5,0-3 0,0 2 121,-2-2 0,-1 2-1,1 2 1,-1-1 70,-1 2 0,-1 1 102,-2 1 1,-1 1 522,-3 1-16,0 3-126,0 1 1,-3 4-106,-1 1 0,-5 5 30,0 5 0,-2 1-81,1 0 1,1 4-86,-1 2 1,3 1-180,-3 0 0,3 3-45,0 0 1,1 1-205,1-1 1,0 1-181,3 1 1,-1-4-398,3-5 1,0-1-443,0-2-865,0-2 2038,3-4 0,7-32 0,5-9 0</inkml:trace>
  <inkml:trace contextRef="#ctx0" brushRef="#br0" timeOffset="407">97 98 7916,'-1'-6'483,"-1"1"169,1 2 1,-4 4-430,3 1 1,-3 2-118,3 3 1,-4 3-154,2 1 0,-2 2 6,-1 1 0,2 0-270,1 0 0,0-1 119,-1-2 1,0 2-392,2-1 110,-2-2-24,4 0 386,-2-6 1,3-2 20,0-4 1,1-5 130,1-5 0,0 1 23,2-3 1,1 2 267,2-4 1,0-1 29,0 1 1,-1-3 213,-2 3 0,3 2-231,-3 3 1,0 2 104,1 0 0,-3 2-271,3 0 0,-3 4 55,2 3 1,1 3-561,2 7 1,2 1 250,0 5 0,4 3-2065,-2 4 2140,2-2 0,32 52 0,7 9 0</inkml:trace>
  <inkml:trace contextRef="#ctx0" brushRef="#br0" timeOffset="781">718 470 9987,'0'7'1352,"0"3"-1465,0-1 1,0 2-519,0-2 1,0 4 33,0 1 1,0-2 596,0 2 0,-6 1 0,-2 3 0</inkml:trace>
  <inkml:trace contextRef="#ctx0" brushRef="#br0" timeOffset="1013">759 298 8832,'-3'-4'-1146,"3"-2"777,-4 5 1,5-2-387,2 3 755,0 3 0,23 10 0,4 6 0</inkml:trace>
  <inkml:trace contextRef="#ctx0" brushRef="#br0" timeOffset="1248">1035 395 8254,'-7'0'789,"3"-3"-565,-1 1 1,1-1 100,0 1 0,-2 1-86,1-1 0,-1 1 211,-1 1 0,0 1-301,0 1 1,-1 2-304,1 3 0,-2-1-336,5 1 1,-2 1 117,-1 1 0,3-1-129,2 1 0,1 1 267,1-1 1,0 0 74,0-2 0,1 2 17,1-2 1,4 1-14,3-3 0,1 0 49,0 0 0,-1 1 291,3-2 1,-1 0 202,-2 1 1,-1-1-59,1 0 1,-4 2 114,0-1 0,-4 1-208,2 1 0,-3-2 18,-3 2 0,-4-1-224,-4 3 1,-3-4-212,-2 0 1,1-1 179,-4 0 0,-5-10 0,-5-5 0</inkml:trace>
  <inkml:trace contextRef="#ctx0" brushRef="#br0" timeOffset="1940">1532 401 7843,'0'-4'602,"0"-1"902,0 1-848,0-3-615,0 3 0,0 5 168,0 6 0,0 1-67,0 6 0,-1-1 2,-1 5 1,0 1-83,-2 4 1,-1 0-226,-2 2 0,0-2-70,1 2 1,-1 1-392,0 1 1,2-5 112,1-1 0,2-7-1277,0 0 1788,-2-8 0,9-34 0,0-14 0</inkml:trace>
  <inkml:trace contextRef="#ctx0" brushRef="#br0" timeOffset="2175">1546 388 7843,'3'-7'0,"0"0"61,2 0 1,1 1 148,-2 1 0,5 1 20,0 2 1,1 1 246,-1-1 1,-1 1-436,1 1 1,-1 3-14,-1-1 0,-4 4-66,0 1 1,-3 1 42,0 3 1,-3 1-111,-1 1 0,-3 1 96,-2 0 0,0 0-126,-2 0 1,2-3-224,-3 1 0,4-4-921,-2 1 1278,3 2 0,0-10 0,0 2 0</inkml:trace>
  <inkml:trace contextRef="#ctx0" brushRef="#br0" timeOffset="2749">1684 374 7971,'7'-4'620,"0"-1"-207,0 2 1,-3 4-347,1 4 1,-4 2 148,2 2 1,0 2-213,-1 2 0,0 1 26,-2 0 0,0 0-58,0 0 1,0 2 28,0 0 0,0-1-157,0-3 1,0 0 27,0-3 0,-1 0-190,-1-2 0,1-2 98,-1-1 0,1-2-296,-2 0 84,2-1 1,-2-4 95,3-2 1,0-3 335,0-1 0,3-4 0,2 2 0,1-2 0,1-1 0,2 0-105,1 0 0,1 1-70,-2-1 1,3 2 213,-3 1 1,3 2 58,0 0 0,-2 2 57,-1 0 1,-1 3 289,-2 2 0,1 1-78,0 1 1,0 0-92,0 0 0,-1 3-44,-1 1 0,1 3-80,-2-1 0,3-1-10,-1 0 0,1 0-94,0 4 0,1-1 62,1 1 1,-1-1-241,1-1 1,-1-3 18,-1 1 1,-1-3-71,1 3 181,0-4 1,0 2-118,0-3 0,1 0 53,1 0 0,-1-3-143,1-1 0,-1-2 74,1-1 0,0-3-171,2-2 1,-1 1 121,1 0 0,-3 0 119,2 0 0,-1-2 72,-2 1 0,0 2 51,-4 1 0,-1 1 236,-2 1 1,-3 4-41,-2 0 1,-2 3 155,-2 3 0,-2 0-48,-5 4 1,0 3 73,-2 2 1,3 1-98,-1 1 1,2-1-48,2 1 1,0 0 34,3 0 0,0 0-276,2 3 0,3-3-181,2 2 0,2-1-239,5-1 1,3-1-489,5-2 0,4-4 855,2-5 0,50-32 0,13-8 0</inkml:trace>
  <inkml:trace contextRef="#ctx0" brushRef="#br0" timeOffset="3200">2456 98 7858,'4'-3'2830,"-1"-1"-2274,0 0 0,-1 4 53,3 5 1,-4 5-247,1 4 1,0 2-142,0 5 0,-1 3-284,1 1 0,-3 3-147,-2 2 0,-2-2-186,1 2 0,-3-5 279,0-2 1,1-4-64,-1 0 0,2-7-124,1 0 1,0-6-671,-1-2-434,-1-2 861,2-2 0,-2-6 12,1-4 1,-1-1 250,2 2 1,-2-3 207,-1 3 1,0 0-81,0 2 0,-2 0 106,-1 0 1,-1 3 117,2-1 1,-4 3 262,2 0 0,-2 4 387,-1 3 1,3 3-202,-1 2 0,3 3-22,-3 0 1,6 1-288,-1 2 1,5-1-227,0-1 0,4-1-60,3-2 1,6-1-354,3-3 1,4-1 148,-2-1 1,3-2-671,-1-3 951,2-3 0,22-32 0,6-10 0</inkml:trace>
  <inkml:trace contextRef="#ctx0" brushRef="#br0" timeOffset="3445">2546 291 8567,'-4'0'2683,"1"1"-2288,3 1 0,0 2-227,0 3 0,0 3-61,0 1 0,0 2-536,0 1 0,0 2-327,-3 0 1,2 3-1839,-1-3 2594,1 0 0,26-27 0,6-6 0</inkml:trace>
  <inkml:trace contextRef="#ctx0" brushRef="#br0" timeOffset="3984">2643 126 7274,'0'-4'-399,"0"7"1,0 4 0</inkml:trace>
  <inkml:trace contextRef="#ctx0" brushRef="#br0" timeOffset="4317">2822 298 7858,'-3'-9'203,"-2"0"0,-1 0 330,-1 5 1,1-2-211,-1 4 1,0 0-90,0 2 0,-1 3-63,-1 1 1,1 3-121,-4 2 0,4 2-5,-2 3 0,3 0-134,0 3 1,3-2-190,2 3 1,1 1 37,1 1 1,3 1-300,2 0 1,4-4 195,2-1 0,3-4-128,2-3 1,2-2 156,3-2 1,2-3 46,0-4 0,0-5 266,-3-5 0,4-4 0,1-17 0,2-7 0</inkml:trace>
  <inkml:trace contextRef="#ctx0" brushRef="#br0" timeOffset="4551">3008 146 7858,'0'-7'-211,"0"0"0,0 1 682,0-1 777,0 3-811,0 1 0,0 4 20,0 4 1,0 3-176,0 5 0,0 2-44,0 1 0,0 2-203,0 2 0,3 4-197,-1 1 1,0 2-209,-2 1 0,0 0-27,0 2 1,-3 1-456,-1 1 1,0-5 399,-1-4 1,1-3-697,0-3 464,-2-1 684,5-12 0,4-34 0,5-16 0</inkml:trace>
  <inkml:trace contextRef="#ctx0" brushRef="#br0" timeOffset="4918">2905 339 7993,'-1'-3'424,"-1"0"1,1 2 167,-1-2 1,4 3-279,3-3 1,4 3-203,2 3 1,5-2-59,3 4 0,2-1-245,2 3 0,-1 0 37,3 0 0,0-2 118,0-1 1,-4-2 109,-2 0 0,-4-1-69,1-1 1,-2-1-171,-2-1 1,-2-3 118,-1-4 1,-3 1 1,1-4 0,-3 3-6,1-3 1,0 4-101,-2-1 1,-1-1 18,-2 1 1,-1 0 199,-1 5 1,-3 0 156,-4 4 1,-2 1-89,-3 2 0,1 1 155,-1 5 1,0 0-29,0 2 1,3 1 219,-1 2 1,5-1-304,0-2 1,1 2-243,3-1 1,2 1-350,3 0 0,3 0 55,4-1 1,5 0-174,4-3 1,2 1 229,1-3 1,0-1-145,2-2 1,-1-1-110,4-3 0,-4-3-8,1-1 1,-2-5 557,-3 0 0,2-3 0,22-27 0,9-9 0</inkml:trace>
  <inkml:trace contextRef="#ctx0" brushRef="#br0" timeOffset="5293">3540 126 7858,'0'-12'627,"0"1"0,0 2 2433,0 0-1532,0 4-720,-3 2 0,2 4-280,-2 1 0,3 2-89,0 3 1,0 3-192,0 1 0,0 6-19,3 1 1,-2 2-562,1 1 1,-1 0-41,2 2 1,-3-1-259,3 1 1,-2 1 181,-1 1 0,0-1-285,0-1 0,0-4 282,0 0 0,0-5 55,0 0 0,0-3-303,0-4 223,0-4 0,0 0-369,0-6 0,0-3 222,0-3 0,-1-3 151,-2 0 0,2-1 472,-4 0 0,1 0 0,-3 1 0,0 0 0,0 3 0,-3-1 0,-1 3 0,-2 3 250,-1-1 0,0 4 353,0-2 1,0 6 192,1 1 0,-1 5 678,3 0 1,1 3-493,3 0 1,3 1-479,2 1 1,4 1-131,3-1 1,7 1-479,4-3 1,3-5-426,2 0 0,2-5 237,0 1 0,-2-3-339,-3-3 0,-2-1 631,0-5 0,-11-21 0,-3-6 0</inkml:trace>
  <inkml:trace contextRef="#ctx0" brushRef="#br0" timeOffset="6262">4078 250 7982,'-4'0'1099,"1"3"-887,3 1 0,0 6-159,0 1 0,0 2 76,0 1 0,1 3-92,1 1 0,-1 0-13,1 0 0,1-3-191,-1 2 1,1-4 23,-3-1 1,0-2 100,3-3-318,-3-3 107,4-1 0,-4-9-10,0-1 1,0-2 165,0 0 0,-3-2 34,1-3 1,0 1 8,2 2 1,3-2 100,1 1 0,2-1-213,1 0 1,4 0 87,3 1 1,0-1 14,5 2 1,0 0 106,4-1 0,-1 5-41,3 0 1,-3 1-19,-1 3 0,-1 1 13,-4 2 0,-1 1-16,-4 1 1,-1 2 9,-6 3 1,-1 2 108,-3 0 1,-1 3-22,-4 0 0,0 0-42,-7 0 1,2 2 8,-2-2 1,-1 2 2,2-2 0,1 0 25,4 0 0,-1 0 5,5-3 1,1-1-27,3-3 0,5-2 8,4-3 1,3 0 383,2 0 1,-1-5-138,4-2 0,-4-5-103,1 1 1,-2-2-44,-2-1 0,-3-2 32,-5 0 0,-1 0-389,-3 2 1,-3 0-690,-1 0 1,-3 4 365,-2 0 0,0 4-817,-2 1 1334,2-1 0,5 14 0,5 1 0</inkml:trace>
  <inkml:trace contextRef="#ctx0" brushRef="#br0" timeOffset="6686">4519 250 9548,'-4'3'1111,"-1"1"1,4 5-834,-2 0 1,2 3-313,1 0 1,0 1-73,0 1 1,4-1-76,0 1 0,2-2-161,1-1 1,0-3 196,0-1 1,0-1-44,0-4 0,0 0 23,3-2 0,-3-3-197,2-4 1,1-1 106,0-3 0,1-1 102,-2-2 0,3 1 134,-3 2 0,0-2-75,-2 1 1,1-1-34,1-1 0,-1 4 9,1 0 1,-4 4-3,0 1 0,-4 1-80,2 2 29,-3 1 125,0 4 1,0 2-5,-3 7 1,0-4 131,-1 2 0,-2 0-48,1-1 1,1 1-35,0-1 0,2-1-34,0 4 1,1-4 15,1 2 0,1-3 75,1 0 0,3-3 126,4-2 1,2-1 199,5-1 0,0-2 429,2-2 0,-3-2 220,2-8 1,-1 1-529,-3-6 1,2 1-404,-6-3 1,0 1-97,-5 2 0,-1-1-225,-3 3 1,0-2-446,-3 4 0,-1 0 665,-3 5 0,4 2 0,0 4 0</inkml:trace>
  <inkml:trace contextRef="#ctx0" brushRef="#br0" timeOffset="7225">5175 36 7804,'-3'-7'0,"2"0"1042,-2 0 1484,3 0-1858,0 0 0,0 7-283,0 2 0,0 6-76,0 4 0,3 4-182,1 2 0,3 5-140,-1 3 1,1 1-1,0 3 1,2 1-161,1 1 1,-3 2-249,-3 1 0,-2-4-699,0-2 1,-4-6 597,0-7 0,-3-2 38,0-3 0,-1-4 662,-1-5 0,3-2-187,2-2 1,-1-4 262,1-3 0,-1-4-13,3 2 1,0 0 151,0 0 1,0-1-162,0-2 0,1 3 30,1-1 0,0 2-140,3-2 0,0 0-286,4 3 0,-1-3 5,1 3 1,2 0 87,0 2 0,5 0-20,3 0 1,-2 3 71,2 2 0,-2 1 114,2 1 1,-2 4-179,-4 3 0,-3 1 10,-3 3 0,-3 3-3,-4 2 1,-1 0-145,-4-2 1,0 2-174,-7 0 0,0-1-43,-4-3 0,-1 0-206,-2-3 1,2 0 190,1-5 0,3 2 451,0-4 0,10-15 0,0-6 0</inkml:trace>
  <inkml:trace contextRef="#ctx0" brushRef="#br0" timeOffset="7602">5464 188 7804,'4'-5'0,"-1"1"962,0 1 211,-2 1 0,4 3-665,-2 1 1,2 4-119,0 3 1,1 3-266,1-3 1,0 3-96,0 0 0,2 1-42,0 0 1,2 1-207,-1 0 1,1-3 112,-2-2 0,1 1 47,-4-1 1,-1-3-31,0-3 1,-3-3-65,3 0 0,-3 0-203,2 0 1,-1-3 29,1-1 0,1-5-127,2 0 0,0-1 270,0 1 0,0 0 94,3-2 1,-3 3 333,2-2 0,1 3 126,0 0-133,-1 0 0,-2 1 5,0 1 1,-1 2 263,1 3 0,0 1-195,0 1 1,1 3 69,1 4 0,1 2-359,1 2 0,2 1 75,-1 0 0,-2 3 270,-1 1 0,-2 2-38,-2 1 1,-3 0 3,-4 2 1,-6-3-118,-6 0 0,-3-4 24,-6 0 0,-3-5-441,-4-4 0,1-2-561,-3-3 0,1-2-129,1 0 0,4-1 889,8-3 0,44-22 0,14-8 0</inkml:trace>
  <inkml:trace contextRef="#ctx0" brushRef="#br0" timeOffset="8169">6209 188 10035,'3'7'786,"-1"-1"1,3 5-717,0 3 0,-1 0-54,0 5 0,1-1-120,2 3 1,-1-3 153,-1-2 1,0-2-59,-3 0 0,1-5 190,-3-3-256,0-3 0,-1-1-20,-1-4 1,1-3-58,-1-4 0,1 0-116,1-2 1,0 0-14,0 0 1,1-2-275,1 4 1,2-3 196,3 1 0,2 0-16,3-1 0,-1 4 45,0-1 1,1 1 83,5 1 1,-2 1 165,3 1 1,-3 0 166,-1 3 1,-1-1 965,-4 3-287,0 0-336,-5 3 1,-2 2-211,-4 4 0,-2-1-30,-3 1 1,3 2-82,-1 0 0,3 0-213,0 1 0,1-1-102,1 3 0,1-3 54,1 1 0,3-3 52,4 3 0,3-4 111,4 1 0,-1-4 138,4-3 1,-3-1 35,2-1 1,-3-1 311,-2-1 0,0-5-264,-3-5 0,-3 1 19,-3-3 0,-3 2-391,-1-4 0,-6 0-229,-6 0 0,-4 2-349,-2-2 0,0 2 137,0 2 0,0 2 578,0 4 0,7 11 0,5 3 0</inkml:trace>
  <inkml:trace contextRef="#ctx0" brushRef="#br0" timeOffset="8620">6672 195 7848,'3'-7'3029,"1"3"-2178,2 1 0,-1 3-416,0 3 0,-2 1-269,2 6 0,0-2-160,-2 3 0,1 1 16,-1 2 1,1-3-191,-1 1 0,1-1 7,-2 0 1,2 1-201,-2-3 1,-1 1-1,1-3 181,2-1 1,0 1 109,2-3 1,1-1-222,0-6 0,1 2-277,1-4 1,1 0 166,2-1 0,0-1-36,-3 0 0,3-2 394,0-1 0,-2 1-36,-1 2 1,1 0 200,-1 0 1,0 1 169,-5-1 0,2 2 922,-4 0-781,0 4-180,-2-2 0,-1 3-101,-1 0 1,-1 3-212,-2 2 1,0 1-1,3 1 0,-3 2-266,3 0 0,0 1 40,2-1 1,0-1 143,0 1 0,3 1 110,4-1 0,3 0 225,4-2 0,3-3 440,1-2 0,2-1 25,1-1 0,2-1 577,0-1 0,0-5-396,-2-4 0,-4-2-396,-1-1 0,-4 0-710,-3 0 0,-2 0 27,-2-2 1,-4 1-152,-6-1 1,-3 1-380,-8 2 1,-2-1-2396,-2 0 3164,-1 3 0,0 4 0,1 4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0.2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42 7851,'1'-7'420,"1"1"710,-1-1-198,2 0-607,-3 3 0,0 2-134,0 4 0,0 2-33,0 3 1,0 3-100,0 1 0,0 2 64,0 1 1,0 0-67,0 0 1,2-1-93,0 1 1,3 0-257,-3 0 0,4-3-211,-2 1 1,0-4 198,1 1 1,-1-1 50,3-1 1,0-3 85,0-2 1,1-1-123,1-1 1,-1-3 33,4-2 0,-3-3-25,2-2 0,-1-2 149,1 1 0,-3-2 23,2-1 1,-5-2 47,0 0 1,-3 0 162,3 2 1,-4 0 400,1 0 0,-1 1-277,-1 2 0,0 1 1005,0 3-428,0 3-465,0 1 1,0 4-91,0 1 1,3 3-44,2 4 0,1 2-108,1 2 0,2 1-533,0 0 1,3 0-227,-3 0 1,1-1 59,-1 1 1,-1 0-1303,1 0 1902,-1-4 0,-1-3 0,-1-4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0.6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35 7851,'-3'-7'-99,"1"0"1,-1 1 86,1 1-6,-2-1 19,-3 5 0,0-2 0,0 3 1,0 0 22,0 0 1,0 3 3,1 2 0,-1 1 41,0 1 0,0 0-12,0 0 0,1 0 100,1 0 0,1-3-87,2 1 1,1-1 94,-1 3 0,4 0-154,3 0 1,2-2-89,2-1 0,2 1-4,6 2 0,-2 0-204,3 0 1,1-1 67,1 1 0,1 0 136,0 0 0,-1 2 22,1 0 1,-3 1 92,-2-3 1,-5-1 439,-1 1-290,-6 0 0,-1 0 214,-6 0 0,-1-3-277,-6-2 1,-1 0-215,-5 0 0,0-1-762,-2 1 0,2-1 855,-2-1 0,-4-9 0,-2-3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0.8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7851,'7'3'1544,"0"1"-987,0 3 1,0 0-280,-1 0 1,1 3-146,-3 1 1,2 0-61,-1 0 0,0-2-181,0 0 1,0-1-352,-2-1 1,1-1 458,-2 1 0,7-21 0,-1-6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1.1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 68 7851,'-8'-16'315,"-1"0"0,1 3 484,-1 4 1,4 2-930,0 2 1,4 4-814,-2 5 1,0 2 942,1 5 0,-3 22 0,1 8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1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9066,'0'5'977,"0"-1"-795,0 1 1,0 2-14,0 0 1,0 0-4,0 3 0,1-3-72,1 2-382,-1-1 0,2-1-59,-3 0-87,0-3 212,0-1 60,0-3 1,-2-3 87,0-2 0,-1-3 26,3-2 1,1 1 4,1-1 0,2 3 13,3-3 1,2 1 224,0-1 0,4 0 38,-2 1 0,3 2 8,2 0 0,1 1-119,1 4 1,2 0-27,-4 2 0,2 3-243,-2 1 1,-1 5-359,-3 0 1,-2 4 83,-3 1 1,-3 0-195,1 2 1,-3-2 111,3 0 1,-4-3 502,2 1 0,1-4 0,0 2 0,8-6 0,3-1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1.7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145 132 7851,'7'-11'0,"-1"1"307,-2 3 0,3 0 503,-3-3 0,2 3-239,1-3 0,-1 1 21,-1-1 0,-1 1-193,-2 2 0,-1-2-148,1 0 0,-5 2-332,-4 2 1,-1 4 87,-6-2 0,-1 3 36,-3 0 1,-3 0 70,2 0 0,-2 0-139,2 0 0,2 0-64,1 3-21,5 1 1,2 3-31,4-1 0,3 1 60,4 0 0,3 0-254,4 0 1,2 2-12,5 0 0,2 4 8,3-2 0,0 0-162,2 0 1,-1-2-382,4 0 0,-1 1 500,3-1 1,-3 0 170,0-2 0,-3 0 101,1 0 1,-3 0 221,-4 0 1,-1 0-117,-8 0 0,1 2 277,-6 0 1,-1 0 90,-3-5 0,-5 2 80,-4-1 1,-3-1 424,-2 0 1,1-2-532,-4 0 1,1-1-140,-3-1 1,-3-1-487,-1-1 1,1 0 284,1-2 0,5-13 0,1-5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2.5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118 63 7812,'3'-4'364,"-2"-2"-41,4 1 0,-1 1 1115,0 0-1065,-1 2 0,-3-1-153,-3 3 0,-1 1-32,-2 1 0,-4 4-82,-2 4 1,-1 1-57,-1-2 0,0 4 13,1-2 0,2 1-183,2 0 1,-1 1-1,4-2 0,-2 2-291,6-2 1,-1 1-144,3-2 0,2-1 186,2-2 0,4-3 6,6-2 1,2-1 59,0-1 0,3-6-55,0-1 0,1-6 390,0-1 1,-1-5 394,-2 1 0,-2-2-14,-6-1 1,-3 1 529,-3-1 1,-3 4 89,0 3 0,-3 4 143,-1 3-446,-3 3-700,1 1 0,2 7-208,1 2 1,3 4-96,3 4 0,1 0-372,2 0 1,2 2-108,1 0 0,2 1-1834,3-1 2585,0-1 0,24-5 0,6-4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3.2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90 317 8074,'10'-10'812,"-1"2"-481,2-4 0,1 1 112,4-3 0,1 0-115,2 0 0,0-2 75,-3 0 0,0-2-95,-2 2 0,-3-3-66,-2 0 1,-2 2-316,-3-2 0,-1 3 14,-3-2 1,-3 2-44,-1 0 1,-3 5 95,-2 2 0,-2 4-180,-3 3 0,0 4 86,0 3 0,1 5-86,-1 3 0,0 3 113,0 4 0,0 3 74,1 4 0,2 4 71,2 1 1,-1 3-150,1 4 0,-1 0-127,3 5 0,1-2 145,2 0 1,-2-1-12,1 1 0,-1-7 95,-1-3 0,0-8 132,0-5 0,0-4-50,0-8 156,4-2 0,-1-5-186,4-3 1,2-3-242,3-3 0,1-3-323,8 0 0,-2-1 218,4 0 0,2-4-39,0 1 1,0 0 169,0 2 0,0 1 26,3-1 0,-3 2-58,1 1 0,-2 3 125,2 1 1,-2 1 140,-3 4 0,-3 0 17,1 2 1,-5 0 135,0 3 0,-3 0-131,-4 4 1,0 3 26,0 2 0,0-1-42,0 0 0,0-2-2,0 3 1,0-3 107,0 2-96,0-2 0,2 1 29,1-3 0,1-3 3,-2 1 1,4-4-257,-2 2 1,3-2 30,2-1 1,0-4-119,2 0 1,1-2 209,2-1 0,-3 0 41,1 0 0,-1 0-80,3 0 0,-3-2-13,1 0 1,-4 0-54,2 5 1,0-2-76,-1 4 0,-2 0 18,-3 2 0,1 0-48,2 0 1,-1 3-243,-1 1 1,1 3-82,-2 0 1,0 2-127,1 0 0,-1 0 647,3-2 0,9-3 0,3-1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3.5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14 7816,'0'-7'1754,"0"3"-1286,0 1 0,0 4 60,0 1 0,0 2-211,0 3 1,0 1 41,0 1 1,3 0-3,-1 2 0,0 0-199,-2 0 1,0 2 0,0-4 0,2 2-17,1-2 1,-1 1-187,-2-3 105,0-1-334,0 1-86,3-3 1,1-1-404,3-3 1,0-3 8,0-1 1,0-5 306,3 0 0,-2-3 51,3 3 1,-1-3 344,1 0 0,-2 0 258,3 1 0,-3-2 3,3 4 1,-3 0 275,2 2 0,-2 1-263,3 1 1,-4 2 139,2 3 1,0 0-384,-1 0 0,0 2-152,-2 2 0,-3 2-258,1 5 1,-3-1 132,3 1 0,-4 1-133,2 1 0,-2-1-47,-1-1 476,0 1 0,0-1 0,0-1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4.2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111 249 7835,'-6'-4'289,"1"-1"1,-1 3 478,1 0 1,-1 1-288,-1 1 0,-2 1-111,0 1 0,-1 5-34,1 2 0,0 3-205,-2-1 0,5 3-120,-1-1 1,4 1 73,1 0 0,1 2-154,1 0 0,4 0-149,3-2 0,3-1-532,4-1 1,0-3-75,-1-5 1,4-1 251,-1-3 1,1-3 46,-1-1 0,0-3 219,3-2 1,1-2 44,-2-3 1,0 0 260,0 1 0,0-4 0,0 1 0,1-2 0,-2 2 0,-1-3 0,-3 0 0,3-3 229,-2-1 0,0-1 39,-5 1 1,1 2 263,-4-2 1,1-1-129,-3 1 1,-1 1 184,-3 3 0,0 6-125,0 3 1,-3 6 50,-1 2 0,-3 1-190,1 1 1,1 5-36,0 2 1,1 5 94,0 2 1,-1 3-58,2 4 1,1 0-253,2 2 0,0-1-8,0 4 1,0-3-78,0 2 0,1 0-124,1 3 1,-1-4-420,1-1 0,1-1 256,-1-1 0,1-4-195,-3-1 0,0-4-384,0-3-408,0-1 799,0-5 1,2-3-11,0-4 0,4-2-82,-2-1 0,2-2 288,1-1 0,0-1 288,0 2 0,0-3 0,0 3 0,-3-3 0,1 0 0,0 2 182,2-2 0,-1 3 197,1-3 0,0 3 572,0-2 0,0 2-316,0 0 0,1 4 287,1 0 0,-1 4-447,1-2 1,1 2-50,-1 1 0,2 4-168,-1 3 0,-1 1-44,-2 3 1,0 1-57,-1 2 0,1 0-139,-3 2 1,2-1-257,-1 1 1,-2-1-279,-1-2 0,1-2-738,0-2 1,-1-1 356,-2-1 0,1-1-1355,1-1 2251,-1-2 0,8-31 0,-1-6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4.5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42 55 7843,'-7'-14'574,"1"0"1,-1 3-276,3 2-440,-2 5 0,3 1-340,-2 6 0,2 0 481,3 4 0,9 25 0,3 5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4.9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152 28 7845,'-7'-7'0,"0"0"0,3 0 771,-2 3 1,0 1 0,-4 3-145,-1 0 0,2 3-454,-3 2 1,1 2-148,0 2 0,-1-1 21,3 4 0,-2-1-145,4 0 1,-1 2 47,6-1 1,-3 1-131,3 1 1,1-4-84,3-1 0,2-1-367,3-1 0,2-3 275,3-2 0,1-1 69,1-1 1,2-1 24,0-1 1,0-3 198,-2-4 1,0 1 275,0-1 1,-3-1-141,1 1 0,-4-3 109,1 0 1,-2 2 115,-2-2 0,0 4 223,-3-2 1,1 3 841,-3 0-495,0 3-464,0 1 0,2 4-150,0 1 1,1 4-69,0 3 0,0 1-2,1-1 0,2 2-79,-1 3 1,1-1 4,1-1 0,0 1-184,0-2 0,2 0-238,0 0 1,0-2 185,-5 0 1,2-2-71,-1-3 1,-1 0 49,0-4 1,-1-1 128,1-2 0,-1 0-19,1-4 0,-2-1 13,3-1 0,-1 0 3,1-2 0,1 2 4,-2-3 1,2 3 386,1-2 1,0 1-142,0-1 1,0 2 506,0-3 0,0 4-205,0-2 0,0 4 7,-1 1 0,4 2-138,-1 3 1,0 1-42,-2 1 0,2 3-178,0 4 0,3 2 26,-3 2 1,3 3-750,0 1 1,1-1 412,1-3 1,-1 1-2575,1 0 0,2 0 2701,-3 0 0,6-7 0,-5-1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6.9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74 370 7138,'2'-4'220,"-1"1"80,1 1 0,0 0 262,0-2 0,-2 2 415,3-2 208,0-1-696,-2-1 0,2 2-18,-3-1-512,0 4 0,-3-2 109,-1 3 1,-3 4-170,-1 2 1,-2 1 182,0 4 1,-2 2-162,1 2 0,2 2-133,0-2 1,4 2-251,1 1 1,3-2-325,1 1 0,4-3 118,4 1 1,3-4-127,4-2 0,0-2 479,4-1 0,-1-2 315,3-2 0,22-19 0,5-4 0</inkml:trace>
  <inkml:trace contextRef="#ctx0" brushRef="#br0" timeOffset="985">413 370 7935,'3'-6'0,"-2"-3"73,1 0 1,-1 1 403,-1 1-255,0 4 0,-1-2-37,-1 3 0,-2 0 0,-2 2 1,-3 2-2,1 3 1,-3 0-58,3 2 0,-3 0 4,2 2 0,-1-2-179,1 4 1,1-1 43,4 1 1,-1 1-188,3-1 0,0-1-8,2 0 0,0-2 1,0 1 1,3-4-11,1-1 1,2-3 107,3 1 0,-1-2 14,2-2 1,1-1-26,2-4 0,0 0-90,0-1 0,-1 0 92,-2-3 0,2 3 13,-4 0 1,3 1 103,-2 0 0,-3 1-45,-2-1 285,1 1-59,-2 2 127,0 2 1,-3 2-95,0 2 1,0 2 68,0 2 0,1 1-175,1-1 0,-1 1-34,1-1 0,1 0-7,-1 1 1,1-1-110,-1 1 0,1-1 126,1 0 0,2-2-91,-2-2 1,2-1-146,3-1 1,-1 0 65,2 0 0,1-4 35,2-2 0,0-3 2,-1-4 0,4-3-110,1-1 1,1-2 112,-1-3 1,2 0-15,-2-4 0,-1-3-1,1 0 1,-2-3 16,0 0 0,-2 1-10,0 1 0,-1 0 108,-1 4 1,-4 5 178,-3 6 0,-2 6 283,0 3 0,-2 4 0,-2 2-190,-3 7 0,0 2 20,-2 4 1,-1 3-45,-1 1 0,0 3-158,3 2 1,0 3 15,-1 0 0,1-1-124,-1 2 0,3-2-275,0 1 1,0 2-54,-3 1 1,1-3-282,2 1 0,1-3 276,3-4 0,0-3-5,0-1 1,1-7 194,1-4 0,2-3-15,5-3 1,2-4 74,4-5 1,1-4-194,3-2 1,1-2-131,-1-3 1,0 2 186,0-4 0,1 3-160,-1-3 1,-3 3 295,-1-3 1,-1 1 49,1-3 1,-3 0 203,1 1 0,-7 2-83,0 2 0,-3 3 449,-1 4-117,-2 6 1,0 2 487,-2 6 0,-2 4-284,-2 2 1,-1 2-266,1 5 1,-3-1-87,1 8 1,-1-2-173,3 6 0,-1-3-147,1 3 1,-1-3-50,1 3 0,2-2-299,-1 3 1,4-3 203,-1 1 0,1-3-111,1-3 1,2 1-108,2-3 1,1-4 91,6-4 1,-1-4 188,3-3 0,1 0-101,1-2 1,-1-3 36,3-3 1,-1-2-74,1-3 1,2 0-110,-2 0 1,-1 0 150,2-2 1,-4 1-7,1-1 0,-2 2 144,-3 0 0,0 1-95,-1 1 0,-4-1 338,1 1 0,-4 2 389,1 0-25,-3 2 1,-5 4-201,-1 1 0,-4 2 192,1 5 0,-2 0-175,0 5 0,0 2 107,0 3 1,0-2-234,2 2 1,3-1-56,1-1 1,2-1-224,-1 1 0,1 1-187,3-1 0,0 2-225,3-5 0,0-1-103,4 0 1,2-2-625,2 0 0,1-4 192,0-1 1,2-1 966,1-1 0,24-31 0,9-9 0</inkml:trace>
  <inkml:trace contextRef="#ctx0" brushRef="#br0" timeOffset="1375">1645 43 7935,'-6'-10'650,"-1"1"0,1 3-90,-1 2 1,3 1 442,0 3 0,2 0-140,0 3 1,-1 1-284,1 4 1,0 5-38,2 4 0,2 2-236,0 0 0,3 1-48,0 1 0,0 2-351,-1 3 0,1-1-420,-3-2 0,0 2 176,-2-4 1,0-2-431,0-2 0,0-5-661,0-2 998,-3-2 1,2-4 86,-3-2 0,1-6 61,-1-3 0,0-3-93,-3-1 0,1-2 108,0-2 1,-4 2 13,0-2 1,-3 3 125,-2 1 1,0 4 169,-4-2 1,1 5 580,-3 2 1,1 2-58,0 2 0,1 4 280,0 5 1,2 3-434,2 1 1,7 3 118,1-1 0,6-1-47,1 2 0,6-6-66,7 1 0,4-5-295,4 1 0,3-3-227,3-2 1,0-1-1582,1-3 1,-1-3 266,-1-1 1,0-5 1414,-4-1 0,-4-22 0,-2-6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9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52 7803,'3'-9'0,"2"2"232,-3-2 1,0 2 380,-2 1 0,3 1 185,-1 1-395,0 3 0,-5-2-234,-1 3 1,-5 0-75,-2 0 0,-1 3-28,-1 1 1,0 2-77,-2 0 0,1 3-78,-3 2 1,2-1 34,0 1 0,2 1-323,0 3 1,3-2 69,2-2 0,3 0-142,0 1 1,4 1 65,-1-3 0,2 0-63,2-4 1,4-2 68,2 0 1,6-2 251,-2 0 1,5-4 137,-2-2 0,3-5-10,-1-2 0,1 0 268,-1 0 0,-2-1 2,-2 1 0,-1-1 229,-1 0 0,0-1-124,-2 3 0,-1-2 817,-4 4-442,-1-1 1,-3 3-699,0 2 1,2 4-38,0 5 0,3 1-195,-1 2 1,2 0-224,1 3 1,0 0-508,1 2 1,-1-1 420,2 1 484,1-3 0,6 2 0,3-2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39.7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29 8161,'0'-6'1075,"0"-4"-569,0 3 1,0 2 269,0 5-340,0 8 1,0 4-129,0 5 0,3 1 77,-1 3 0,3 2-336,-1 2 0,0 1-142,0 0 1,0 2-251,3 2 0,-4 1 131,-1 2 1,-1-5-160,-1-2 0,0-4 214,0-5 1,0 0-199,0-4 134,0-2 422,0-7-47,0-1 1,3-6-196,1-1 0,2-2-52,0-1 0,3 0 59,-1-1 0,1-2-169,-3-3 0,1 0 90,2 0 1,-2 0-32,2-2 0,0 1 5,-1-1 0,3 2-4,-2 0 0,1 3 183,-1 1 1,2 3-9,-3 2 1,3 1 102,-3 3 1,1 1-104,-3 1 0,0 4-34,-2 5 1,1 1-162,-3 1 1,1 2-222,-3 0 1,0 0 74,0-3 1,0-1-136,0 0 1,0-1 443,0 1 0,11-5 0,3-3 0</inkml:trace>
  <inkml:trace contextRef="#ctx0" brushRef="#br0" timeOffset="426">360 286 7916,'6'-13'369,"0"0"1,0 3 251,-2 2-159,2 0 1,-3 4 91,1 0-337,2 2 1,-5 2-13,4 5 1,-4 0 0,1 2 0,1-1-251,-1 1 0,1 0-101,-1 1 1,-1 0-129,1 3 0,1-1 41,-1 1 0,2-1-200,-2-2 1,3 0 134,0 3 0,-2-4 17,2 2 0,-4-2 137,1 0 0,1-1-15,-1 0 188,3-2-1,-1-1 0,0-3 136,0 0 0,-2-3-101,0-1 0,1-3 96,-1-1 1,3 1-143,-1-2 1,0 0 11,0 0 1,0 1-64,3 1 1,-3 1-16,0-1 0,0 2 87,3 0 0,-1 0-10,1 3 0,-1-2 293,0 2 1,1 0 11,-1 2 1,1 3 31,2 4 1,-2 0-92,2 4 0,-2 0 115,-1 4 1,1-1-51,-1 3 1,0 0-15,-2 3 0,-1 0-179,-3 1 1,-6-1 2,-2 1 0,-4-1-179,-3-3 0,-1-2-365,-1-5 0,-1 0-716,3-4 1,-1 0 192,3-2 0,-1-2 918,6-4 0,8-30 0,4-10 0</inkml:trace>
  <inkml:trace contextRef="#ctx0" brushRef="#br0" timeOffset="764">770 324 7906,'0'-8'1125,"0"-1"1,0 1 451,0 1-312,0 4 237,0 0-952,3 8 0,3 3 49,2 7 1,4 0-301,-2 4 1,0 0-244,1 5 0,-3-3-712,0 2 1,-3 1 66,0 2 0,-4-1-315,1-2 0,-1-2 382,-1-3 1,-1-1-373,-1-2 0,-1-5-468,-1-3 444,-2-5 0,3-3 428,-1-5 1,-1-4 489,3-2 0,-6-38 0,1-9 0</inkml:trace>
  <inkml:trace contextRef="#ctx0" brushRef="#br0" timeOffset="1098">777 324 7906,'-4'-16'-440,"-1"0"308,3 3 1,-1 3 1048,1-1 1,1 3-245,-1 0 0,4 3-128,2 0 0,3 4-140,1-1 1,5 1-110,4 1 1,3 1 29,1 4-207,5-1 0,0 8 1,2 0 57,-2 2 0,-6-1-241,-3 2 0,-6 1-853,-5-1 0,-3-2 181,-5 0 0,-5-4-163,-6 2 1,-3-4 244,-3 0 1,-3-2-597,-1 0 1250,-2 0 0,-4-12 0,0-1 0</inkml:trace>
  <inkml:trace contextRef="#ctx0" brushRef="#br0" timeOffset="1430">1219 299 7906,'0'-9'876,"0"0"0,-3-1-474,-1 4 1,-2-1-113,0 5 0,-1 0-128,-2 2 0,-1 3-32,-3 4 0,1 0-103,-1 3 0,0 1 46,0 2 1,3 0-108,2 0 1,1 0 40,3 2 1,1-1-239,3 1 1,1-4 67,1 0 1,2-4-1,5-1 0,1 0 76,3-4 1,-1 0 47,-2-2 1,2-3-678,-4-1 0,3-4 36,-2 0 680,-1-1 0,-2-17 0,1-6 0</inkml:trace>
  <inkml:trace contextRef="#ctx0" brushRef="#br0" timeOffset="1763">1290 93 7906,'-6'-12'763,"2"2"1,-1 0 175,3 4-184,-1 2 1,3 2-140,0 4 1,3 4 79,2 3 0,1 4 80,3 0 0,-1 6-351,5 0 0,-2 6-203,4 0 0,1 3-5,-1 2 1,0 2-1130,-2 0 1,-3 0-56,-2 2 0,-3-7-628,-3-3 0,-2-6 615,-2-3 1,0-5-1137,-2-4 2116,2-2 0,0-27 0,2-6 0</inkml:trace>
  <inkml:trace contextRef="#ctx0" brushRef="#br0" timeOffset="2092">1226 228 7906,'-6'-11'0,"2"1"403,1 1 1,3 1 599,0 1 1,5 3-516,1 0 0,7 0-99,0 0 1,4-1-273,0 3 1,4-3 78,0 3 1,5-2-123,-3 2 1,3 0 40,-5 2 1,1 0-127,-3 2 1,0 3 94,0 3 1,-2 2-162,-2 3 0,-4 3 57,0 1 1,-3 4-69,0 0 0,-1 0-314,-3-1 0,-1-1 119,0 0 1,-3-1 19,2-3 1,-1-3 109,-1-6 1,0-1-160,0-1 136,0-3 0,1 2-15,1-3 1,-1-1-94,4-1 0,-1-1-134,2-4 0,1 1 165,-1 0 1,1-1-8,-1 1 0,3-1 88,-1 1 1,1-1 101,-3 1 0,1 0 175,2 2 0,-2-1-14,1 3 0,-3 0 72,0 2 0,-2 1 44,2 1 0,0 3 242,0 4 0,-2 0-119,1 0 1,1-2-12,1 1 0,1 1 98,-1-3 0,2 2-70,1-6 0,2 0 101,0-2 0,1 0-299,1 0 1,0-3-254,0-1 1,2-4 141,3-1 1,-3 0-140,0 0 0,-1 2-481,-1-4 0,-3 2 147,1-1 0,-4 0-104,-1-1 0,-2 2 335,-4 2 1,-1 1 201,-1-1 1,-4 4 95,-2 1 1,-3 2 470,0 2 1,-1 1-322,-1 4 0,3 1 145,1 1 1,0 2 302,1 0 0,1 1-255,3 1 0,0-1-230,0-1 1,1 1-271,3-1 1,3 0-377,1 0 0,5-2-52,2-3 0,1 0-617,3-2 0,2-1 333,2-3 0,0-3-275,0-1 0,1-2 304,-1 0 746,0-3 0,0-7 0,1-4 0</inkml:trace>
  <inkml:trace contextRef="#ctx0" brushRef="#br0" timeOffset="2430">2233 234 7901,'-10'0'14,"-2"0"155,4-2 1,-3 1 34,2-1 1,-2 1 0,0 1-1,-1 1 176,-1 1 0,3 1-146,2 1 0,1 2-172,3 1 0,1 0-55,3 4 1,1-3-146,1 3 1,4-3 153,2 3 1,4 0 25,-2 2 0,3-3 77,-1 1 1,1-2-3,0 1 0,0-2-128,0 1 0,-3 0 23,-2-1 0,-1 1-347,-3-3 1,-1 1 15,-3-1 0,-3-1-132,-1-1 0,-5-3 85,-2 1 366,-1-1 0,-12-9 0,-3-3 0</inkml:trace>
  <inkml:trace contextRef="#ctx0" brushRef="#br0" timeOffset="2766">2348 292 7887,'6'-3'4257,"1"3"-3931,-1-3 1,1 8-12,-1 1 1,-2 5 130,1 0 0,-1-2-427,2 2 1,-1 0-330,-1 2 1,-1-3-1947,2 1 1544,0-3 0,-1 3 1,2-4 711,1-2 0,13-20 0,5-3 0</inkml:trace>
  <inkml:trace contextRef="#ctx0" brushRef="#br0" timeOffset="3105">2367 157 7887,'-6'-2'0,"-1"-3"-464,1 2 464,2 1 0,16 2 0,6 0 0</inkml:trace>
  <inkml:trace contextRef="#ctx0" brushRef="#br0" timeOffset="3442">2707 234 7790,'-3'-6'-344,"2"2"676,-3-1 156,-1 4 0,-1-2-159,0 3 1,-2 0 23,0 0 0,1 0-159,-2 0 0,0 3 27,0 1 0,1 0-350,1 0 1,1 0 17,0 0-84,2 2 0,0-3 0,3 2 75,-1-1 0,0-1-48,5 2 1,0 0-22,4 0 1,0 0-149,1 2 1,2-1 127,3 1 0,0-1 43,0 0 1,0 2 268,2 0 1,-1-1 105,1 2 0,1-1 154,1 0 0,-1 1-140,-1 2 1,-2 1 40,0-4 1,-3 3-167,-1 0 1,-5-2-50,-2 0 1,-3-2 35,-3 0 0,-4-2-180,-7-1 0,-1 1-679,-3-2 1,-3-1 117,1-2 1,-3 0 655,3 0 0,-3-9 0,1-1 0</inkml:trace>
  <inkml:trace contextRef="#ctx0" brushRef="#br0" timeOffset="3774">3002 453 7904,'10'-3'534,"2"1"1,-4-1 0,0 0 633,-1 1-3757,-3 2 1970,-1 0 1,-4 0 618,-1 0 0,-10-3 0,-5-1 0</inkml:trace>
  <inkml:trace contextRef="#ctx0" brushRef="#br0" timeOffset="3775">2964 324 7911,'-1'-6'-1497,"-1"-1"1497,1 1 0,1-9 0,4-2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45.6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167 270 8959,'0'-4'410,"0"2"-432,0 4 0,0 2 119,0 2 0,-2 2-74,0 0 1,0 1-111,2 2 1,0 0-51,0-2 0,1 2 57,1-3 0,1 1-50,4-3 0,0-1 26,1-1 0,0-3-97,3 1 0,-1-2 78,1-2 0,1-2-21,-2-5 1,3 2 79,-1-4 0,-1 1-3,0-1 1,-3 0 337,0 2 0,-3 1 119,-1 1 85,-2 4-331,1-3 1,-3 6 71,0 0 1,0 5-91,0 4 1,0 3 12,0 0 0,0 3-75,0 3 1,0 2-167,0-1 1,-1 5-214,-1 0 0,-2 0 92,-5 2 1,-2 2-77,-4 0 1,-2 0 232,-4 0 0,-2-4 140,-3-1 0,0-2 28,-2-2 0,2-5 310,-2-1 0,5-5-9,1-2 1,6-2 4,3-4 0,4-5 166,4-2 0,3-4-360,2-2 1,4 0-358,4-4 1,7-1-69,8-1 1,2 2-493,7 0 1,-1 2 438,3-2 264,2 3 0,25-16 0,10-1 0</inkml:trace>
  <inkml:trace contextRef="#ctx0" brushRef="#br0" timeOffset="392">341 13 7915,'0'-4'1695,"0"0"-1477,-3 2-23,-1 0 1,-2 2 22,-1 2 1,1 0-90,-1 2 0,1 0-106,0 3 0,1-3 50,1 0-213,0 1 0,0 0 108,-1 0 1,4-2-530,-1-1 199,1-1 16,1 2 0,3-5 361,1 0 0,3-3-7,1 3 0,-1-3 71,2 1 0,0 0 186,0 0 1,2 3-166,0-1 1,1-1-210,1 1 0,-1-1-600,1 3 1,4 1 76,2 1 632,0 2 0,20 8 0,2 2 0</inkml:trace>
  <inkml:trace contextRef="#ctx0" brushRef="#br0" timeOffset="767">757 411 7915,'0'-4'445,"0"0"1,3 1-102,2-1 1,0 3-302,2-1 0,2-1-69,2 1 1,4-1-218,2 1 0,2 1 0,2-1 0,-1-1-653,-1 1 896,0 0 0,-14 7 0,0 2 0</inkml:trace>
  <inkml:trace contextRef="#ctx0" brushRef="#br0" timeOffset="1027">770 482 8424,'7'0'-485,"2"0"0,2-2-342,6-1 827,3-2 0,55-10 0,11-5 0</inkml:trace>
  <inkml:trace contextRef="#ctx0" brushRef="#br0" timeOffset="1726">1585 193 7902,'2'-7'0,"0"-2"0,1 3 156,-1 0 0,0 0 316,2 4 0,-2 0-152,2 2 0,-2 2-52,0 3 1,-1 4-53,1 4 1,-1 2 13,1 5 1,-1 0 3,-1 4 1,-2-3-135,0 5 0,-3 0-169,0 2 0,0 1 105,-2-2 0,3-1-82,0 0 0,-1-2-88,-1-5 1,2 0-237,0-4 1,2-7-133,0 1 266,1-6 0,1-1 194,0-4 0,3-5-96,1-3 0,5-3-80,2 1 1,-1-4 127,0-1 1,1-1 15,2 1 0,-1-1 239,-1 3 0,1-1-75,-2 1 0,0 5 308,-2-1 1,-1 4-148,0 3 0,0 1-5,1 3 1,0 3-289,0 1 0,-1 5-204,0 1 0,-1 4 47,0 1 1,1 0-554,-1-2 752,1 0 0,-1 0 0,1 0 0</inkml:trace>
  <inkml:trace contextRef="#ctx0" brushRef="#br0" timeOffset="2376">283 26 7504,'3'-3'-605,"1"2"1400,-2-3-161,-1 2-217,2-1 0,-3 1 166,3 0-53,-3 0 112,3 2-509,-3 3 0,-1-2-96,-1 4 0,2 0-96,-3 3 1,0-1-308,-1 2 1,0 0 129,0 0 0,0 1-197,0-1 1,-1 2 432,3-3 0,-3 4 0,1-2 0</inkml:trace>
  <inkml:trace contextRef="#ctx0" brushRef="#br0" timeOffset="3177">2040 636 7835,'11'-9'-498,"0"1"1,-3-2 642,0 2 1,1 1 558,0-2 0,-1 0-295,-1 0 1,-4 1-70,0 1 0,-3 1-42,0-1 0,0 1-27,-3 0 1,-1 2-221,-4 2 1,-3 1 78,-4 1 1,-1 1-81,-4 1 0,1 4-5,0 5 0,-3 1-223,1 1 0,-2 5 78,1 1 1,1 3-41,4-1 1,2 2 87,2 2 1,4 0 8,2-1 0,4-2 18,5-3 1,6-3 40,4-3 1,4-4 11,3-5 0,3-2-13,2-4 0,0-3 8,0-4 0,2-3-72,-2-1 0,-1 0-121,-4-2 1,-2 0-69,-2 0 1,0-3-243,-2 4 1,-3-1-358,-6 2 0,-1 1 306,-3 1 0,-1-1 531,-3 4 0,-1-1 0,-6 3 0,-31 8 0,-10 2 0</inkml:trace>
  <inkml:trace contextRef="#ctx0" brushRef="#br0" timeOffset="3441">1925 648 7835,'-10'4'421,"-2"-1"47,1-3 1,3 1 394,1 1 0,4-1-408,3 3 0,0-2-16,2 0 0,3 1-328,3-1 1,6 0-208,5-2 0,1 0-384,3 0 1,1-2 479,2 0 0,16-23 0,5-4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50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129 1 7945,'-13'13'717,"0"2"0,0 2-259,0 5 1,-2 2 280,0 6 1,0 0-394,3 7 0,2-2-242,4 2 1,2 0-757,4-3 0,6-3 372,3-6 1,3-3-861,3-4 1,4-6 129,4-3 1010,-1-5 0,15-18 0,0-7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56.5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39 7840,'3'-3'-222,"0"0"284,0-1 0,1-1-2,2 3 0,0 0-27,1 2 1,-1 0-19,1 0 0,1 0-34,1 0 0,1 3 87,-1 1 0,0 0-182,-3 0 1,0 1 44,-2 4 1,1-2 34,-3 4 1,-1-1 9,-3 1 0,-1 1-6,-4-1 1,-1 0 53,-1 0 0,-2 0 5,0-2 0,0 1 31,0-4 1,2 2-46,2-4 44,-2 2-126,5-3-75,-2 0 1,7-3 66,1-3 1,2 0-137,5-4 1,-1 1 55,2 0 1,1-1-107,2 1 1,0-1 154,2-2 0,2 0 106,2-2 0,0-1 0,0 1 0,1-1 0,-1-1 0,-1 3 0,0-1 0,-3 3 15,-2 0 1,-3 1-35,-1 0 1,-4 1 117,-1 2 0,-3 1 205,1 0 1,-2 3-80,-2-2 0,1 1 28,-3 1 0,-1 2-154,-1 0 0,0 1 70,-1-1 1,1 2 8,-1 2 0,1 1-53,-1-1 1,0 1-6,-1 2 0,1-2-35,-2 4 0,2-2-14,1 1 0,1-1-63,1 2 1,3-3 99,-2 3 1,3-3-117,3 0 1,3-1-23,5-3 1,4-1-212,2-3 0,2 0-157,2 0 0,-1-1 398,2-1 0,12-16 0,3-6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8:59.8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1 104 8028,'4'-3'134,"0"1"1,1 0-281,4 2 1,1-1 36,5-1 1,3 2 39,3-3 1,2 1 114,5-1 0,-1 1-98,3 2 0,-6-2-100,0 0 1,-4 0 151,-3 2 0,-4-6 0,-4-1 0</inkml:trace>
  <inkml:trace contextRef="#ctx0" brushRef="#br0" timeOffset="286">270 20 8028,'-2'-4'16,"0"0"90,0 2 91,2-4-27,0 6 1,3-3-153,1 3 1,2 1 97,3 1 1,-1 1-126,2 1 1,-1 2 32,2-2 0,-4-1-222,2 2 0,-3-1 97,-1 2 0,-3 2-193,-2 0 1,0-1-322,-2 2 615,-2-2 0,-22 5 0,-6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03.5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 13 7940,'-4'-2'-12,"0"-1"89,-1 0-56,2 1 146,0-1 0,4 4 4,1 1 0,1 0 19,4 2 0,0 2-11,2 3 1,1 3-66,2 1 0,3 1-126,0 5 0,0-1-133,-2 3 0,-1 3-33,-1 2 0,-3 0-77,-3 4 1,-3-6 206,-4 0 1,-5-7 31,-3-2 1,-5-2-43,0-2 0,0-3 25,0-3 1,3 0-1057,0-3 1089,3 0 0,14-16 0,6-4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08.3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254 417 7825,'3'-4'-70,"2"-1"0,0 0 0,2 0 0,-1-2 809,1 1 1,-2-1-321,0 1 1,0 0-101,0-1 0,-2 1 32,1-1 1,-2 0-177,0-1 1,-1 1-41,-1-2 0,-3 0-16,-2 0 1,-1-1-135,-2 4 0,-2-1-249,-3 5 0,-3-3 172,-1 3 0,-2 3-175,0 3 0,-2 5 103,-1 1 0,-1 6 11,2 3 1,-1 1 153,3 4 0,0 1-46,2 3 0,2 0-29,5-2 1,1-3 23,5-2 0,4-3 47,4-3 1,7-1 52,2-8 1,4-1 111,3-5 0,0-5-124,3-4 0,1-2-30,1-2 1,0-1-186,-1-1 0,1 1-261,-2-3 1,1 1 2,0-2 0,-5 3-752,-4 2 1187,-4 3 0,-25-11 0,-8 1 0</inkml:trace>
  <inkml:trace contextRef="#ctx0" brushRef="#br0" timeOffset="293">43 449 8174,'0'-6'1504,"3"2"-1219,1 2 0,4-1-407,3 1 0,4-2-112,2 2 0,5-1-242,1 1 1,4-1 475,1-2 0,17-3 0,2 1 0</inkml:trace>
  <inkml:trace contextRef="#ctx0" brushRef="#br0" timeOffset="550">594 423 7844,'0'-6'2045,"0"2"-1804,0-1-1871,0 4 1630,0-2 0,0-3 0,0-1 0</inkml:trace>
  <inkml:trace contextRef="#ctx0" brushRef="#br0" timeOffset="805">626 314 7850,'0'-6'0,"-2"0"241,0-1 572,0 1-428,2-1-385,0 4 0,11 0 0,4 3 0</inkml:trace>
  <inkml:trace contextRef="#ctx0" brushRef="#br0" timeOffset="1156">1108 314 7797,'0'-6'236,"0"0"1,0-1 1008,0 1-504,0-1-328,0 1-160,0-1 1,-3 4 26,-2 1 0,0 0-124,-2 0 1,-1 1 0,-1-1 0,-2 4-108,0 0 1,1 3-37,-1-1 0,4 2-178,-2 0 0,3 1 33,1 2 1,0-1-105,3 2 1,0 0 88,2 1 0,1 1-89,1-1 1,2 1 70,2 1 1,-2 0 18,0 0 1,-1-1 63,1-2 1,-3 2 35,1-4 1,-4 3 137,-2-2 0,-2-1-145,-3-1 0,2-2-232,-2 0 1,2 0-611,1-3-930,-1 0 1825,1-2 0,14-17 0,3-5 0</inkml:trace>
  <inkml:trace contextRef="#ctx0" brushRef="#br0" timeOffset="1431">1306 353 7830,'4'-4'410,"-2"-1"-275,-1 4 0,-4-3-132,-1 2 1,-1 1-3,-1-1 0,0 5 21,-4 4 1,1 0 54,-2 3 0,1 1 12,-3 2 0,2 0-117,0 0 1,6-1 91,-2 1 1,5-1-141,0-1 0,7 0 103,4-5 0,5 1 64,3-5 0,1 1 18,-1-3 0,1-3 113,-3-2 0,-3-1-119,-1-3 1,-5-1-275,0-2 1,-4-1-325,1 0 0,-5 0 11,0 0 1,-3 0 483,1 1 0,-13-1 0,-4 0 0</inkml:trace>
  <inkml:trace contextRef="#ctx0" brushRef="#br0" timeOffset="2266">1428 359 8725,'3'4'314,"-2"2"0,4-3-206,-3 3 0,2 1-4,-2-1 0,3 1 32,-3-1 1,1 2 93,-1-2-183,-2 5 1,3-7 76,-3 5-550,0-2 59,0-1 72,0-2 144,0-1-61,0-3 0,0-5 158,0-2 1,1 0-139,1 0 1,0 1 68,2-1 1,0-1 6,3-1 0,-1 1 53,0 1 0,3-1-7,0-1 1,2 1 39,0 1 0,-1 1-7,0-1 0,1 3 74,2 0 1,-3 2 194,1 0 0,-3 2 53,1 0 1,-4 0-81,-1 2 0,-3 2-173,1 2 1,-1 1-17,-1-1 0,-2 3-89,0-1 0,-2 3 82,1-2 0,-1-1-20,2-1 0,-2-1 49,2 0 1,-1 1 216,1-1-193,1-2 9,-2 1-199,3-4-34,0 2 0,0-8 58,0-1 0,3-2-210,1 1 1,2 0 135,0-1 1,1 1-45,2-2 1,0 0-5,2 0 1,1 1 28,-1 1 1,-1 1 82,0-1 0,-2 3 146,1 0 0,-2 2 440,-1-3-281,1 4 1,-2-1 96,0 4 1,-2-1-136,-1 4 0,-1-1 26,1 2 1,-1 1 22,-1-1 1,0 1 40,0-1 0,1 0-245,1-2 1,-1 2 30,1-2 1,1 2-170,-1 0 0,2-2 53,-2 1 1,3-4-125,-1 1 1,3 1 99,1-1 0,0 0 15,3-2 0,-1 0-1,1 0 1,1-2-28,1-3 0,0 0 11,2-2 0,-2 1 67,0-1 0,0 0 80,0-1 1,-1 1 18,-1-2 1,-1 0 163,-2 0 0,-1-2-32,-1 3 0,-2-1 152,-4 3 1,0 0-93,0-1 0,-3 3-119,-1 0 1,-2 2-129,-1 0 1,-1 1 123,-1 1 0,-2 3-126,0 1 1,1 3 209,0 1 1,1 0 156,-2 0 0,3 2-153,-3 1 0,3-1 115,0 0 1,1 0-217,3 1 0,1 0-53,3-2 1,1 2-203,1-3 1,7 0-50,6-4 0,4 1-442,2-3 0,0 0-64,2-4 0,0-2-1649,1-5 2350,1 2 0,6-20 0,5 0 0</inkml:trace>
  <inkml:trace contextRef="#ctx0" brushRef="#br0" timeOffset="2807">2576 180 6772,'0'-10'-104,"3"-2"0,-1 2 1448,-1 0 1,2 2-272,-1 4-659,3 3 1,-2-1-151,1 4 0,-1 2-18,-3 5 0,0 1-90,0 2 1,-1 5-146,-1 2 0,1 1-212,-4 4 1,3-1-187,-2 3 1,1-1-497,-2 1 0,0 0 354,0-1 1,0 0-167,-2-4 1,1 0-13,-1-6 707,1-3 0,-9-26 0,-2-8 0</inkml:trace>
  <inkml:trace contextRef="#ctx0" brushRef="#br0" timeOffset="3199">2455 346 7666,'3'-6'-219,"3"0"272,-2-1 0,2 1 122,3 2 0,1-1 2,3 3 1,3-3 180,1 1 0,2 0-191,2 0 1,2 3-27,3-2 1,-1 3-193,-2 0 1,-1 0-82,-5 0 0,-4 0-105,-2 3 1,-6 0 142,-1 4 1,-3 0-41,-3 1 0,0 0 141,-5 3 0,2-3 58,-3 0 1,3 1-96,0 0 0,3 2 7,-2-3 1,3 3-102,-2-3 0,3 1 133,3-3 0,1 0 1,4-2 1,2 0-66,0-2 0,2-1-136,-1 1 1,1-4 94,1 0 0,0-3-104,0 1 1,-1-4 149,-1 0 0,0-3 0,-3 2 0,3-1 334,-2 1 1,-1-1-50,-1 1 0,-1 0 373,1 3-408,-1 0 0,-2 2 248,0 2-385,-2 1 1,1 3-157,-3 2 1,0 0 63,0 5 1,0 1-188,0 0 0,-1 0-525,-1 1 1,1-1 58,-1 1 682,1 1 0,4-5 0,1 2 0</inkml:trace>
  <inkml:trace contextRef="#ctx0" brushRef="#br0" timeOffset="3566">3057 314 7740,'-3'-2'882,"-3"1"1,5 1-748,-4 4 1,4 2-162,-1 3 0,-1 0 20,1 2 0,-2 1-232,2-1 1,-1 0 122,1 0 0,1 0-382,-1-2 435,1 2 0,1-4-49,0 2 399,0-5-190,0-1 0,2-6-97,0-1 1,3-2 22,0 0 1,0-1 28,2 1 0,0-3 10,1-2 1,0 1 3,3-1 0,-3 3-74,3-3 0,2 1-25,2-1 1,0 2 153,-2 3 1,-1 0-28,-2 2 1,2 1-26,-4 3 0,1 1-99,-3 1 0,-2 1-100,-2 4 1,-1 2 9,-1 2 1,0-1-157,0 0 1,0 1-112,0 2 1,-2-1-391,0-1 1,0-1 775,4-2 0,22-6 0,7 0 0</inkml:trace>
  <inkml:trace contextRef="#ctx0" brushRef="#br0" timeOffset="4325">3436 314 7740,'0'-8'443,"0"-1"1,-1 1 1698,-1 1-1619,1 1 1,-2 2-13,1-1 0,-2 4-242,-2-1 1,-1 4-197,1 2 1,-3 3-267,1 1 1,-2 2-69,2 3 1,1-2-291,-2-1 1,2 1 265,1 2 0,-1 0-250,1-1 0,2-1 177,-1 0 1,4-3-42,-1 0 1,1-1 20,1 0 1,3-4 125,1 0 0,4-3 332,1 0 1,2-3-9,0-1 1,1-2 30,1 0 1,-1-3-78,-2 1 0,2-3 84,-1 3 1,1-1 9,-2 3 0,0-1 123,-4 1 0,0 0 386,1 2 298,-4 1-553,0 3 0,-3 3-251,0 1 0,-2 3-352,0 1 0,0-1 2,2 2 1,0-2-325,0-1 0,0 1 283,0-1 0,3-2-148,1 1 0,2-4-20,0 1 1,3-1-8,-1-1 0,3-2 443,-3 0 0,4-5 0,-2 0 0,0-3 0,1 2 0,0-4 0,2 2 0,-3-5 0,1 0 0,-2-2 0,1-1 0,-1 0 0,2-1 0,-4-3 0,2 1 0,-2 2 0,-1 4 0,-2 2 550,-2 0 1,-1 1-181,-1 1 0,0 2 1340,0 3-1051,0 2 0,-1 1-137,-1 3 0,1 3-113,-1 1 1,-1 5 70,1 1 0,0 3-283,2-1 0,0 2-52,0 1 1,0-1-29,0 3 0,0 0-188,0 0 0,-2 1-285,0-3 1,-3 2-25,3 0 0,-3 1-287,1-1 1,1-1 268,-2-3 0,3 0-51,-2 0 0,0-3-48,0-2 85,1-4 51,0-1 173,3-3 200,0-5 1,3 0 84,4-3 0,-1 1 97,0 0 0,1-1-68,-1-1 1,1 0 95,2 0 1,-1 2-232,2-1 0,1 0-36,2 2 0,0 0 43,2-1 1,-1 1 49,1 2 0,1 1-6,-1 3 0,0 0 70,-3 0 1,-2 4 147,-1 2 1,-5 1-34,-2 4 1,-2-2 180,-2 1 0,-4-1-327,-5 2 0,-4-4-302,-2 2 0,-2-2-384,-3 0 0,0-4 605,-1-1 0,-5-15 0,2-5 0</inkml:trace>
  <inkml:trace contextRef="#ctx0" brushRef="#br0" timeOffset="4860">4032 128 7798,'-4'-6'463,"0"0"1,2 2 433,-3 2-564,4 1 0,-2 2-159,3 1 1,0 2 145,0 5 1,1 1 228,1 3 0,-1 0-289,4 2 0,-3 1-271,2 4 0,-2-1-167,0 0 1,1 0-406,-1 1 1,1-1 250,-1 0 0,-2-2-369,3-2 0,0-5 195,1-1 0,2-2 173,0-1 0,2-2 72,0-2 1,3-4 24,4-2 0,-1-2 37,3-1 0,-2 1 60,2 0 1,-2-3 107,2 1 0,-2-3 104,0 2 0,-3 0 139,-1 1 1,-1 0 240,-1 0 1,-5-1-145,0 0 0,-2 0 18,-2 3 0,-2 2-29,-2-1 0,-1 2 120,-6-1 1,3 1-83,-3 3 0,0 1 43,-2 1 1,1 1-35,-1 4 0,3-1-66,1 0 1,2 4-48,1 0 1,0 0-85,2 1 1,2-2-103,4 1 0,3 1 117,5 2 1,5 0-134,6-1 0,3-2-255,3-1 0,3-3-577,4-1 0,-3-2-660,1-3 1,-6-4 81,0-2 1380,-5-1 0,10-25 0,-2-3 0</inkml:trace>
  <inkml:trace contextRef="#ctx0" brushRef="#br0" timeOffset="5534">4898 257 7796,'-3'-3'194,"-3"2"0,5-4 886,-4 3-693,4 0 0,-2 5 2,3 1 1,0 2-77,0 3 0,0 2-112,0 4 0,0 1-13,0 3 1,0 0-85,0 1 1,0 2-172,0 1 1,2 2-103,0-2 0,0 0-392,-2-2 1,0-3-458,0 1 1,0-4 290,0-3 0,0-2-472,0-3 1199,0-4 0,0-8 0,3-43 0,1-18 0</inkml:trace>
  <inkml:trace contextRef="#ctx0" brushRef="#br0" timeOffset="5809">4905 295 7225,'7'-19'-285,"1"0"0,0 2 285,0 2 0,1 5 240,0 1 0,2 3 378,0 1 1,0 2-229,0 3 0,1 0-102,-1 0 1,0 3-161,0 2 0,0 2-54,-2 2 1,-3 2-191,-1 0 0,-5 1 14,0 1 1,-3-2-231,-6-1 0,-1 0 193,-3 1 0,-2 1-107,0-1 0,1-1 9,4 1 237,-3-4 0,21 3 0,0-4 0</inkml:trace>
  <inkml:trace contextRef="#ctx0" brushRef="#br0" timeOffset="6084">5290 225 7809,'0'-10'128,"-3"3"0,-2-1 0,0 3 0,-2 3 356,1 1 1,-1 2-296,-2 1 0,-1 3-184,-3 3 1,1 3-24,-1 4 0,0-1-73,0 3 0,3-2 74,2 2 1,3-2-135,3 2 1,1-2-18,1 2 1,3-4-333,2-1 1,3-3 280,3-1 0,1-3-30,1-3 1,-1-2 256,-1-2 1,0-2-20,-2-2 0,1-4 97,-1 0 0,1 0-61,-1-1 0,0 0 135,0-1 1,-2-1 5,2 0 0,-3 0 141,-2 0 0,1 1-68,-3 1 1,1 1 197,-1 2-404,-1 4-27,2-2 0,-3 7-194,0 1 0,0 2-11,0 5 0,0-2-294,0 4 0,2 0 104,0 2 0,0-1 8,-2-1 1,0 0 380,0-3 0,3 7 0,1-2 0</inkml:trace>
  <inkml:trace contextRef="#ctx0" brushRef="#br0" timeOffset="6385">5399 263 7809,'0'-6'67,"2"-1"1,0 1 379,2-1-274,-2 4 1,3 0-43,0 3 0,-2 0-37,1 0 1,0 3-188,0 1 1,2 4 70,-2 0 0,1 4-187,-1-1 0,1 1-86,-2 1 0,-1-1 78,1 1 1,-3-1 127,2-1 0,-1 0 82,-1-2 1,0-1 102,0-1 215,0-1 155,0 1 0,0-4-30,0-3 1,2-4 225,0-5 1,3 2-388,-3-4 0,3 0-104,-1-2 0,2-2-148,0 0 1,1 1-222,-1 1 0,3 1-454,2 1 0,3-1 100,1 4 0,3-1-520,-1 3 0,4 2 279,0-1 793,3 4 0,11 1 0,5 4 0</inkml:trace>
  <inkml:trace contextRef="#ctx0" brushRef="#br0" timeOffset="6710">5771 225 7809,'0'-5'1620,"0"1"-1222,0 3 0,-1-2-137,-1 3 0,-4 0-277,-2 0 1,-4 3-88,1 4 0,-1 0-115,-1 4 1,1-1 127,-1 3 0,2 1-98,0 1 1,4-1-69,-2 3 0,3-3-431,1 1 1,3-2 318,2-2 0,0-2-22,0-3 0,3-2 385,4-2 0,-1-2 58,2-2 0,2-2 93,1-5 1,1 1-178,1-2 1,0 1 88,0-2 0,-3 1 56,1 0 0,-2-2 217,1 1 1,-2-1-13,1-1 1,-2 2 116,-1 0 0,-1 2 107,-1-2 1,-2 2 206,2 5-268,-2-2-339,1 6 1,-3 0-111,0 7 0,0 0 44,0 4 1,0-1-116,0 3 0,0 0-196,0 0 0,0 0-421,0-1 0,0 1-7,0 0 0,0-2 662,0-1 0,2-5 0,2 1 0</inkml:trace>
  <inkml:trace contextRef="#ctx0" brushRef="#br0" timeOffset="7301">5905 218 7809,'0'-8'567,"0"-1"941,0 0-1090,0 3 1,0 3-100,0 3 0,2 3 75,1 3 1,-1 3-209,1 0 0,-3 2-167,2 0 1,1 3 1,-1 1 0,1 0-207,-3-2 1,0 0 35,0-1 0,0 0-271,0-1 0,0 1 109,0-4-65,0 1-157,0-3 237,2-2 0,0-2-83,2-2 1,-2-2 165,3-3 1,-1 0 70,2-2 1,-1-2 81,-1-2 0,-1 1 122,2 0 1,0-1-94,0-2 1,0 0 73,-1 0 0,2 1 68,-2-1 1,-1 1 247,2 1 1,-2 2 627,2 2-661,0 1 1,-3 2-56,2 2 0,-3 2-98,1 2 1,-1 5-123,-1 3 1,2 0 53,0 1 0,1 0-107,-3 2 1,0-1-86,0 1 1,0-2-18,2 0 0,-1-3-17,1 0 1,-1 1 126,-1 0 1,0-3 19,0-1 0,1-3-69,1 2 14,-1-3-104,1 2-53,-2-3 0,3-3 89,-1-1 1,1-2-82,-1 0 0,-1-1-48,3-2 1,1 2 111,1-1 0,0-2 38,-2-1 0,2 1 91,-2-1 0,4 1 214,0-3 0,1 0 28,-3 0 0,3 1 324,0 1 1,-1 3-46,-2 4 0,1 1-191,-1 3 0,-2 0 22,-2 3 1,1 3-200,-1 5 0,1 1-159,-1 1 1,-1-1-224,1 1 0,-1-2-502,-1 0 0,0-1-38,2 0 1,-1 0-2269,1-4 3023,2 0 0,8-13 0,5-5 0</inkml:trace>
  <inkml:trace contextRef="#ctx0" brushRef="#br0" timeOffset="7652">6271 263 7809,'4'-4'2181,"1"2"-1762,-1-1 0,2 2-59,1-1 0,-1 1 57,0 1 1,1 0-214,-1 0 0,1 0-106,-1 0 0,3 0-183,-1 0 1,1 0-87,-3 0 1,-2 0-342,1 0 369,-1-3 1,0 0-123,-2-4 0,-2 1-64,0 0 1,0-1-127,-2 1 0,-2 0 182,-2 2 1,-1-1 93,1 3 1,-1-3 418,1 3 1,-1 0 43,1 2 0,0 1 236,-1 1 0,3 1-261,0 4 1,2 1 61,-3 1 0,4 2-10,-1 0 1,1 1 6,1 1 0,0 0-427,0 0 1,2 0 112,0 2 0,3-3-617,0 0 1,1-3 78,3 0 0,-2-3-136,4-2 0,0-1 78,2-3 1,-1-3-254,1-1 0,1-5 541,1-1 0,-4-2 304,2-1 0,10-40 0,4-10 0</inkml:trace>
  <inkml:trace contextRef="#ctx0" brushRef="#br0" timeOffset="7930">6483 13 7809,'-4'-7'0,"-2"4"576,2 1 1,1 1-153,-2 1 1,4 1 191,-1 4 1,1 0-146,1 8 0,0-1 7,0 6 0,5-1-149,1 5 1,3 1 66,-1 2 0,2 4-240,3 1 0,-1-4-199,-1 0 0,-2-5-974,-5 0 1,2-1-854,-2-3-859,-1-2 1762,0-5 967,-3-3 0,-9-16 0,-2-5 0</inkml:trace>
  <inkml:trace contextRef="#ctx0" brushRef="#br0" timeOffset="8451">6502 218 7809,'4'0'207,"0"0"1,1 0 349,1 0 1,1 0 209,2 0-491,-2 0 0,5 0 0,-1 0 310,1 0 1,1 0-207,-1 0 1,4 0 62,1 0 1,0 0-301,0 0 1,-3-2-188,1 0 1,-2-2-71,-3 1 0,0-1-277,-4 2 1,-2-3-56,-2 1 0,-3-2-11,-3 0 1,-1-1-188,-6 1 0,0 0 223,-4 2 0,1-1 35,-1 3 1,2 0 250,0 2 1,2 2 173,1 3 0,2 0 3,-1 2 0,4 1 234,1 1 0,2 3-186,0 1 1,2 0-60,0 5 1,5-4 133,1 1 1,5 0-199,-1 0 0,3 0-14,-1-5 0,1-1 100,0-5 0,-2-1-21,-1-3 0,0-1 0,1-4 0,-1 0 100,-1-5 0,-2-1-61,1-2 1,-1 0-59,0 0 0,-3 1 21,0-1 0,0 0-33,0 0 0,2 1-14,-2 1 1,0 0-10,0 2 0,-2-1-23,2 1 0,-1 1 39,1 1-7,-3 4 49,2 0 0,-3 3 26,0 3 1,0 2 147,0 4 0,0 2-181,0 0 0,-2 3 12,0 1 0,0 0-5,2-2 1,-2 1 5,-1 0 1,1-2 21,2 1 0,0-3 19,0 1 1,0-2 186,0-2 455,0-1-269,0-2 1,0-4-139,0-5 0,0-2 39,0-2 1,2-3-9,1-1 1,2 0 122,-1-2 1,4 1-296,0-1 1,4 2-158,-2-2 0,5-1-608,0 1 1,2 0 407,0 2 1,2 3-1516,0 2 0,0 3 801,-2 3 0,-2 2 894,-4 0 0,-5 11 0,-3 3 0</inkml:trace>
  <inkml:trace contextRef="#ctx0" brushRef="#br0" timeOffset="8745">7092 334 7811,'4'0'261,"1"0"1,-3 0-262,2 0 0,-8-20 0,-1-5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22.9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353 39 7983,'0'-6'58,"0"-1"0,0 1 1,0 0 1670,0-1-1306,0 4-256,0 0 1,-2 4-44,0 4 1,-3 0 1,1 5 0,-5 4-100,-2 3 1,-1 2 70,-3 2 0,-3 4-111,-3 3 0,-2 4-73,-2 0 1,-3-1 41,0 1 1,1-1-96,3-3 1,0 0 132,3-2 1,3-4 58,5-3 1,3-5 44,4-6 7,2-1-55,1-3 0,4-1 27,1-3 0,4-3 56,3 1 1,0-3 29,-1 1 1,2 1-65,3-2 0,1 4-71,1-1 0,-2-1-15,2 1 1,1 0-13,-1 2 1,3-1-12,-1-1 0,1 1-64,-1-1 0,1 0-200,-1 0 0,-1 1-159,-1-3 1,-2 1-416,-3-1 1,0 1 848,-4-2 0,-8-6 0,-2 0 0</inkml:trace>
  <inkml:trace contextRef="#ctx0" brushRef="#br0" timeOffset="1159">353 26 8090,'4'-3'13,"1"0"0,-3 3-336,2 0 198,-2 0 0,0 3-210,-2 1 1,3 0 205,-1 0 129,0 0 0,4 8 0,1 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31.8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183 0 7942,'-7'0'0,"1"0"92,0 0 1,-1 3 385,1 1 0,-4 6-361,-3 2 0,-1 5 67,-3 4 0,1 5 194,-1 4 0,1 2-203,3 2 1,1-2-123,1 0 1,4-3-78,3-3 0,3-6-276,1-3 1,3-1-134,4-3 1,0-2 432,1-5 0,16-10 0,7-4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41.8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1264 334 7897,'-7'-6'30,"-1"0"552,-1-1 915,3 4-602,4 0-546,7 8 1,0 0 17,6 3 1,0 2-100,1 1 0,1 3-51,0 1 1,-1 2-77,-1-2 0,-2 4-100,-2 0 1,-4 1-144,-1 4 1,-2-3-381,-5 2 0,-3-2-72,-6 0 0,-1-1-633,-2-3 0,1-2 1187,-1-5 0,-2-6 0,3-5 0</inkml:trace>
  <inkml:trace contextRef="#ctx0" brushRef="#br0" timeOffset="324">1745 431 7881,'0'-5'380,"0"1"284,0-1 92,0 2 1,3-2-264,1 3 0,4 0-102,3 2 1,2 0-387,2 0 1,3 0-402,4 0 0,1 0-567,-1 0 0,-1 2 588,-2 0 375,-2 0 0,1 4 0,-1 1 0</inkml:trace>
  <inkml:trace contextRef="#ctx0" brushRef="#br0" timeOffset="482">1745 533 7881,'-4'0'1208,"2"-3"1,2 3-595,2-2 1,5 1-428,3 1 1,6 0-542,3 0 1,3 0-1658,4 0 2011,2 0 0,13-6 0,5-1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49:43.8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468 14 7871,'4'-3'147,"-1"-1"-173,-6 1 1,-1 0 102,-5 3 0,-1 0-46,-3 0 1,-3 3-107,-3 1 1,-2 3 140,-5 1 0,2-1-9,-4 2 0,2 0-155,0 0 1,1 2 42,-1 0 1,4-2 31,3-1 0,4 0-17,6-2 1,3 0-19,6 1 1,2-1 27,2-2 1,4 2-10,7-2 1,-1 2-38,0 3 0,0-2-11,-1 1 0,0 0-17,0 1 1,-4-1 79,0 2 1,-3-1 0,-1 2 1,-3-1 13,-4 3 0,-3-2 77,-3 0 1,-4-1-5,-3 3 1,-3 0 166,1 0 1,-2 2-95,0 0 0,1 0 106,3-3 1,2-1 38,6 0 0,0-1-183,5 3 0,3-1-39,3-1 1,5 1 86,1-4 0,7 3-13,3-3 0,3 1 69,1-3 0,4 0 146,4-2 1,5 1-58,4-3 1,2 1 170,0-3 0,-1 0-264,-2 0 0,-3 0-160,-5 0 1,-5 0-864,-9 0 0,-6 0 279,-3 0 1,-5 0-686,-2 2 1230,-1-1 0,-15-1 0,-4-3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0:03.9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103 148 8163,'-5'0'432,"1"0"-45,3 0 0,-2 3-226,3 1 1,0 2-28,0 0 1,0 1-15,0 2 0,3-1-118,1 2 1,0 1 118,3 2 1,-2 2-123,3 0 0,-3-1-28,0-3 1,-2 1-240,1-1 0,-1-1-14,-3 0 1,-1-2 27,-1 1 0,-2-4-14,-4-1 1,-2-3 26,-3 1 1,-2-1-236,0-1 1,0-3-18,2-1 493,0-2 0,-3-29 0,0-7 0</inkml:trace>
  <inkml:trace contextRef="#ctx0" brushRef="#br0" timeOffset="140">135 39 8152,'0'-7'320,"0"1"186,0 0 0,0-1-1886,0 1 832,0 2 548,0 1 0,8 12 0,3 2 0</inkml:trace>
  <inkml:trace contextRef="#ctx0" brushRef="#br0" timeOffset="407">308 154 8222,'0'-3'134,"3"-1"-170,1 2 0,3 1-124,1-1 0,2 1-2,3 1 1,2 0-477,0 0 638,0 0 0,9 3 0,3 1 0</inkml:trace>
  <inkml:trace contextRef="#ctx0" brushRef="#br0" timeOffset="590">327 225 7571,'0'-7'1290,"3"4"-1252,1 1 0,4 0-460,1 0 1,3 1 109,1-1 0,2 2-458,5 0 770,-1 0 0,51-3 0,14-1 0</inkml:trace>
  <inkml:trace contextRef="#ctx0" brushRef="#br0" timeOffset="740">661 154 8286,'0'-6'426,"0"2"98,0-1 701,0 4-937,0-2 0,3 7-319,1 2 1,4 1 73,0 4 1,2 0-240,-2 1 1,0 3-1349,3 0 1544,-4 3 0,8 16 0,-1 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0:15.7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173 32 8183,'0'-6'131,"0"-1"358,0 1-380,0 0 272,0 2-206,0 1 0,0 4 116,0 1 0,0 2-94,0 2 0,0 1-22,0 2 1,0 1-69,0 2 0,0 2-153,0 1 1,0-1 22,0 1 0,0-1-185,0 1 1,0-2-36,-3 2 1,3-2-356,-2-2 1,1 0 212,1-2 1,0-1-519,0-1 903,0-1 0,3-5 0,0-2 0</inkml:trace>
  <inkml:trace contextRef="#ctx0" brushRef="#br0" timeOffset="266">13 321 8122,'-4'0'352,"-1"0"706,4 0-695,-2 0 1,11 0-167,3 0 0,5 0 0,1 0 0,2 0-234,0 0 1,2 0-98,1 0 0,-1 1-74,-2 1 1,-2-2-199,0 3 0,-1-1-582,-1 1 0,-1-1 988,-5-2 0,-6-6 0,-4-1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0:21.1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410 328 8083,'0'-7'-36,"0"4"-262,0 0 514,0 3 1,0 7-137,0 1 0,-2 5-35,0-5 1,-3 4-102,3-2 1,-2 0 45,2 1 1,0-3-151,2 3 1,0-3 1,0 1 0,0-2 115,2-1 1,2 0-114,2-2 1,2-1 14,0-3 0,0 0 21,3 0 1,-1-2-31,3 0 0,0-4 12,0-1 0,0 1 105,-1-2 0,1 0 100,-3-1 1,2 2-20,-4-2 1,-1 2 230,-3 1 0,-1 0 46,2-1 1,-2 3 190,-3 0-266,0 2 63,0-1-211,0 9 0,0 1-89,0 6 0,0 0 97,0 0 1,0 2-243,0 2 1,2 3 121,0 1 0,0 0-37,-2 5 0,-1-4-152,-1 4 1,-1-2 39,-4 2 1,-2-3 151,-2 1 1,-3-6-11,-1 1 1,-3-6 112,1 0 1,-1-3 251,-2-1 0,2-2 35,1-4 1,-2-1 241,2-2 0,1 0-192,1 0 0,5-1-179,1-1 0,5-2-333,2-5 0,2-1 94,5-3 1,3 0-192,7 1 0,4 1-188,4 0 1,4 1-451,1 0 0,0-2 105,-2 4 1,-1-2 708,1 2 0,25-19 0,7-7 0</inkml:trace>
  <inkml:trace contextRef="#ctx0" brushRef="#br0" timeOffset="374">512 97 8049,'-4'0'0,"0"0"201,0 0 1,-3 0-18,1 0 1,-1 0-138,1 3 1,2 0 53,-1 4 1,2-3-372,-1 0 228,-2 0 0,5 3-173,-1-1 0,1-2 135,1 1-69,0-4 0,1 2 54,1-3 1,0-1 166,2-1 0,0-1 178,3-4 0,-3-1-5,0-1 1,0-2 252,3 3 0,-1-3-151,1 3 1,-1-1 52,0 3 0,1 0-290,-1 2 1,1 0-276,-1 2 0,3 2 123,-1 0 1,4 4-206,-2 4 0,5 3 247,0 4 0,19 24 0,4 9 0</inkml:trace>
  <inkml:trace contextRef="#ctx0" brushRef="#br0" timeOffset="2100">121 289 7998,'-6'-3'927,"-1"3"-545,1-3 0,0 6-24,-1 4 1,-2 2 162,-2 4 1,-1 3-180,-1 3 1,1 5 27,1 6 1,2 3-193,3 5 0,2 1-82,2-1 0,5 1-500,3-1 0,6-5 308,3-3 0,3-6 211,-1-3 0,-1-3-115,1-4 0,17-6 0,7-2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0:47.7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7 135 7992,'-2'-7'349,"0"1"-286,1 0 1,4 1-125,6 1 1,2 3 239,8-2 0,3 1-1,6-1 0,4-2 193,7 1 0,5-2-182,5-3 0,4 2-40,0-1 1,4 0-142,-2 2 1,2 0-36,-2-1 1,-2 1-148,-6-1 0,0 2 54,-4 0 1,-5 0-217,-4 3 1,-6 0-90,-6 2 0,-4 0-242,-5 0 1,-4 1 666,-2 1 0,-24 2 0,-8 2 0</inkml:trace>
  <inkml:trace contextRef="#ctx0" brushRef="#br0" timeOffset="249">20 263 8055,'-7'0'503,"-1"0"-659,3 0 0,5 0-306,9 0 1,9-2 434,5 0 0,6-3 209,5 1 1,7-2 311,6-1 0,10 1-16,5 0 1,1-1 277,3 1 1,-1 2-311,-1-1 0,-2 4-35,-3-1 1,-9-1-847,-5 1 0,-8 0 377,-5 2 1,-3 0-496,-6 0 0,-6 0 201,-7 0 352,-5 0 0,-10-9 0,-6-2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0:50.5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90 107 8259,'4'-6'152,"-2"-1"0,1 1 0,-1-1 542,-1 1-1110,0 2 0,-1 5 371,0 6 0,-1 0 279,-1 3 1,-2 4-188,-2 3 1,-3 0 34,1 2 1,-1 0-2,0 4 0,2 0-68,-2 1 1,2 3-124,-2-2 0,4 3 98,-1-3 1,1-1-141,1-1 0,1-5 125,3-1 1,0-3-114,0-1 1,3-3 90,1-4 0,2-3 27,0-3 0,2 0-7,0 0 0,0-1 31,3-3 0,-1-1 15,0-6 0,3 0-53,0-1 1,0-2 1,2-1 1,-2-1-34,0-1 1,-1-1-117,-1 1 0,0-1-3,-2 1 0,-1-1 79,-1 3 1,-1-2 48,-2 2 1,-1 3-32,-3 3-15,0 2 67,0 4 0,-3 0 127,-1 3 0,0 5-78,0 1 0,2 4 18,-3-1 0,3 2 88,-2 0 1,2 3-73,0 1 0,-1 2-47,1-2 1,0 2-48,2-2 0,0 0-5,0-2 1,1 1 30,1-1 1,2-2-7,2-4 0,1-4 145,2-1 0,0-2 218,2-2 1,0-4 285,-2-5 1,2-6-92,0-2 0,-1-5 113,0 1 0,-2-2-248,1-1 1,-3 3 25,-2-1 0,2 1-362,-2-3 0,0 4-242,0 3 0,-2 2-929,3 4 0,-1 3 610,2 2 1,-1 4 501,-1 2 0,-5 21 0,0 6 0</inkml:trace>
  <inkml:trace contextRef="#ctx0" brushRef="#br0" timeOffset="564">552 235 8158,'-4'-3'211,"-1"-1"182,4-1 0,-4 0 25,3 1-258,-3 3 0,1-1-162,-2 6 0,-1 1 113,-2 6 1,1 0-189,-2 2 1,1 2 101,-2 2 0,1 4-137,0 0 0,0 1-134,4-3 1,0 0 102,-1 1 1,4-2 13,0-1 1,3-2 45,0-4 1,0-2-120,3-3 0,1-2 100,4-2 1,2-2 32,0-2 1,2-2-42,-1-5 0,1-1 15,1-5 0,-1-1 88,-1-1 1,0-2 3,-2 2 0,2-4 18,-3 0 0,0 0 13,-4 1 0,1 3-11,-3 0 0,3 2 40,-3 0 1,0 0 336,-2 7-173,0 2-120,0 3 0,0 4-88,0 1 1,0 2 2,0 5 1,0-1-29,0 2 0,0 1-211,0 2 0,0 0 12,0 0 1,0-1 50,0 1 0,2 0-233,0 0 0,2-1 184,-1-1 1,2 1 208,-1-1 0,1-2 0,-1-1 0,10-3 0,1-2 0</inkml:trace>
  <inkml:trace contextRef="#ctx0" brushRef="#br0" timeOffset="992">731 235 8158,'3'-4'204,"-1"0"1,1 0 63,-1 0-358,-2 1 155,6 3 1,-5 1 2,1 1 1,-1 4 35,-1 2 1,0 4-27,0-2 0,0 3-16,0 2 1,-3-1-3,1 3 1,0-2-126,-1 3 0,3-4 81,-2 1 1,-1-2 15,1 0 1,-1-2-55,3-1 1,0-4-75,0 1-35,0-5 139,0 1-152,3-6 1,-1-3 89,2-3 0,0-2-6,0 0 0,1-1-32,0-1 1,0 1-150,2-1 1,-1-1 108,1-1 1,1 2-19,1-2 0,0 1 144,0 1 1,-2 1-19,4 2 0,-3-2 144,1 4 0,-2 2-65,-1 4 1,1-1 122,-1 1 0,-3 3-51,0 3 0,-2 2 116,1 3 1,-1-1-127,1 2 1,-1 1-30,-1 2 1,0 0-215,0-1 1,0 1-44,0 0 0,0 0-185,0 0 1,0-3-57,0 1 0,0-1-681,0 1 1091,0-2 0,14-25 0,4-6 0</inkml:trace>
  <inkml:trace contextRef="#ctx0" brushRef="#br0" timeOffset="1240">1065 4 8746,'0'-3'732,"0"9"1,0 2-334,0 9 1,0 1-286,0 3 0,-2 4 1,0 5 1,-3 0-85,0 7 1,2-4-139,-1 1 0,2-2-240,0-2 0,1-2 119,1-4 0,1-6-126,1-5 0,2-4-13,2-4 0,1-3-71,-1-2 0,2-1-33,1-3 1,0-1 470,-3-6 0,12-31 0,2-10 0</inkml:trace>
  <inkml:trace contextRef="#ctx0" brushRef="#br0" timeOffset="1423">956 235 8050,'0'-6'650,"0"2"196,0-1 1,6 1-899,2-2 1,6-1-87,4 1 1,1-3-8,2 1 0,2-1 224,3 3-79,-4 2 0,9 4 0,-1 4 0</inkml:trace>
  <inkml:trace contextRef="#ctx0" brushRef="#br0" timeOffset="1682">1373 389 8017,'0'-4'-471,"0"0"-540,0 2 1011,0-3 0,0-5 0,0-3 0</inkml:trace>
  <inkml:trace contextRef="#ctx0" brushRef="#br0" timeOffset="1823">1418 184 8068,'-1'-6'469,"-1"-1"0,0 2-363,-2 0-536,3 0 430,-2 4 0,3 4 0,0 4 0</inkml:trace>
  <inkml:trace contextRef="#ctx0" brushRef="#br0" timeOffset="2292">135 691 8080,'4'-2'0,"0"-1"204,1 2 1,3 0-27,2-2 1,5 3 259,9-2 0,6-2-61,11 0 1,12-5 211,12-1 1,3 0-196,3-1 1,-1 3-180,1-1 1,-1 2-207,-3 1 1,-3 2 33,-11-1 1,0 4-148,-4-1 1,-6-1-160,-6 1 0,-5 0-524,-6 2 1,-6 0 409,-1 0 377,-6 3 0,-36 0 0,-13 4 0</inkml:trace>
  <inkml:trace contextRef="#ctx0" brushRef="#br0" timeOffset="2516">276 774 8002,'-31'4'248,"4"1"0,0-3 1021,8 2-1094,4 0 1,13 0-447,8-2 0,10-1 422,10-1 1,4-3 314,6-1 0,6-5 461,7-2 1,6-1-290,5-1 1,3 1-62,7 2 1,2-2-472,5 4 1,-5 2-327,-1 4 0,-14 1-237,-6 1 1,-10 1-535,-9 1 0,-6-1 165,-5 4 1,-4-4 825,-4 1 0,-3-10 0,-4-2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1:03.5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301 357 8112,'5'-10'0,"-2"1"88,0 2 1,2 0 87,-1 1 0,-1 0-160,-1-1 0,0 2 126,0 0 1,-1 0 0,1 0 0,-2 0 2,-2 1 1,-2-1-18,-2 3 1,-3 0-26,0 2 1,-3 0-135,0 3 0,-2 1-68,-3 4 1,0 2 10,-2 3 0,-4 4 135,0 2 0,0 3 57,0 4 0,2 2 150,0 2 0,-1 1-218,3 1 0,2-2 1,6-2 1,5-6-13,4-2 0,4-4-141,2-3 1,7-4 36,4-3 1,4-3 29,2-5 1,2-5-72,3-6 0,-1-2 94,1-5 1,2 0-8,0-1 0,-1-3 34,-4-2 0,-4-1 16,-4 3 0,-4 2-127,-2-2 0,-5 3-167,-2 0 0,-2 4-367,-2 2 1,-2 4 87,-2 3 556,-3 1 0,-4 6 0,-3 2 0</inkml:trace>
  <inkml:trace contextRef="#ctx0" brushRef="#br0" timeOffset="181">90 485 8112,'-7'0'1092,"-2"0"664,2-3-1345,-2-1 0,6 0-203,3 0 0,5 2-38,6-3 1,2 2-175,2-1 0,1-4-293,4 1 1,2 0-637,1 0 0,3-1 933,2-1 0,18-5 0,7 0 0</inkml:trace>
  <inkml:trace contextRef="#ctx0" brushRef="#br0" timeOffset="773">346 23 8140,'-4'2'164,"0"0"1,-1 3-192,-1 0 0,-1 0 5,-2 2 1,0 2 83,-2 2 1,-1 0-80,2 0 1,0 0 51,2-2 1,-1 1-199,3-1 0,-1-3 86,5-1-288,-1-4 166,3 2 1,5-8-11,2-2 1,1-3 96,-2-1 1,0 1 62,1-1 0,1 3 46,1-3 0,0 1 7,0 0 0,-2 0 325,1 4 1,0-2-156,-2 2 0,3-4 434,-1 6 1,1-1 157,-3 3-524,0 1 0,2 2-311,-1 5 1,1 4-433,-4 2 0,1 1 501,-1 0 0,10 31 0,1 8 0</inkml:trace>
  <inkml:trace contextRef="#ctx0" brushRef="#br0" timeOffset="1275">712 453 7995,'-4'0'1882,"1"0"-1768,3 0 1,4-2-53,2-1 1,4 1-161,5 0 0,0 0-294,5-2 0,-2 2 149,6-3 1,-2 3-503,2-2 745,-2 3 0,-6-2 0,0 3 0</inkml:trace>
  <inkml:trace contextRef="#ctx0" brushRef="#br0" timeOffset="1448">718 536 10058,'3'-6'448,"1"2"0,5 1-315,2 3 1,4-2-170,5 0 0,0 0-343,3 2 1,1-2 378,1 0 0,12-6 0,3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1:06.3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187 186 7914,'4'-2'-22,"0"0"1,-2 0 230,3 2 0,-3-2 88,2 0 0,-2-1 243,2 1-304,-2 1 0,3-2 291,-3 0-202,0 3-222,-2-3-179,0 0 0,-3 2-73,-1-1 1,-2 4-23,-3 3 0,-1 0 58,-3 2 0,-2 2-28,0 2 0,-2 1 94,2 1 1,-2 0-37,2 2 0,-2-1 73,2 3 0,0-2 36,2 0 0,3-2-57,2 0 1,3-1-1,3-1 0,2-2 0,2-3-10,3-2 0,1-1-100,3-3 1,-1 0 15,2 0 1,1-3-152,2-1 0,-3-2 110,1 0 0,0-1-62,2-2 1,-3 1-44,1-3 0,0 1 70,2-3 0,-1 0 128,-2 0 0,2 0-11,-4-2 0,1 1 170,-3-1 0,0 4-7,-2 0 0,0 3 475,-2 0-179,-1 1 63,1 0-216,-2 4 0,0 1 61,0 4 1,0 1-30,0 4 1,0-1-149,0 0 0,0 4-153,0 0 1,0 3 46,0-1 0,0 1-232,0 0 1,0 0 117,0 0 0,0 0-91,0-1 0,0-1-368,0 0 1,1-3 184,1 0 1,0-3 387,2-1 0,20-25 0,8-5 0</inkml:trace>
  <inkml:trace contextRef="#ctx0" brushRef="#br0" timeOffset="293">373 161 7914,'3'-4'-563,"-1"-1"754,2 4 636,-3-5-625,1 5 0,1 1-161,-1 5 0,0 0-160,-2 2 1,0 2 66,0 2 0,0 2-115,0 2 1,-1-2 92,-1 2 1,1 1-91,-1-1 1,-1 2 144,-2-2 0,2-1-1,1-3 0,-1 0 1018,1-2-451,0-4-241,2-2 1,0-4 8,0-3 1,0-1 53,0-6 1,3-3-89,1-3 0,3-1-89,1-2 0,0 1-236,3 0 0,0 2-355,4 0 0,1 0-782,1 0 0,1 2 409,0 5 1,0 1 771,1 5 0,-2 12 0,-2 7 0</inkml:trace>
  <inkml:trace contextRef="#ctx0" brushRef="#br0" timeOffset="875">713 206 8046,'-3'-10'280,"1"1"0,-1 4 16,1 1 1,-1 0-1,-1-3 0,-2 4-229,2 1 1,-2-1-28,0 1 0,-1-1-171,-2 3 1,2 3 101,-4 2 1,3 0-154,-1 2 0,0 2 129,1 2 0,-3 0-62,2 0 1,2 1-155,2-1 0,0 1-120,3 0 1,0-2 139,2-1 0,0-2 156,0 0 0,3-3 115,1 0 1,3-2-85,1 0 1,-1-2 102,2 0 1,-2-2-56,-1-3 1,3 0 25,-1 1 1,1-2 21,-3 2 1,1-2 94,-1 0 0,3-1-37,-1 1 1,1 2 118,-3-1 1,3 2-18,-1-1 1,1-1 16,-3 3 1,1-1-52,-1 3 1,1 0-72,-1 0 1,0 2 3,-2 2 0,1 1 28,-3 6 0,0-1-32,-2 3 1,0 2-15,0 0 1,-1 2 8,-3-2 1,-1 3 91,-6-1 1,-1-1-141,-2-1 0,-3-2 13,-2-3 1,-2 2-159,-1-4 1,1-1-286,2-3 1,1-3-269,1 2-212,3-3 874,4-3 0,24-20 0,11-8 0</inkml:trace>
  <inkml:trace contextRef="#ctx0" brushRef="#br0" timeOffset="1609">931 193 7984,'0'-7'1534,"0"1"-1260,0 3 1,0 0-70,0 6 1,-1 1-110,-1 4 0,0 0-195,-2 3 0,2 2 53,-2 2 0,0 0-220,0-3 0,-1 3 37,3 0 0,-3 0 7,3-2 0,-2-2-68,2 0 1,-1-4 138,1-1 0,1-2 0,-1-1-84,1-3 1,2-4 105,1-5 1,2-1 7,2 1 0,1-1 176,-1-3 1,3 1-86,-1 2 0,1-3-2,0 3 1,-1-2 9,2 2 0,0-2 151,1 1 1,1 2-105,-1 0 1,-1 3 166,1 1 1,-4 0-78,2 3 1,-2 0 175,-1 2 0,1 0-136,-1 0 0,-2 4-97,-2 2 1,1 1 10,-1 4 0,0-3-14,-2 3 0,-3 0-123,-1 2 1,0-1 82,0 1 1,0-1-133,-3-1 1,2 0 103,1-2 0,-2 2-93,2-3 0,0-1-34,0-3-279,2 0-237,-1 0 55,3-1 330,3-9 1,1 2 179,2-5 0,1 0 91,-1 0 0,0-2 0,1 0 0,-1 1 0,1 0 0,2-1 0,2-2 0,0 0 0,0 0 0,2 1-6,-1 2 1,0-2 48,3 4 0,-5-1 172,3 3 0,-5 1 153,1 1 0,-2 3 297,-1-1 0,1 2-203,-1 2 1,-2 1 78,-2 4 0,-1 2-453,-1 2 1,0-1-100,0 0 0,0 1-135,0 2 1,0 0 79,0-1 1,-3 1-87,1-3 0,-1 2-238,1-4 1,2 1-1363,-3-3 1752,3 1 0,5-10 0,3-1 0</inkml:trace>
  <inkml:trace contextRef="#ctx0" brushRef="#br0" timeOffset="1809">1373 186 8419,'0'5'1194,"0"-1"0,2 0-912,0 3 0,1 1-170,-3 1 1,0 2-156,0 0 0,0 2-811,0 2 0,0-2 87,0-1 1,0 0-1019,0-3 1785,-3 0 0,-1-14 0,-2-3 0</inkml:trace>
  <inkml:trace contextRef="#ctx0" brushRef="#br0" timeOffset="1942">1431 39 7937,'0'-9'0,"0"1"0,0-1 720,0 3-1048,0 2 328,0 1 0,0 18 0,0 3 0</inkml:trace>
  <inkml:trace contextRef="#ctx0" brushRef="#br0" timeOffset="2428">1534 199 8293,'-4'0'1012,"1"3"0,3 1-857,0 2 1,0 1-134,0 2 1,0-1-61,0 2 1,0-1 21,0 2 0,0-1-165,0 3 1,0-3 113,0-1 0,-2-2-136,0-1 1,0-2-95,2 1 80,0-4 0,0 2 73,3-3 0,-2-1-159,3-1 0,0-1 189,0-4 0,2 1 59,-2-1 0,2-2-5,0-2 0,1 1 88,2 0 1,-1 0 224,2-1 1,-1-1-85,2 1 0,-1 2 180,0 0 1,2 2-51,-1 1 1,1 0 76,1 2 1,0-1-66,0 3 1,-3 0-65,-2 5 1,-1 2-193,0 4 0,-4 4-204,0 0 0,-3 4-351,0-3 1,-3 6-65,-1-3 1,-2 3 563,0-3 0,-12 10 0,-3 3 0</inkml:trace>
  <inkml:trace contextRef="#ctx0" brushRef="#br0" timeOffset="2912">1162 539 7936,'-3'-10'837,"-1"0"-410,1 0 0,-3 2 257,2 1 1,-4 2-167,-1 0 0,-2 0-270,0 3 0,-2 1-296,-2 3 0,0 2 98,-4 5 1,1 1-171,-3 3 0,1 2 168,1 2 1,-1 5-80,1 1 1,2 0 111,0 1 0,5-2-167,-1 2 0,5 0-272,2-2 1,3-4 130,5-3 0,7-4 280,3-3 0,6-3-60,2-3 0,-1-2 5,5 0 1,0-5-107,1-4 1,-1-2-116,-1-2 0,-1 0 91,0 0 0,-2-2-129,-5 0 1,-2 0-602,-2 3 0,-4-1 373,-1 0 0,-2 1 489,-4 1 0,-31 2 0,-9 2 0</inkml:trace>
  <inkml:trace contextRef="#ctx0" brushRef="#br0" timeOffset="3051">879 661 7936,'-10'0'2905,"2"0"-2411,4 0 1,2-1-78,6-1 0,4 2-401,7-3 1,4 3-228,5 0 1,1-2-340,1-1 1,0 1 549,2-1 0,15-3 0,7-4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1:15.7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237 32 7991,'0'-8'0,"0"-1"337,0 1 168,0 4 0,-2 1-159,-3 3 1,-1 5-85,-3 1 0,-1 6 18,-5 1 0,-2 3 136,-2 5 1,-2 6-157,-1 5 0,0 1-34,1 6 0,4 1-357,0 5 1,3-1 66,3-1 1,5-6-74,4-4 1,5-5-25,3-4 1,3-3-301,4-4 0,0-3-12,0-4 0,0-2-351,-1 1 0,1-2 824,-3-1 0,8-14 0,-1-3 0</inkml:trace>
  <inkml:trace contextRef="#ctx0" brushRef="#br0" timeOffset="649">795 109 7950,'0'-10'0,"0"2"110,0 0 1,3 2 660,-1 0-299,0-1-208,-2 1 0,-1 2 16,-1 2-263,-2 1 1,-4 4 149,-1 2 1,-2 1-76,0 2 1,-1 3-151,-1 4 0,-2 2 41,-2 2 1,-4 2-43,-1 1 0,0 2 28,1-1 0,2 2-86,0 1 0,-1 2 62,5-1 1,-1-1-99,7-2 0,2-6 65,2 1 1,2-4 120,3-2 1,0-4-10,0-2 1,1-4 6,1 0 1,0-3 13,2 0 1,-2 0 10,2 0 0,-1 0 24,1 0 1,0 0-44,2 0 0,2 0 6,0 0 0,1-2 49,2 0 0,3-1-48,-1 1 0,2 1-3,0-1 0,1 1 2,1-1 0,3 1 1,-3-1 0,2 1-163,-4 1 1,-2 0-220,-2 0 0,-3 0-18,0 0 0,-3-2-812,-1 0-181,-2 0 1349,1 2 0,-12 0 0,-2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2:49.9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0 263 9551,'0'7'415,"0"2"1,1-1-278,1 2 1,0 0-72,2 1 1,-2 1-19,2-1 1,1 0-166,1 0 0,1 0 13,-1-2 0,2 0-46,1-3 0,2-3 117,-3 0 0,4-3-118,-2-3 1,0-1-39,1-4 0,-1-2 95,1-3 0,0 0-144,-2 0 0,1 0 118,-1 1 0,-1-1-17,-1 0 1,-1 0 85,1 0 0,-3 3 150,0 2-50,-2 1 344,1 0-235,-3 4 0,-3 1 65,-2 6 1,0 1 127,-2 3 0,1 2-71,-1 1 1,0 3 53,-1 1 1,0 1-74,-3-1 0,3 0 56,0 3 0,-1 0-175,0-1 1,0 2-87,3 3 1,-2 1-39,-1 2 1,0-1-105,3-1 0,0-2-221,2 0 0,-1-1-85,3 0 1,0-5-303,2-2 1,0-1 70,0-3 1,3-1-1083,1-4 1704,2-1 0,17-18 0,5-2 0</inkml:trace>
  <inkml:trace contextRef="#ctx0" brushRef="#br0" timeOffset="289">353 661 8844,'-4'4'889,"0"0"0,2 3-921,-3 1 0,3 4 49,-2-1 1,-1 3-160,-4 4 0,2-2-195,-1 1 0,1-3-512,0 1 1,3-2 848,0-2 0,19-19 0,4-7 0</inkml:trace>
  <inkml:trace contextRef="#ctx0" brushRef="#br0" timeOffset="834">687 238 7815,'-7'0'1487,"1"0"-1124,0 2 1,1 1-104,1 3 0,2 0-94,-2 4 1,1-1-149,-1 2 0,3-1 55,-1 3 0,1 0-184,1 0 1,1 0 106,1-1 1,-1-1-90,3 0 1,1-3-187,4 0 1,-2-1 25,2-3 0,1-1-90,0-3 1,0-1 106,1-1 1,0-2 1,1-2 1,-1-3 135,0-2 0,-3-1 0,3-1 1,-3 1 12,1 1 0,0-1 72,-1 1 1,1 1 167,-3 0 1,1 2 65,-1-1 269,-2 2 101,1 1-261,-4 2 0,2 2-6,-3 4 1,-3 2 92,-1 2 0,0 3-67,0-1 0,0 4 61,-3 1 0,-1 1-74,-1 3 1,1 0-135,1 2 1,0 3 13,-1 2 0,0 1-105,0 0 0,1 1-169,0 0 0,1-1-90,-1 1 0,2-3-387,1-2 0,-1-1-5,2-3 0,1-5-1593,2-3 471,0-2 1661,0-3 0,6-24 0,1-9 0</inkml:trace>
  <inkml:trace contextRef="#ctx0" brushRef="#br0" timeOffset="1308">700 39 7768,'-1'-4'176,"-1"2"0,0 1-154,-2 1 1,0 1 98,0 1 1,-1 1 203,0 1 0,-3 4-221,0-1 1,-1 1-36,3 1 1,-1-2-18,1 4 1,2-3 0,-1 1 1,3-3-23,-2-2-256,3 2-14,-2-5 1,4 2 37,1-3 0,1-1 11,4-1 1,0-3 168,1-3 1,-1 0 110,2-3 0,0 1-101,0 0 1,1-2 128,-1 4 0,2-3 57,-3 2 0,3 1 307,-2 1 0,2 1 63,0 0 0,-1 2-264,0 2 1,0 3-141,1 3 1,1 1-391,-1 6 1,-1 0-682,0 4 1,1 1 550,2 1 379,-3 1 0,11 10 0,-1 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2:57.3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173 276 8188,'6'-6'2088,"-2"2"-1152,-1 1-599,-3 3 0,-3 3-43,-2 2 1,-1 3 22,-3 3 0,0 4 98,-4 2 1,-2 2-179,0 3 1,-3 1-104,1 5 1,-1 1-207,1 3 0,1 0-126,3 0 1,6 0-443,3-2 0,3-3-49,3-6 0,6-2-667,4-7 0,4-2 1356,3-1 0,20-13 0,6-4 0</inkml:trace>
  <inkml:trace contextRef="#ctx0" brushRef="#br0" timeOffset="690">416 270 7950,'-3'-7'226,"0"4"109,3-3 0,0 6-72,0 0 0,0 4 88,0 4 0,0 0-261,0 3 0,0 0-139,0 1 1,1 1-209,1 0 0,-1 0 26,1 0 0,1 0-20,2-1 0,-2 0 146,1-1 0,1-2-55,4-2 0,-1-1 24,3-2 1,-3-1 27,3-3 1,-1-3 11,3-1 1,0-4 17,0-1 1,0-2-14,0 0 0,-1-1 65,1-1 0,-1 0 78,-1 0 0,0 1-32,-2-1 0,-3 2 255,-1 0-218,-4 4 1,4-3 240,-3 4 142,0 2 7,-2 1 0,-2 11-185,-3 0 0,2 5 89,-2-2 0,1 2-94,-2 1 1,-1 1 59,-2 2 0,2 1-159,-2 3 0,-1 0-16,0 2 0,0-1-504,-1 1 0,3 0 263,0 0 0,1 0-880,0-4 0,4-3 181,0-1 1,3-3 797,0-2 0,8-13 0,3-2 0</inkml:trace>
  <inkml:trace contextRef="#ctx0" brushRef="#br0" timeOffset="907">789 565 11177,'0'7'631,"0"2"0,-3-2-578,1 4 0,-3 2-382,1 2 1,-2 3-553,0-1 1,-1-1 527,-2 1 353,2 0 0,-5 3 0,2-1 0</inkml:trace>
  <inkml:trace contextRef="#ctx0" brushRef="#br0" timeOffset="1524">1103 276 8002,'0'-3'1742,"-2"3"-1568,0 4 0,-1 4-75,3 0 1,0 3-166,0-2 0,0 2 87,0 0 1,0 1-192,0 1 1,3 0-15,-1-1 1,3-2-8,2-1 1,-1-1-89,3 0 1,1-3 110,0-1 1,0-3 54,1-1 1,0-3-119,2-1 1,-1-2 82,-2-3 1,3 1 27,-3-2 0,2-1 52,-2-2 0,2 0 2,-4 0 1,3 1 93,-3-1 0,1 2 178,-3 0 1,1 4-65,-1-2 0,-1 4 466,-1 1 200,-3 2-37,2-1-289,-6 9 0,-1 1-39,-5 6 1,2 0 8,-1 0 0,0 0-131,-1 2 0,2 2-48,-1 2 0,-2 1-133,2 1 0,0 0-105,4 2 1,-2 1-586,2 2 1,-1-1-108,1-2 1,1-1-474,3-3 0,0-1 395,0-1 0,0-6 735,0 0 0,5-26 0,2-7 0</inkml:trace>
  <inkml:trace contextRef="#ctx0" brushRef="#br0" timeOffset="1891">1122 77 7898,'-6'3'-197,"-1"-2"263,1 1 0,2 1 162,-1-1 0,2 3-206,-2-1 0,2 2-121,1 1 0,1-1 50,-1 0-36,1 1 87,1-1-3,0-2-73,0-1 96,3-3 1,1-3-14,2-2 1,0 0 112,1-2 1,-1 0 202,1-1 0,-1-2-31,0-3 1,1 2 205,-1 0 0,1 2-41,-1-2 1,1 1 69,-1 1 1,-2 3-355,0-1 1,-1 2-196,1 3 0,0-1-314,3 3 1,0 6-248,1 3 1,2 3-1685,3 3 2265,0 1 0,17 18 0,4 3 0</inkml:trace>
  <inkml:trace contextRef="#ctx0" brushRef="#br0" timeOffset="2276">1590 225 7898,'-3'-6'869,"-1"-1"1,1 3 253,-2 0-983,4 2 0,-1 0 100,7 4 0,2 5 186,6 3 1,2 3-152,2 2 1,0 1-1,0 4 1,0 0-122,2 1 0,-2 5-162,-2 4 0,-5 1-29,-4 1 1,-6 0-231,-6 0 1,-4 0-126,-5-2 0,-2-6-332,-2-4 1,-2-2-196,-1-3 1,2-3 918,3-3 0,7-11 0,4-2 0</inkml:trace>
  <inkml:trace contextRef="#ctx0" brushRef="#br0" timeOffset="2815">1975 142 7921,'-4'-8'155,"0"1"1,1 1 1745,2 0-1455,0 3 1,2 1-220,1 2 1,2 5 39,5 1 1,3 5 125,3-1 1,3 6-138,-1 3 1,2 3-1,3 4 1,-3 3-245,0 3 1,-2 3-105,-6 4 1,-3-4-122,-8 0 1,-6-3-50,-3 0 0,-5-3-273,-3-3 1,-1-6-183,1-3 0,-1-2 717,3 0 0,-8-5 0,-1-1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37.0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71 103 7751,'0'-4'-107,"0"1"0,-2 3 0,-1-2 894,0 0 0,1 0-435,-2 2 0,1 2-141,-1 0 0,2 5-107,-2 0 1,-1 4-39,-1-1 0,0 4-117,-1 1 0,1 3 91,-1-1 1,4 2-105,1 0 1,1-2-124,1 0 1,0 0-377,0 3 1,3-4 97,4-1 1,2-2-872,4-2 1336,0-2 0,34-20 0,8-4 0</inkml:trace>
  <inkml:trace contextRef="#ctx0" brushRef="#br0" timeOffset="299">283 167 8856,'-3'1'484,"0"1"0,3 0-203,0 4 1,0-1-55,3 4 0,-3 1-154,2 1 1,-1 0 2,-1 0 0,2 3-56,0-1 0,1 1-80,-3-1 1,-3 0-317,1 0 1,-3-1 192,1-2 0,-2 2-156,-3-4 1,2-1-162,-2-3 1,2-3-1166,1-1 1665,-1-3 0,-5-43 0,-1-11 0</inkml:trace>
  <inkml:trace contextRef="#ctx0" brushRef="#br0" timeOffset="440">232 39 7751,'0'-7'21,"0"1"-237,0-1 1,1 2-382,1 1 0,-1-1 597,3 2 0,-2 1 0,29 16 0,5 4 0</inkml:trace>
  <inkml:trace contextRef="#ctx0" brushRef="#br0" timeOffset="707">431 52 7751,'0'-4'1668,"0"1"-1303,3 3 1,1 3-117,4 1 0,2 2-94,0 0 1,2 4-130,-1 0 0,-1 2 188,1 1 0,-4 3-47,-1 1 0,0-1-154,-4 2 0,0-1-143,-5 2 0,-1 0-373,-4 0 1,-2 0-39,-3-2 0,0-3-1325,0-4 1866,0-2 0,1-16 0,-1-7 0</inkml:trace>
  <inkml:trace contextRef="#ctx0" brushRef="#br0" timeOffset="1257">771 629 7682,'-5'-2'0,"2"-1"0,0-1 0,1 2 712,2-2 175,0 2 0,1 0-480,1 2 1,4 0-61,5 0 1,1 0-753,1 0 0,2 0-286,2 0 1,2 0-1695,0 0 2385,0 0 0,15 2 0,3 2 0</inkml:trace>
  <inkml:trace contextRef="#ctx0" brushRef="#br0" timeOffset="1841">1354 462 7765,'-3'-6'1084,"0"-1"0,3 4-1205,0 3 170,0 3 1,1 4-117,1-1 1,1 3 52,1-1 0,2 1-100,-2 0 1,2-2-63,0 2 0,0 0 25,1-1 1,-1 2-142,1-2 1,0-1 66,1 2 0,-1-4-45,2-1 0,-2 0 206,0 0 0,-3-1 121,0-3 0,0-1-78,0-1 1,1 0 177,-3-4 0,2 1 45,-2-4 1,3 2-52,-3 0 1,1 0 10,-1-1 0,-1 3-55,4-2 0,-4 2 132,1-1 0,1 2-138,-1-1 1,1 4 103,-1-1-7,-1 1-100,5 1 0,-3 3-192,3 1 0,-1 3 14,-1 1 0,0 0-13,3 3 0,0 2 76,1 2 0,0 0-135,0 0 0,-3 2 166,-1 2 1,0 0-12,0 0 0,-1 1 142,-3-1 0,-3 0 242,-1 0 0,-5-3 32,-1-3 0,-5-3-135,0-4 1,-4 0-250,-1-2 0,0-1 81,0-3 0,1-1-240,0-4 1,0 0-292,2-5 0,4 0-413,5-1 0,4 0 828,1 2 0,23-8 0,5 0 0</inkml:trace>
  <inkml:trace contextRef="#ctx0" brushRef="#br0" timeOffset="2625">1790 225 7763,'0'-5'-197,"0"1"0,0 2 1482,0-2-446,0 2-340,0-1 1,-2 7-184,0 2 0,-3 4-170,1 3 0,0 2-89,0 2 0,3 3-58,-1 1 0,1 0-275,1 2 0,3-1-556,1 1 1,4-2 272,3 0 1,2-2 5,2-2 1,0-4 552,4-4 0,10-13 0,8-4 0</inkml:trace>
  <inkml:trace contextRef="#ctx0" brushRef="#br0" timeOffset="2952">2086 327 7763,'-4'-2'1056,"1"1"-343,3-2-466,0 12 0,2-5-73,0 7 0,3 0-12,0 0 0,2 1-41,2 1 0,0 0-137,0 2 1,-2-1 72,2 1 0,-3-2-152,-2 0 1,-1 0-7,-3 0 1,0-3-157,0-2 0,-3-2-180,-1-1 0,-5 0 96,-1-3 1,-2 0-194,-1-2 0,-1-1 534,-1-4 0,-18-25 0,-8-11 0</inkml:trace>
  <inkml:trace contextRef="#ctx0" brushRef="#br0" timeOffset="3100">2034 193 7766,'-3'-10'369,"3"0"-122,-2 1-33,1 2 1,1-2-824,0 2-1190,0 4 1799,0 0 0,8 20 0,3 4 0</inkml:trace>
  <inkml:trace contextRef="#ctx0" brushRef="#br0" timeOffset="3494">2246 244 7772,'0'-6'384,"0"-1"659,0 4-611,0-3 0,3 5-156,1-1 1,2 5 22,3 3 0,-1 1-83,3 4 1,-1 1 95,3 2 1,-1 3-294,-1 2 0,-2 0-219,-2 1 0,-3 0-170,0 1 0,-3-1-516,-1 1 1,-4-1 467,-4-3 418,1-2 0,-8-8 0,1-1 0</inkml:trace>
  <inkml:trace contextRef="#ctx0" brushRef="#br0" timeOffset="4234">2676 308 7772,'3'-6'121,"-1"-1"305,-1 1 150,-1-1-182,0 1 1,1 2 49,1 2 0,1 2 2,4 2 1,0 5 38,2 4 1,-1 6-175,5 2 1,-1 7 78,5 2 1,2 6-368,0 2 0,1 2-84,-5 3 0,-2-1-170,-4 3 1,-4-2 41,-7 0 1,-5-6-221,-6-8 0,-2-5 109,-2-3 1,-1-5-223,3-4 0,0-1 2,2-7 0,2 0 520,1-2 0,-4-23 0,-2-5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3:37.2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26 7635,'2'-4'731,"-1"1"1,4 4-594,-3 1 0,0 2 40,-2 2 1,0 1 23,0 2 0,0 0-53,0 2 0,-2 0-83,0-2 1,-2 2 70,2 0 1,-3 0-119,3 0 1,-1 0-186,1-2 0,2 0 2,-2-3-47,-2 0 75,3 1-153,-2-4 184,3 0-71,0-8 1,3-2 59,-1-4 1,3-1-129,-1 2 0,4-3-93,0 1 1,4-2 110,-2-1 1,0 2 127,1-2 1,0 2 55,4 2 0,-2 0 213,2 2 0,-5 1-109,2 4 1,-3 1 106,-1 3 1,-1 1 281,-3 1 1,-1 2-94,-3 5 1,0 1 45,0 3 1,0 0-232,0-1 0,-1 0-270,-1-1 1,1 1-250,-1-4 0,2 3-1308,0-3 1654,0 1 0,11-11 0,3-3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3:38.3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7 346 7712,'0'-6'788,"0"2"-603,3 2 1,-3 2 107,3 2 1,-1 3-192,1 3 1,-1 0 17,-2 3 0,0-1-1,0 3 0,0 0-43,0 0 1,0 2-126,0 0 0,-1 0-9,-1-2 1,1 0-155,-1-1 0,-1 0 80,1-1 0,-1-2-247,1-5 14,1 2 289,-1-6 1,2 3-21,0-6 1,0-1 20,0-4 1,0-2 16,0 0 0,2-3 11,0 0 0,2 0 0,-2-2 0,3 2 30,-1 0 1,2 0 2,1 0 0,-1 1 77,0 1 1,3 0-48,0 2 0,0 1 13,-1 1 0,0 2 27,3 0 1,-3 3 141,3 2 1,-3 0-56,0 0 0,2 0 110,-2 2 0,1 2-161,-3 2 1,-1 2-21,-1 0 0,-3 2-125,1 3 1,1-2-82,-1-1 0,1 1-179,-3 2 1,-1-3 94,-1 1 1,1-1-73,-1 1 0,1-2-82,1-2 0,0-1 372,0 0 0,9-8 0,1-2 0</inkml:trace>
  <inkml:trace contextRef="#ctx0" brushRef="#br0" timeOffset="178">321 468 7619,'3'-3'3014,"-2"-3"-2973,2 5-1515,-3-2 1474,2 1 0,2-11 0,2-4 0</inkml:trace>
  <inkml:trace contextRef="#ctx0" brushRef="#br0" timeOffset="319">373 314 7628,'0'-6'289,"0"2"-100,0-1 130,0 1-788,-3-2-225,2-1 0,-1 3 694,4 0 0,13 5 0,6 0 0</inkml:trace>
  <inkml:trace contextRef="#ctx0" brushRef="#br0" timeOffset="767">745 276 7646,'0'-7'17,"0"3"286,0 0 119,0 0 0,-1-1-280,-1 1 0,0 3-40,-2-2 0,-1 3-9,-4 0 1,2 0-34,-1 0 0,-2 2-7,-1 0 1,2 3-5,0-1 0,2 0-218,1 0-1,-1 0 0,3 3 63,0-1 1,2 1 28,0-1 0,4 0 54,3 1 1,0-2-15,2 1 0,1-3 43,1 4 0,2-2 67,0 1 0,0 0-51,1 1 0,0-1 25,3 1 1,-4 1-9,0 1 1,0-1-18,1-1 1,-2 0 254,-1 1 0,-5 0-26,-2 0 0,-2-1-14,-2 0 0,-4-3-148,-5 0 1,-3-2 29,-1 3 0,-2-4-181,2 1 1,0-1-255,2-1 1,0 0-131,0 0 0,3 0-445,2 0 0,4-3 892,1-1 0,14-11 0,3-2 0</inkml:trace>
  <inkml:trace contextRef="#ctx0" brushRef="#br0" timeOffset="948">892 295 7633,'6'0'1529,"1"0"1,-1 3-1036,1 1 1,-3 2-31,0 0 1,-2 4-349,0 0 0,1 2-18,-1 1 1,0-2-886,-2 0 1,0-1-133,0 3 0,0-1-1715,0-1 2634,0-2 0,-3-14 0,0-3 0</inkml:trace>
  <inkml:trace contextRef="#ctx0" brushRef="#br0" timeOffset="1091">943 167 7633,'0'-9'0,"-2"1"-200,0-3 1,0 5-119,2 0 0,1 4-34,1 0 1,1 1 351,4 1 0,11 20 0,2 5 0</inkml:trace>
  <inkml:trace contextRef="#ctx0" brushRef="#br0" timeOffset="1682">1052 276 7637,'-2'-7'336,"-1"1"137,-2 0 1,0 1-319,3 1 0,0 2-25,2-2-271,0 2 1,3-1 130,1 3 0,4 0-103,1 0 1,2 0 103,0 0 0,1 0 22,1 0 1,-1 2-57,-1 1 1,1 1-141,-2-2 1,0 2-31,-2-2 0,-1 3 88,0 0 0,-4 0 21,-1 2 1,-1-1 97,-1 1 0,-1-1 108,-1 0 1,-1 1-43,-1-1 1,-1 1 210,3-1 0,-2 3-99,2-1 1,-1 1 60,3-3 1,0 1-142,0-1 1,1 0 13,1 1 1,2-1-97,2 1 1,1-2 93,2 0 1,1-2-322,3-3 0,0 0-10,2 0 0,1-1-126,1-1 1,1-2 105,-3-2 1,0-1-38,-2-2 0,2 1 172,0-3 1,-3 3 27,-1-3 1,-3 1 24,0 0 1,0-3-69,-2 3 1,-2 1 183,-2 0 1,-2 0 28,0 0 1,0 1 55,0 1 0,-2 4-54,-3 0 1,-3 1 99,0-1 0,-3 2 2,0 3 0,-1 0 158,-1 2 0,1 1 91,1 3 1,-1 0 250,1 3 0,2-2-178,0 1 0,2-1-133,1 1 0,2 1-98,2 2 1,2-1-126,2-1 0,8 0-92,5-2 0,3-1-200,3-1 1,3-4-416,4-1 1,-1-1-145,3-1 0,-5-1-950,0-1 0,-6-2 1645,-2-5 0,-6-6 0,-1-5 0</inkml:trace>
  <inkml:trace contextRef="#ctx0" brushRef="#br0" timeOffset="2257">2034 263 7623,'6'0'1639,"1"0"-1462,-1-3 1,-2 2-52,1-1-3,-4 2 1,1-3 17,-4 1 1,-2 0-12,-2 2 1,-3 2-94,-2 0 0,-1 3 79,-1 0 0,0 0-120,0-1 1,1 3-33,2-3 0,0 6 26,4-4 1,0 2-147,2-2 0,1 1 35,3-1 0,4-2-46,2 1 0,3-4-25,4 1 1,0-1-150,0-1 1,0 0 46,0 0 0,-1-2-96,-2 0 1,2-3 2,-1 0 1,-2 0 25,0-2 0,-2 1 361,0-1 0,0 3 0,1 0 0,5-6 0,3-4 0</inkml:trace>
  <inkml:trace contextRef="#ctx0" brushRef="#br0" timeOffset="2574">2310 160 7623,'6'-10'0,"-2"0"91,1 2 1,-4 1 153,1-2 0,1 1-16,-1 0 0,0 1-23,-2-2 0,0 0 23,0 0 1,0 0-36,0 0 1,0 2-12,0-1 0,-3 1-11,-1 0 1,-2 1 0,-3-1 0,-1 4-28,-3 1 0,1 2-87,2 2 0,-3 1 95,3 4 1,-2 2-29,2 2 0,0 4-186,4 2 0,2 4-85,2 0 0,4 2-75,3-1 0,1 2 61,3 0 1,1 1-105,2 0 0,-1-2-31,0-2 0,0-1-218,1 0 0,-2-2 182,-1-1 0,-2-1-11,-1-3 1,-2-3-501,-2-2 339,2-1 503,-4-3 0,3-1 0,-11-17 0,-3-4 0</inkml:trace>
  <inkml:trace contextRef="#ctx0" brushRef="#br0" timeOffset="2747">2213 321 7639,'-3'-3'899,"0"2"1,4-2-958,4 0 0,0 3-353,5-2 1,3 1-1306,2 1 1716,3-3 0,27-3 0,10-4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40.6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51 7685,'0'-6'562,"0"0"464,-3 2-816,3-2 0,-3 6 86,3 0 0,1 4-44,1 5 1,-1-1 74,3 5 0,1-1-149,1 5 1,0 0 23,1 2 1,-1 4-183,1 0 0,0 0-231,1 0 0,0 1-97,0 2 0,1-2 209,0-3 1,-3 0-755,-1-6 0,-4-3-703,1-4 1556,-1 0 0,-4-16 0,-1-4 0</inkml:trace>
  <inkml:trace contextRef="#ctx0" brushRef="#br0" timeOffset="765">0 212 7613,'0'-7'-218,"0"1"471,0 0 124,0-1 0,3 1-263,1 2 0,2-1-260,1 3 1,2 0 247,2 2 1,1 0-12,0 0 0,1 0-21,0 0 1,0 1-55,0 1 0,-1 1-114,-1 4 1,0 1 77,-2 1 1,0 2-88,-1-3 0,-1 4 57,2-2 1,-3 2-157,-1 1 1,0-1 38,0-1 0,-2 1 95,2-1 1,-3-2 169,2 0-129,-3-2 243,2-1-155,-3-2 67,0-1 0,0-4-78,0-1 0,0-2 7,0-2 0,0-1 43,0-2 1,0 1 102,-3-3 0,3 4-101,-2-2 0,1 0 8,1 0 0,1 0-152,1 0 0,-1 2-52,3-1 1,3 1-148,1 3 0,4-2 102,-2 2 0,5 1-27,0 1 0,2 1-47,-2 1 1,3 0-120,-1 0 1,1 0 122,1 0 0,-2 0 62,-2 0 1,-2 3 49,0-1 1,-5 0 218,-2-2 67,-3 3-139,-1-3 0,-2 4 118,0-2 1,-2 0-101,-3 2 0,0-2 48,1 2 0,-2-2 0,2 3 0,-2-2 101,0 1 1,-1 2 84,1-2 1,0 2 256,-1 1-379,1-1 1,-1 3-15,1-1-170,2 1 0,2-3 117,2 0 1,0 1-103,0-1 0,0 0 8,2-2 1,2-1-144,2-3 1,1 0-92,-1 0 1,1 0 70,-1 0 0,0-3-35,1-1 0,-1-4 66,1 0 0,-1-2 59,1 2 1,-1 0 103,0-3 1,1 1-100,-1 0 1,1 0 122,-1 1 0,-2 2-98,1-2 0,-2 2 270,1 1 1,-1 2 312,-3-1 35,3 4-355,-2-2 0,2 4-73,-3 1 1,0 1-199,0 4 1,0 0 43,0 2 0,2-2-66,0 1 0,3 1-7,-1 0 0,1 2-267,-1-3 1,2 1-34,-2-3 0,2 3-205,1-1 0,-1-1 183,0-3 0,1-3 24,-1 2 1,1-3 362,-1 0 0,0 0 0,7-25 0,0-7 0</inkml:trace>
  <inkml:trace contextRef="#ctx0" brushRef="#br0" timeOffset="940">667 225 7685,'0'-7'-357,"0"1"1497,0-1-326,0 4-40,3 0-259,-2 3-316,5 0 1,-5 3-14,3 1 1,-2 2 0,3 0 0,-4 3-122,1-1 1,1 2-153,-1-2 1,1-1-786,-1 2 0,-1-1 79,1 0 0,1-3-230,-1 2 1,2-2 1022,-1 1 0,10-22 0,1-6 0</inkml:trace>
  <inkml:trace contextRef="#ctx0" brushRef="#br0" timeOffset="1086">751 109 7685,'-5'-8'85,"1"-1"1,1-2 136,-2 3 0,2 1-719,1 3-869,1 3 1366,-2-2 0,12 14 0,1 4 0</inkml:trace>
  <inkml:trace contextRef="#ctx0" brushRef="#br0" timeOffset="1774">821 205 8467,'0'5'187,"0"-1"0,0 0-194,0 3 0,0-1 114,0 0 1,2 2 14,1 0 1,1 0-169,-2 3 1,2-3-17,-2 0 0,3-1-80,0 0 1,-2-1 102,2 0 0,-1-2-85,2-2 0,-2-1 85,1-1 0,-1-1-118,2-1 0,-1-2 131,-1-2 1,0-1 7,0-2 0,-1 2-41,0-4 1,-2 2-28,3-1 1,-2 1-4,3-2 0,-3 3 84,2-3 0,-2 3 0,3 0 9,-1 1 0,2 1 91,1 2 0,-3 1-51,0 3 0,-2 0 114,3 0 1,-2 0-58,1 3 1,1-2-78,-2 3 1,1 1 9,-2 1 1,2 1-29,-2 2 0,3-2-7,-3 1 1,3-1-35,-1 0 1,0-1-138,0 1 0,-2-2 72,2 0 1,0 0-103,0 0 0,2-2 105,-2-1 1,0-2 27,0 0 0,0 0-5,3-2 0,-1-2-18,0-2 0,1-1-11,-1 1 1,1-1 107,-1 1 0,-2-3 138,1 1 1,-2-1-34,2 3 0,0-1 139,-3-2 1,2 4 85,-2-1 1,0 3 223,-2-1-317,3 2 0,-2-1-48,4 3 1,-3 0 145,2 0 0,-2 3-166,3 1 1,-1 1-107,2 1 1,-1-1-26,-1 4 1,0-2-242,3-1 0,-4 1-372,-1-1 1,2 0-10,0 1 1,-1-1-1184,-1 1 1210,2-1 552,-1-2 0,9-21 0,2-8 0</inkml:trace>
  <inkml:trace contextRef="#ctx0" brushRef="#br0" timeOffset="1931">1232 58 7685,'-7'-13'236,"2"3"143,0 2 1,0-2-330,3 2-659,0 2-163,2 3 1,1 3 771,1 0 0,7 20 0,5 5 0</inkml:trace>
  <inkml:trace contextRef="#ctx0" brushRef="#br0" timeOffset="2411">1328 199 7704,'-4'-6'0,"-1"-1"-101,3 1 0,0 1 137,-1 1 1,3 2 364,-2-2-149,1 2 225,1 0 1,2 4-425,0 3 0,2 0-5,-2 2 0,3-3-208,-3 0 0,1 1 25,-1 1 1,-1-2 13,1 1 1,-1-2 33,1 1-40,-1 2 0,2-4 101,-3 2 1,1-3-26,1 1-66,-2 2 70,3-3 0,-2 1 28,1-2 43,-1 0 0,2-2-2,0-3 1,-2 2 8,3-1 0,-2-1 14,3-1 0,-3-1 0,2 1 1,0 0 5,3 2 0,-1-2 24,1 2 1,-3 1 124,0 1 1,0-1-180,3 1 1,-1 0-46,1 2 0,-1 0-119,0 0 1,1 3-22,-1 1 1,1 2-210,-1 0 0,1 1 20,-1-1 0,0 0-45,1 1 0,-1-1 398,-2 1 0,1-1 0,22 0 0,8 1 0</inkml:trace>
  <inkml:trace contextRef="#ctx0" brushRef="#br0" timeOffset="2819">1719 180 7704,'7'-7'0,"-2"-1"102,0-1 1,0 1 147,-3 1 0,0 1-38,-2-1 1,0 0-1,0-1 0,-1 3-71,-1-2 0,-1 3-101,-4 0 0,1 0 50,-1 2 1,-1 1 16,-1-1 0,-1 2-28,1 0 0,-2 0-10,0 2 0,2 0-191,0 2 1,2 0 100,1 0 1,-1 2-104,1-2 0,2 4 39,2 0 0,1 1-134,1-3 1,1 1 4,1-1 0,2 0 70,2-2 1,3 1 63,-1-3 1,4 2 49,-2-1 0,2 1 96,1-2 1,-1 0-10,-1-2 1,1 0 184,-1 0 0,0 0-9,0 0 1,0 0 127,-2 0 1,0 0 15,0 0 0,-3 1-75,1 1 1,-2 2-111,-3 2 0,1 0-43,-3 1 0,-1 1-72,-1 1 1,-2 2 66,-2-3 1,-4 3-152,0-3 1,-3 1 57,-2-3 1,1 1-135,-3-1 0,-1-2-471,-1-2 1,2-1-129,0-1 0,3 0-461,-1 0 1,1-3 452,1 1 690,6-5 0,13-9 0,8-8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45.5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96 14 8559,'3'-4'661,"-2"1"0,2 3-274,-3-2 26,0 1-107,-3-2-268,-1 3 1,-2 1-169,-1 1 0,1-1 27,0 4 1,1-3-96,1 2 0,2 0 108,-2 3 0,2-1-40,0 0 1,1 1 59,1-1 0,0 3 26,0-1 0,0 4 15,0-2 0,0 0 4,0 1 1,0-2-3,0 1 1,0-1-78,0 2 1,0-4-123,-2 2 1,-2-4-1,-2-1 1,-1-2-166,1 3 0,-1-4 7,1 1 0,0-2-386,2-2 770,1-1 0,3-15 0,0-3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45.9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65 7802,'6'0'0,"0"0"78,1 0 0,-1-2 53,1-1 0,-1 1-114,1 2 1,-1-2-20,0 0 1,3-1-31,-1 1 1,1 1-200,-3-4 1,-1 3 205,-1-2-43,0 0 1,0-3 160,-2 1 0,-1 2-31,-1-1 1,-1 2-38,-1-2 1,-4 3 33,-2 2 1,-4 0 224,2 0 0,0 0-70,-1 0 1,2 0 20,-1 0 1,2 2-84,2 3 1,0 0-45,1 2 1,3 1-61,-1 1 1,3 2-123,3-3 1,-1 4-5,4-2 0,2 2-188,5 1 0,2-1-69,3-1 1,0 0-279,1-2 0,0-3 165,-2-4 0,-1-1 195,-1-1 0,-2-5 253,0-2 0,-3-4 0,-4 1 0,1-2 0,2-21 0,1-5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46.1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23 7802,'-4'-7'415,"0"1"0,1 0 359,-1 2 1,3 4-231,-2 4 1,3 3-123,0 1 0,3 2 11,1 3 1,2 1-214,3 1 0,-1-1-56,2 3 1,0-1-216,1 1 0,1 2-338,-1-2 1,-2 1-44,0-1 0,-2-1-600,-1-1 0,1-3-320,-1 1 0,-2-5 234,1 1 1118,-4-5 0,2-10 0,-3-4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46.3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 26 7802,'-6'-4'663,"-1"-1"82,1 0 1,2 2-278,2-2 1,7 4 329,4-1 0,3 1-688,3 1 0,2 2-706,4 0 0,0 1-2290,2-1 2886,1-1 0,24-4 0,7-4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00:06:00.8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63 7758,'-4'-1'-109,"2"-1"1,1 0 810,1-2-310,0 2-2,0-1 1,0 9-299,0 1 1,3 1-170,-1-1 0,1 1-57,-1 1 1,-1 1 89,1 2 0,-1 1-9,-1-1 1,0 1 50,0 1 1,0 0-98,0 0 1,0 0 56,0 0 1,0-3-10,0-2 0,-2-1 40,0-1 0,-1-2-6,3-1-48,-3-2 0,2 0-46,-1-4 0,1-2-31,1-3 0,0-3 79,0-2 1,0-1-15,0-1 1,0-1-6,0-1 1,3 1-11,2-1 1,1 0-19,1 0 1,0 1 18,0-1 0,1 1 51,1 1 0,0 2 68,3 1 0,-3 1 131,3 0 0,-2 2-24,2 5 0,-1 1 7,-2 2 1,-1 3-33,1 2 1,-3 4 137,-2 3 1,-2 3-42,0 2 0,1 1 48,0-1 1,-1 0-6,-2-1 0,-1-1-95,-1 1 0,1 1-69,-1-3 0,-1 0 4,0-4 1,1-1-98,2-2-316,-3 0-247,2 0 0,-2-6 570,3-4 0,9-39 0,3-12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5:43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303 72 7800,'5'-7'260,"-1"0"479,-1-1-492,0 1 1,-4 2-214,-2 1 1,-4 2 42,-5 0 1,-1 1 0,-2 1 1,0 3-23,-2 2 1,2-1-91,-2 1 1,0 0 49,0 5 1,0-2-116,3 1 0,0 2-104,2-2 1,2 2 10,2-2 1,4 0 23,2 3 0,2-2 111,2 2 0,8-3-22,4 0 0,6 2-17,2-2 1,0 1-9,5-3 0,-3 0 8,2 0 1,-3 3 9,1 0 0,-3-1 94,-4-2 1,-4 1 373,-8-1 1,-2 0 219,-3 0 0,-7 1-314,-2 2 0,-10-2 71,-5 1 1,-4 0-167,-4 1 1,0-5-48,-4 3 0,0-4-276,3 1 0,1 1-495,3-4 0,5 1 625,5-3 0,40-23 0,15-5 0</inkml:trace>
  <inkml:trace contextRef="#ctx0" brushRef="#br0" timeOffset="250">526 58 7800,'-3'-4'1983,"2"-3"-1339,-2 6 0,3-1-246,0 4 0,0 6-218,0 4 0,0 1-111,0 2 1,0 2 38,0 2 0,0 1-66,0 0 0,0 0-205,0 0 0,-2 2-471,-1 0 1,-1-2-557,1-6 1,-2 0-456,3-2 630,-4-2 1015,6-6 0,6-33 0,6-11 0</inkml:trace>
  <inkml:trace contextRef="#ctx0" brushRef="#br0" timeOffset="434">418 72 7800,'-4'-7'0,"2"0"2359,-2-1-1582,3 1 1,-1 2-226,4 1 1,5 2-284,5 0 0,5-2-214,2 2 0,5 0-217,3 2 0,1-3-373,1 1 0,-1-1-160,-2 3 1,-2 0-2080,-5 0 2774,-1 0 0,-17 4 0,-2 0 0</inkml:trace>
  <inkml:trace contextRef="#ctx0" brushRef="#br0" timeOffset="618">397 331 11182,'7'0'944,"4"0"-635,4 0 0,3 0-1359,6 0 0,2-4 235,6-3 0,-3-1-806,2-4 1621,-4 3 0,7-24 0,0-2 0</inkml:trace>
  <inkml:trace contextRef="#ctx0" brushRef="#br0" timeOffset="1003">1002 43 7800,'-8'-7'213,"1"0"1,0 3 383,0 1 0,-3 3-287,1 0 1,-4 0-122,1 0 0,1 0-203,-1 3 0,0 1-57,-3 3 0,2 1-64,1 2 1,-1-2 166,3 1 1,1 2-107,1-2 1,4 2-3,2-2 0,1-1-231,1 2 0,4-2 179,3-1 0,1 0 68,4 0 0,1 1 143,4-1 1,-2 0-52,2 0 0,1-2-33,-2 0 1,1-1-34,-2 1 0,-2 1-5,-1-1 1,-2 1 108,-5 1 1,0 1 100,-2-1 1,-3 0 84,-4 0 1,-4 3 284,-7-1 0,-2 1-256,-3-3 0,-3 0-325,-1 1 1,-3-4-377,1-2 1,-2 1-201,-1 0 0,4-1-1636,3-2 2252,4 0 0,16-10 0,4-2 0</inkml:trace>
  <inkml:trace contextRef="#ctx0" brushRef="#br0" timeOffset="1353">1354 58 7802,'-1'-12'349,"-1"2"0,-3 1 0,-1 1 541,-1 2 0,-1 3-652,1-2 0,-3 3 157,-2 0 1,-4 4-41,-1 3 1,-5 2-7,0 3 1,-2-1-170,0 6 1,2-2-93,-2 7 0,1 0-91,2 4 1,3 0-324,4 3 1,6 1 156,5-2 1,7-1-212,6-1 1,8-3-232,8-4 0,7-4 239,3-6 0,4-3-52,-1-4 0,-2-7 50,-3-5 1,-5-2 353,-5-3 0,-6-2 453,-3-5 1,-2 1-27,-3-4 0,-4 4-613,-3-1 1,-3 2-480,-3 0 1,-4 2-529,-5 3 1213,-2 0 0,-13 9 0,-3-2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5:41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94 231 8106,'0'-7'1295,"3"3"-1071,-2 1 0,2 3 0,-6 3 0,-1 1-67,-3 3 0,0 3-145,0 2 0,-3 3-90,0 2 1,1-2-16,2 2 0,-3 0-108,0 0 1,2 0 38,3-3 0,2 1-70,3-1 0,0-3 127,0-1 0,1-5 17,4-3 1,1-1 71,6-1 1,0-4-96,2-3 0,1-1-111,2-4 0,-2 0 186,2-3 1,1 1 16,-2-1 1,-1 1-15,-3 0 1,-3-1-12,0 1 1,-2 0 48,-2 2 1,1 2 18,-4 3-28,1-1-71,-3 1 0,-4 4 4,0 3 1,0 3 72,-1 4 1,0 1-4,-2 2 1,2 1 21,0 4 0,3-1 2,-3 0 0,3-2-9,0 0 1,1-2 8,1 2 0,3-3 288,2 0 1,2-1-18,3 0 0,1-4-20,4-2 1,-1-2 57,0-2 0,3-3 248,0-5 0,0-1-249,-3-3 0,1-2-139,-1 0 0,0 0-198,-2 0 0,-2 0-262,-3 2 0,0 0-808,1-1 1,-2 4 358,-1 1 1,0 2-739,-2 1 1455,2 0 0,3 3 0,3 1 0</inkml:trace>
  <inkml:trace contextRef="#ctx0" brushRef="#br0" timeOffset="160">533 209 7838,'0'5'663,"0"0"0,0-3-289,0 3 0,0 1 121,0 3 0,0 2-605,-3 1 0,2 1-241,-4-1 0,1 2-397,-1 0 0,-1 0-108,1-2 856,2-2 0,-1-15 0,4-4 0</inkml:trace>
  <inkml:trace contextRef="#ctx0" brushRef="#br0" timeOffset="292">620 51 7838,'-4'-6'962,"1"-1"-2353,-1-2 338,4 2 1053,-4 3 0,11 14 0,1 6 0</inkml:trace>
  <inkml:trace contextRef="#ctx0" brushRef="#br0" timeOffset="585">807 29 7848,'0'-7'1594,"0"0"164,0 0-1188,3 3-422,-2 1 0,2 6 44,-3 2 1,0 5-1,0 4 1,-3 4 18,-2 4 1,-1 0 12,-2 2 1,-2 2-545,-2 6 1,1-2-726,-1 4 0,0-4 293,-3 1 0,1-2-295,0-3 0,3-4-192,1-5 1239,2-8 0,10-16 0,3-9 0</inkml:trace>
  <inkml:trace contextRef="#ctx0" brushRef="#br0" timeOffset="1137">634 188 8027,'0'-7'0,"0"-1"605,0 1 1,1 1-520,1 1 0,1-1 80,4 1 1,2-2 35,5 0 1,4 0-66,1 0 1,5 0-102,2-1 1,5 1-40,0 0 0,2 2-178,-1 0 0,-4 1 4,-4 0 1,-6 0-663,-4 4 557,-2 0 0,-8 1 124,-2 2 0,-2 1 83,-2 3 0,-2 0 52,0 0 1,-3 3 140,2-1 1,1 4-105,0-1 1,0 2 108,-1 0 0,-1 1-204,4 2 1,-4-1-101,1 3 1,-1-2-170,-1 2 0,0 0 69,-1 0 0,-1 1 53,-1-3 0,1-4 267,5-3 388,-3-2-253,6-1 1,1-4 275,5-6 1,5-2-180,2-7 1,1 3 36,2-3 0,0 0-198,2-3 0,-2 1-16,2 0 0,-2 0-142,-1 2 0,1-1 112,-1 4 1,-2-1-187,0 3 1,-3 3-12,1 1-98,-2 3 0,-2 0 68,-1 3 0,-2 1 123,-3 3 0,0 3-40,0 2 0,-1 2 19,-1 0 1,1 0 134,-1-2 0,1 2-51,1-2 0,1-1 22,1 1 0,2-3 15,3 0 1,0-2 114,1-2 1,0-2-243,1-3 0,3 0-292,5 0 359,-2-3 0,38-36 0,5-12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5:3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249 36 7917,'1'-7'154,"0"0"0,2 0 504,1 3-437,-2-3 439,1 6-459,-9 5 0,-2 1-236,-7 7 0,0-1 64,-2 1 0,-1 2-97,-4-2 1,2 2 88,-1 0 1,3 0-154,-3 1 0,4-3 41,0 0 0,3 0-187,2 2 1,2-3 9,5-1 1,2 0 64,3 0 0,2-3-121,2-2 0,2-1 199,6 1 1,2 0 91,3-2 0,1 0-30,-1-1 0,-2 0 152,2 3 0,-3-3-62,-2 3 1,-2-3 135,-2 3 0,-2 0-2,-1 2 0,-3 0 60,-4 1 0,-3 0 88,-5 1 0,-1-1-119,-3 2 0,-3 0-68,0 0 1,-2 3-207,2-1 1,0-1-276,3 1 0,0-3-399,2 0-418,2 2 1176,6-6 0,23-14 0,9-11 0</inkml:trace>
  <inkml:trace contextRef="#ctx0" brushRef="#br0" timeOffset="224">465 36 8206,'0'-5'1046,"0"1"0,0 3-710,0 1 1,0 3 354,0 4 1,-3 4-375,1 4 1,-4 2-320,2 5 1,0 3 55,-1 1 1,0 5-121,-2 3 0,0 1-244,-1 1 0,1-3-538,0-2 0,0-2-394,0-3 1,-1-5 62,1-6 1179,3-7 0,1-34 0,3-10 0</inkml:trace>
  <inkml:trace contextRef="#ctx0" brushRef="#br0" timeOffset="391">292 202 7917,'0'-7'101,"0"-1"0,0 1 546,0 0 1,3 1-425,2 1 0,5-1-158,2 4 1,5-1-333,5 0 1,6 2-158,5-1 1,3 1-415,3 1 0,-2 1 442,4 1 396,-3-1 0,11 6 0,-1-3 0</inkml:trace>
  <inkml:trace contextRef="#ctx0" brushRef="#br0" timeOffset="717">731 166 7917,'-7'0'66,"-1"0"0,-1 0 65,0 0 0,-2 3 251,2 2 1,1 1-121,-2 1 1,-1 4-28,-1 1 0,1-1-111,2 1 0,1 0-91,1 2 1,2 1-118,0-1 1,3 0-107,0-2 1,1-2-107,1-3 0,1 1 117,1-1 0,0-3-114,3-2 0,0-1 58,2-1 1,2-1-65,1-1 0,2-2 193,-2-3 0,2-3 18,-3 0 1,3-2 90,-2 3 1,0-3 28,0 2 0,-2-3 145,1 1 0,-1-1-99,0-2 0,-1 3 88,0 0 1,0 3-78,0-3 0,-2 3-11,0-1 1,-3 5-75,3 0-9,-3 3 1,1 2-9,-3 5 0,0 5-27,0 2 0,-1 1-139,-1 2 1,1-1 57,-1 1 0,-2 1-199,2-2 1,0 2 99,2-4 0,0 1 220,0-1 0,9-11 0,3-6 0</inkml:trace>
  <inkml:trace contextRef="#ctx0" brushRef="#br0" timeOffset="1010">889 187 7907,'0'-6'-63,"-2"0"1333,0 2-933,-1-1-535,3 1 0,0 1 214,0 6 0,0 1 48,0 3 0,0 1-20,0 2 1,0-2-125,0 4 1,0 0 121,0 3 0,0-3 118,0 0 1,0-3 138,0 3 1,-1-2-73,-1 2 1,1-3 160,-1 0 1,0-3 98,0-1 0,1-3 1240,-1 3-784,1-3-503,4-9 0,2 1-638,4-9 1,3 2-213,2-4 0,0 2-421,1-2 0,2-1 677,-1 2 0,2-1 116,-1 2 0,-1 3-493,3 0 531,-3 4 0,8 0 0,-2 5 0</inkml:trace>
  <inkml:trace contextRef="#ctx0" brushRef="#br0" timeOffset="1309">1235 15 7907,'0'-5'2428,"0"0"-1690,0 3 343,0-1-754,0 13 0,-2-1-110,-1 7 0,0 4-259,1 1 1,-2 2-185,-4 3 0,2 0-307,1 3 0,-1-3 188,1-2 0,1-3-351,-1-1 0,1-1 92,-1-5 0,1-1-1116,2-6 1720,1-3 0,1-13 0,4-7 0</inkml:trace>
  <inkml:trace contextRef="#ctx0" brushRef="#br0" timeOffset="1576">1113 202 7907,'2'-7'164,"0"-1"1,2 4 307,-2-1 0,2 2-159,3-1 1,1 1 60,2-2 1,4 3-369,5-3 1,2 1 7,1-1 1,3 2 148,1 3 1,1 0-105,0 0 0,-3 0-249,-5 0 0,-2 3 47,-5 2 1,-3 2-190,-4 0 1,1 2 162,-4 1 1,-2 3 7,-2-1 0,-4-1 1,1 1 1,-4-1-158,0 1 1,-1 1-364,3-3 1,1-1 40,1-2 639,-2-3 0,7-7 0,-4-5 0</inkml:trace>
  <inkml:trace contextRef="#ctx0" brushRef="#br0" timeOffset="1708">1473 51 8001,'0'-12'0,"0"3"283,0 1 1,0 1-1645,0-1 861,0 4 1,0 1 499,3 3 0,-2 0 0,11 13 0,0 3 0</inkml:trace>
  <inkml:trace contextRef="#ctx0" brushRef="#br0" timeOffset="2374">1487 281 7950,'-7'7'147,"0"0"123,-1 1 0,4-2 1188,-1-1-572,3-2-425,-1-3-546,3 0 1,2-3-114,1-2 0,2 0-189,0-2 1,2 1 218,0-3 0,1-2-41,1 2 0,-1-2-81,2 2 1,1 1-142,1-2 1,-1 2 162,1 1 0,-2 0 137,2 0 1,-3 3 138,0 1 1,2 0-53,-2 1 0,-1 0 183,-4 4-164,1 2 0,2 6 22,-3 0 1,0 0-50,-4 0 0,0-2 2,3 1 1,-2 2 119,1-2 0,1-2-71,0-2 1,0 0 242,-1 2-182,2 0 1,3-3-41,1-1 0,-1-2-60,0-1 1,0 0-106,0 0 1,4-4 145,1 0 1,1-3-11,2 0 0,-1-3 61,1-2 0,-1-2-9,0 0 0,1-2 154,-1 0 0,-3 0-32,-1 0 1,-2 0 247,-1 2 0,0 0-102,-3-1 0,-1 4 30,-3 1 0,0 6-89,-3 1 0,2 0-1,-4 1 0,0 0-284,-2 4 0,1 2 13,1 4 0,-2 0-312,3 1 1,-3 0 29,0 3 1,0 0-164,0 2 0,-1 1 113,1-1 1,2 1-26,1-1 1,0 3 180,-1 0 0,-2 3 70,3-1 0,0-1 109,-1 1 0,3 1 147,0 1 1,-1 1 332,0-1 1,-2 0-111,3-2 1,-1 1 301,0-3 1,-1 0-330,-3-3 0,-2 0 39,-1-2 0,-3 1-76,1-4 1,-2 1-44,-3-3 1,1-3 178,-3-2 0,0-1-21,-3-1 1,1 0-81,2 0 1,2-3-161,5-2 0,3-4-78,4 0 0,2-4-157,3 1 0,4-2-374,3 0 1,6 2-43,7 0 0,3 1-691,1-1 1,2 1-521,-2 1 1,3 2 1697,-3-1 0,19-3 0,2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03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15 236 9351,'-3'-4'2811,"2"4"-2476,-2 5 0,5 2-253,1 3 0,1-2-239,-1 2 1,-1 1-496,-2 2 0,0-2-58,0 2 1,0-4-1876,0 4 2585,0-4 0,-9-15 0,-4-7 0</inkml:trace>
  <inkml:trace contextRef="#ctx0" brushRef="#br0" timeOffset="107">74 110 7837,'0'-7'-485,"0"-1"0,3 1 85,-1 0 0,1 2 400,0 3 0,-2 1 0,5 8 0,-2 1 0</inkml:trace>
  <inkml:trace contextRef="#ctx0" brushRef="#br0" timeOffset="698">163 317 7837,'-4'4'0,"0"3"802,1-2 0,2-1 288,-1 1-369,1-4-548,1 6-247,0-6 1,1 1 132,1-4 0,2-2-73,4-4 1,-1 1-164,1-1 0,1 1-501,1 0 1,1-3-73,-1 0 1,-1-2 286,3 2 1,-3-3 231,1 4 0,1-1 86,-1 2 1,-1 2 180,-1 1 0,-1-1 71,1 4 188,-4-1 1,0 6-234,-2 2 1,-1 2 23,2 0 1,-3 3 283,0 0 1,-2 3-106,-1 0 0,1-3-219,2 0 0,0 1 93,0-1 1,0-1 114,0-1-204,3-4 1,1 2-126,4-4 38,-1 1 1,3-6-169,0 1 0,0-7-391,-3 2 1,3-3 186,0 0 0,1 2 9,-2-2 0,0-1 386,0-1 0,2 0 12,-1 0 1,0 0 125,-3 0 0,1-1 412,-1 3 0,0-1-52,-3 1 320,3 5 403,-6-4-320,2 8-543,-3 1 0,0 6-142,0 4 1,-2 3-36,-1 0 0,1-2-46,2 1 1,-3 3-128,1 2 1,-1 2 23,3-2 1,-2-1-128,-1 4 0,0 0 182,1 2 0,1 0-40,-2 0 0,0-3-7,1-2 0,-2-2-98,2-3 1,1 2-463,-1-5-209,1-2-46,1-4 0,0-4 192,0-1 1,0-2-327,0-4 0,0-2 584,0-3 0,0-1 339,0 0 0,13-37 0,3-9 0</inkml:trace>
  <inkml:trace contextRef="#ctx0" brushRef="#br0" timeOffset="890">503 199 7837,'-4'-11'686,"4"3"-384,-3-2 0,2 2-53,1 0 0,0 4 410,0-1-218,4 0 1,0 0-282,3 0 0,3 3-166,0 0 0,2 1 23,-2 1 0,3 1-132,0 1 0,-4 0-829,-1 3 720,-1 0 0,-6 2 31,1 0 1,-4 1-57,-3-1 1,-5-2-79,-2 0 1,-3-1-170,-2 1 1,2 1 495,0-4 0,0 4 0,4-2 0</inkml:trace>
  <inkml:trace contextRef="#ctx0" brushRef="#br0" timeOffset="1615">710 162 7913,'1'-4'888,"1"1"-203,-1 2 0,2 2-358,-3 2 0,3-1-204,-1 6 0,1-3-127,-3 5 0,2 1-44,0-1 1,2 2-266,-2-2 1,-1 2 174,1-2 1,2 0-40,-2-3 0,1 1-46,0-1 0,-1-2-512,3 0 100,-4-3 395,6 1 0,-3-6 179,3-2 1,0-2-57,-2 0 0,1-1 105,-1 1 0,1-1-81,-1-2 0,1 2 29,-1-2 0,1 2 15,-1 0 117,2 1 0,-6 0 167,4 2-42,-3 2-51,1 3 1,-3 1-47,0 1 0,1 2-21,1 4 1,-1-1-20,2 1 0,-2 0-5,-1 2 0,2-2-9,0 2 0,4-2 3,-1-1 1,-1-2 125,1 0 0,-1-2-78,1 2 1,2-4-15,-2 2 0,1-3-80,2 0 1,-1 0-137,0-3 1,2-1 142,1-3 0,-2-1-128,2-2 1,-2 1 168,-1-4 0,1 1-13,-1-3 1,0 0 33,1 1 0,-2-1 196,-1 0 1,2-2 64,-2 0 0,-2-3-101,-1 3 0,2-1-78,-2 4 0,1 1 452,-3 1-339,0 6 1,-1-3-10,-2 7 1,2 0-39,-4 5 1,1 1-7,-1 3 1,-1 4-50,4 1 1,-1 2-169,3 1 1,-2 0 175,-1 3 0,1-3-12,2 2 0,0 2-461,0 1 1,0-1-646,0 1 0,2-4 514,1 1 0,0 1-56,-1 0 0,0-2 117,3-4 0,-1-1-1,1-4 0,2 0 49,-2-2 0,1-2-56,1-3 1,3-3-514,0-2 895,0-5 0,11-14 0,2-8 0</inkml:trace>
  <inkml:trace contextRef="#ctx0" brushRef="#br0" timeOffset="1791">968 110 8881,'4'-6'434,"1"1"0,4 1-401,4 4 0,1 0 6,1 0 0,3 0-324,1 0 1,0 0-480,1 0 0,-4 0 764,2 0 0,-3-3 0,0-1 0</inkml:trace>
  <inkml:trace contextRef="#ctx0" brushRef="#br0" timeOffset="2336">577 191 7217,'3'-7'691,"1"3"-93,3 1-378,1 3 0,-1 0 98,1 0 0,-3 0-113,-1 3 1,1-1-12,0 2 1,0 1-21,-2 3 0,-1-1-88,-2 1 0,0-1-189,0 0 1,-3 1-43,-2-1 1,-5 1-48,-2-1 0,-2-2-34,-1 0 1,-2-1-136,0 1 1,-1-2 201,4-3 1,2 3 158,2-1 0,15-9 0,4-6 0</inkml:trace>
  <inkml:trace contextRef="#ctx0" brushRef="#br0" timeOffset="2991">1471 332 7718,'0'-4'0,"2"-3"838,1 2 216,-1 2 0,-2 0-560,0 6 0,0 1-17,-3 3 1,-4 3-513,-2 0 0,-4 3-312,3 0 1,-2-2-450,2 1 0,-2 0 330,2 0 1,0 1 465,3-3 0,32-10 0,9-5 0</inkml:trace>
  <inkml:trace contextRef="#ctx0" brushRef="#br0" timeOffset="3420">2003 169 7780,'0'-7'246,"0"-1"0,0 1 423,0 0 0,0 2-385,0 0 1,-1 3-169,-1 0 1,0 1-54,-3 1 1,0 0-191,-2 0 1,2 0 65,0 0 0,0 1-38,-2 1-93,-1 2 1,1 4 106,0-1 0,2 0-87,0 1 0,3-3 78,0 0 0,1 0 17,1 2 0,0 1 37,0 2 0,0-2 88,0 2 1,0-1 24,0 1 0,1-1-34,1 3 0,2-3-15,4 1 0,-1 1 35,0-1 0,-2 2 124,0-2 0,-1 0-47,1-3 1,1 1 181,-4-1 0,0 0-141,-4 1 0,-3-4 65,-5-2 1,-2-1-241,-2-1 1,-2 0-196,-1 0 1,1 0 78,-1 0 0,5-1-177,2-1 1,1 0-1622,2-3 1912,3 0 0,34-18 0,11-5 0</inkml:trace>
  <inkml:trace contextRef="#ctx0" brushRef="#br0" timeOffset="3584">2151 243 7787,'7'0'0,"1"0"2006,-1 0-1392,0 0 1,1 3-210,-1 2 0,-2 2-200,0 0 0,-1 3-165,1 0 1,-1 2-144,-1-2 1,-2 1-285,1-1 1,-1-2 419,-1 2-33,0-2 0,-3-10 0,-2-3 0</inkml:trace>
  <inkml:trace contextRef="#ctx0" brushRef="#br0" timeOffset="3717">2188 88 7787,'0'-7'-417,"-3"2"1,18 19-1,2 6 1</inkml:trace>
  <inkml:trace contextRef="#ctx0" brushRef="#br0" timeOffset="4144">2395 258 8070,'0'-4'1783,"0"1"-1484,0 3-258,3 3 0,-2 1-122,1 3 0,-1 1-22,-1-1 1,0 0-5,0 1 0,0-1 63,0 1 1,0-3-124,0 0 0,-2-3-94,-1 3-157,1-3 100,2 1 82,0-3 0,2-6 217,1-1 1,2-5 132,0 2 1,2 0-82,0 0 0,2 2 104,0-2 0,0 2-84,4 0 0,-1 2 116,3 1 0,-3 1-118,1 4 1,-4 1-118,0 2 0,2 1 27,-1 3 0,-1 3-170,-4 0 1,1 3-454,-1-1 0,2 0 662,0 0 0,7 4 0,2 3 0</inkml:trace>
  <inkml:trace contextRef="#ctx0" brushRef="#br0" timeOffset="4504">2838 265 7801,'0'-10'133,"0"1"1,0-2 303,0 1 1,0 2-83,0-2 1,-3 4-203,-2 1 0,-2 4 25,0-2 1,-4 2-82,-1 1 1,-2 0-179,-1 0 1,1 4 97,-1 1 0,-2 1-174,-1 2 0,1-1 79,2 0 1,1 1-151,2-1 0,1 1-248,4-1 0,3 0 154,1 1 0,6-2 15,2-1 1,5 1 46,5-4 1,3 2 37,4-2 0,1-1 100,2 1 0,-2-1 147,2-1 0,-2 0 43,-1 0 0,0 0 348,0 0 0,-3 0 250,-2 0 0,-1 0-235,-1 0 1,-4 1-33,-1 2 1,-5-2-137,-3 4 1,-1 1-47,-1 4 1,-6-2-44,-4 2 1,-4-2-140,-3-1 1,-2 1-165,-3-1 1,-1-2-416,-2 0 0,-1-1 337,-4 1 207,4-2 0,-9-13 0,0-2 0</inkml:trace>
  <inkml:trace contextRef="#ctx0" brushRef="#br0" timeOffset="4753">3030 81 7827,'0'-8'598,"0"1"1903,0-1-1914,0 4 0,1 2 52,2 4 0,1 6-304,3 4 1,3 3-136,0 2 1,2 2-114,-2 3 1,3 0-211,0 0 1,-3 1-1387,0-1 1,-4-3 376,-1-2 1,-4-2-1211,2-3 2342,-2-5 0,2-20 0,1-7 0</inkml:trace>
  <inkml:trace contextRef="#ctx0" brushRef="#br0" timeOffset="5096">3208 251 7827,'5'0'-10,"0"0"1,-3 0 59,3 0 224,0 0 0,2 0-27,1 0 1,-1 2-36,1 0 1,1 1-58,1-3 1,3 0-147,-4 0 1,4 0-11,-3 0 0,3 0-183,-1 0 1,2-3 107,1-2 0,-3-2-87,0 0 1,-3-1-196,1 1 0,-2 0 167,0-1 0,-3 1 73,0-1 1,-4-1 110,-1-1 0,-4 1 128,-3 4 0,-5-1-4,-2 4 0,-2-2 173,-4 2 1,1 1 36,-4-1 0,4 4 218,-1 3 1,4 1-53,-2 2 1,3 0 118,0 2 0,3 2-250,3 5 0,4 0-140,2 3 1,3-3-147,3 3 1,8-4 17,9 1 0,5-2-81,7-3 0,0-1-265,2-4 0,0-2-555,0-3 1,-1-4 104,-3-3 1,-7-2-1421,-4 0 2122,-2-4 0,-19-14 0,-4-6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01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22 7916,'0'-5'248,"0"0"1,-1 0 497,-1 1 0,-3 2-543,-2 4 1,-1 3 93,-2 5 0,1 5-14,-3 5 0,-1 2-89,-1 2 0,-1 6-76,0 5 1,3 1-17,3 1 0,3 0-161,1-1 0,3 1-684,0 0 1,3-5 193,4-4 0,0-5-27,8-8 1,1-2-4,4-5 579,2-4 0,16-17 0,6-8 0</inkml:trace>
  <inkml:trace contextRef="#ctx0" brushRef="#br0" timeOffset="557">466 141 8088,'0'-8'1246,"0"1"-734,0-1-116,0 4-35,0 1-338,-4 0 1,0 3-221,-3 0 0,-1 2 56,-2 3 1,2 2-139,-2-2 0,2 2 155,0 3 1,1-2-141,-1 2 1,2-2 92,1-1 0,2-2-43,3 0 0,0 0 131,0 3 1,0-3 6,0-1 0,3 1 38,2 0 1,1 1-5,2-1 1,2-1 91,-1 1 1,4 0-48,-3 2 0,0 1 137,0-1 0,-2 1-71,2-1 0,-2 0 182,0 1 0,-2-1-127,-1 0 1,-1 1 73,-4-1 0,0 1 37,0-1 1,-6 3-66,-2 0 0,-4-1-314,0-4 1,-2 1-237,-1-1 0,3-1-827,-1 1 1207,4-3 0,5-15 0,5-8 0</inkml:trace>
  <inkml:trace contextRef="#ctx0" brushRef="#br0" timeOffset="698">673 229 7931,'7'-2'264,"0"-1"1,-2 1 426,0 2 0,-3 1-411,0 1 0,-1 5-399,-1 3 1,0 0 62,0 0 0,-1 1-192,-1 1 1,-1 2-585,-2-2 1,-1-1 278,3-1 1,-1-2 552,1-1 0,4-9 0,3-3 0</inkml:trace>
  <inkml:trace contextRef="#ctx0" brushRef="#br0" timeOffset="831">724 74 7931,'-4'-12'119,"2"3"1,1-2 165,1 1 0,0 3 154,0 2-55,0 3-384,0-1 0,13 23 0,3 4 0</inkml:trace>
  <inkml:trace contextRef="#ctx0" brushRef="#br0" timeOffset="1443">791 274 7931,'-5'4'841,"0"1"-562,0 0 0,-2 3-14,3-1 0,0-2 49,4 0 1,-2-3 556,-1 3-760,1-3-137,2 1 0,3-3-171,2 0 0,2-3-27,0-2 0,0-2-268,1 0 0,0 0 158,2-1 0,-2-2-143,2 1 0,-1-1 153,1 2 0,-2 1 2,2 0 1,-2-1 248,0 1 1,-2 2-14,-1 0 1,2 3 255,-2 0-130,1 1 0,1 2 127,-2 1 0,0 3-79,-2 5 0,2-2 54,-3 2 0,3 1-38,-2-1 0,2 0-19,-3 0 1,4-2 77,-1 2 0,1-2-116,2 0 1,-1-3-6,0 0 1,3-4-44,0 2 1,3-2-128,0-1 1,1-2 67,0-3 0,1 0-166,0-5 0,2 0 149,0 0 0,1-3 23,-4 0 1,-1-1 137,-1 0 0,-4 1 107,0 1 1,-2 0 280,-3-3 0,-1 3-79,-2 3 0,-1 0 156,-1 2 0,-2 3-221,-4 1 0,1 3 60,0 0 1,-1 0-209,1 0 1,-3 3-166,0 2 1,0 1 107,3 2 0,-1 2-73,1-1 0,2 5-520,0-2 1,4-1 30,-2 2 1,2-1-212,1 3 1,0 0 354,0-1 1,4 4 34,0-1 0,3 3 282,0 0 0,3 1 392,0 2 0,0-1-177,-3 0 1,0-2 117,-2-1 0,1-2 288,-4 0 1,0-5-199,-5-2 0,-2-2-92,-5 0 0,-1-4-302,-4-2 0,0-1-293,1-1 1,-1-1-45,0-1 0,1-2-401,2-4 0,1 0-21,4-2 0,3 2-1495,1-2 2203,2-1 0,21-7 0,5-5 0</inkml:trace>
  <inkml:trace contextRef="#ctx0" brushRef="#br0" timeOffset="1690">1345 74 7894,'0'-7'0,"0"-1"2426,0 1-1047,0 3-813,0-3 1,0 7-275,0 0 1,3 7-348,-1 5 0,3 2 160,-3 1 0,3 3-53,-2 2 1,-1 1-144,-2 1 0,0 3-295,0-1 0,-1 4-684,-1-1 0,-2-1 424,-3-2 0,2-1-130,0-4 0,1-3-345,-1-4 1121,1-6 0,4 1 0,4-11 0,16-23 0,8-9 0</inkml:trace>
  <inkml:trace contextRef="#ctx0" brushRef="#br0" timeOffset="2027">1419 303 7851,'0'-4'453,"0"1"-62,3 3 53,-2 0-256,6 0-15,-3 0 0,3 0-208,1 0 0,-1 0-95,0 0 0,1 0-84,-1 0 1,1 0 231,-1 0 1,0-1-53,1-2 1,2-1-190,-1-3 1,1 0-238,-2-1 0,-1 0 52,0-2 0,1 2 130,-1-2 0,0-1 206,-2-2 1,-1 3 93,-2 0 0,-1 1 202,2 2 0,-6 3-52,-2 2 1,-1 1 236,-2 1 1,0 1-44,-2 1 0,0 5 283,-3 2 1,-1 5-38,2-2 0,-1 3-171,0 2 1,0-2-151,3 3 1,1 1-90,5 0 0,0-1 0,4 0 0,1 0-165,2-1 1,4-1-278,5-3 0,5-5-230,3-3 0,2-4-631,0 2 1,0-6 439,0-5 661,-3 1 0,15-37 0,2-4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09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184 281 7799,'8'-4'181,"-4"-2"490,1 3-418,-3 1 1,1 1 366,-3-1-528,0 1 0,-1-3 127,-4 4 1,-1 1-14,-6 2 1,-1 1-37,-1 3 0,-2 1 0,-1-1 0,1 4-5,-1 1 0,-1 0-91,1 0 1,2 0-16,3 3 0,2 0-171,1-1 0,4-2 5,2-2 0,7-2 70,3-1 0,4-2-237,7-3 0,-2-1-86,4-1 1,-1-3-213,4-2 1,-2-3 252,-1-2 1,-3 2-90,-5-2 0,1 0-46,-3 0 1,-2-3 32,-3 4 0,-4-2 421,2 1 0,-12-5 0,-4-4 0</inkml:trace>
  <inkml:trace contextRef="#ctx0" brushRef="#br0" timeOffset="606">288 258 7978,'4'0'1149,"0"0"-690,-2 0-273,-1 0 0,2 1 26,-3 2 0,0 2-57,0 5 0,1-2-1,2 2 1,-2 1-157,4 1 0,-2 0-138,2 0 0,0 0-144,2 0 1,0 0 53,1-3 0,2 0-184,-1 0 1,1-4 120,-2-2 1,2 0-127,-1 0 0,4-2 61,-3-3 0,2 0-31,-2-3 0,0-1 389,0-3 0,-1 0 0,0-4 0,-3 3 0,-1-2 0,-3 1 43,0-2 1,1 0 61,0 3 0,-1 0 138,-2 3 322,0 0-218,0-1 170,0 4-230,0 4 0,0 4-30,0 4 1,3 1-105,-1 1 0,1 1-30,-3-1 1,2-1-107,1 3 1,2-3 39,-3 1 1,4 1-43,-1-1 0,1-1 51,2-1 0,-1-2-79,0-1 1,1 1 53,-1-3 0,3-1-18,0-2 0,2 0-15,-2 0 0,2-4-101,-2-3 1,1-2 9,-1-3 0,-2 2 37,2-2 1,-2-1 22,0-5 1,-2 3 56,-1-2 1,2-1 0,-2 0 1,0-2 16,0 0 1,2-1 122,-2-1 0,-2 2-3,-1 0 1,-1 4-65,-1-2 1,-1 6 370,-1 2 1,0 5-77,-3 3 1,0 1 30,-2 1 1,0 3-100,-1 2 0,1 5-81,0 2 0,2 2-96,0 1 0,3 3-137,0 2 0,1-1 33,1 1 1,0-1-141,0 3 0,3 1-310,2-1 1,-1-2 56,1-1 0,1-2-312,4 0 1,-2-2 162,2-3 0,1-4-268,1-3 0,0-3-253,0 0 0,1-2 121,1-2 888,1-6 0,0-16 0,0-7 0</inkml:trace>
  <inkml:trace contextRef="#ctx0" brushRef="#br0" timeOffset="773">731 207 7799,'-7'0'182,"2"-3"273,0 1-433,3-1 1,3 3-58,6 0 1,4 0-233,4 0 1,3 0-161,2 0 0,-1 0 427,0 0 0,27 0 0,9 0 0</inkml:trace>
  <inkml:trace contextRef="#ctx0" brushRef="#br0" timeOffset="999">1005 229 8147,'3'7'1731,"-2"2"-1466,4 0 1,-3 0-8,1 4 0,0 0 77,-1 4 0,2 0-235,-2 2 0,-1 2-68,1 3 1,-1-1-163,-1 2 0,3-3 66,-1-2 1,0-2-113,-2-3 0,0 0 78,0-1 0,1-5-316,2-1-265,-2-6-351,2 1 136,-3-3 1,2-3 449,1-2 0,0-2 444,0-3 0,-3-1 0,4-27 0,-4-6 0</inkml:trace>
  <inkml:trace contextRef="#ctx0" brushRef="#br0" timeOffset="1200">1049 251 7799,'0'-7'748,"2"-1"-561,1 1 1,3 3-14,-2 1 1,4 3 17,2 0 0,-1 0 0,3 0 1,3 3-164,2 2 0,0 1-31,-2 2 1,-3 0-75,1 2 0,-5 0 88,-1 3 1,-3-2-92,-4-1 0,0-1-72,-3 3 1,-2-3-120,-5-2 1,-2 0 20,-5-2 1,0-1-438,-2 1 686,2-3 0,-7-9 0,1-5 0</inkml:trace>
  <inkml:trace contextRef="#ctx0" brushRef="#br0" timeOffset="1890">1389 258 7799,'-8'0'570,"1"-2"-355,0 0 1,2-1 130,0 3 1,2 3-114,-2 2 1,4 3 50,-2 2 0,3-2-324,0 2 1,3 1 19,2 1 0,1 2 8,2-2 1,0 1-29,2-3 1,-2 0-204,2-3 0,0 0 93,0-2 0,0 0-70,-2-2 0,-1-1 30,0-2 1,1 0-74,-1 0 0,1-1 90,-1-1 1,0-2 42,1-4 1,-1-1 60,1-1 0,-1-3 53,0 4 0,-2-5 178,0 2 0,-1 1-87,1-2 1,-2 4 116,-3-1 0,0 5-22,0 0-11,0 0-169,0 1 1,0 1 32,0 6 0,0 1-11,0 3 1,0 1 7,0-1 1,0 3-22,0 0 1,3 2 20,-1-2 0,4 0-3,-1-3 0,2 3 16,0 0 1,3-1 5,0-4 1,0 1 105,0-4 1,-1 0-105,4-2 1,-4 0 4,4 0 1,-3-3-54,2-2 1,-2-1-116,2-2 1,0-2 74,0 1 1,-1-5-147,-1 2 0,-1-2 59,0-1 0,-1 1 20,-3-1 0,0-1 187,-2-1 1,2 1-28,-3-4 1,1 3 214,-3 0 0,0-1-45,0 1 0,-1 0 171,-2 5 0,2 1-93,-4 4 0,2 3 343,-2 2-342,4 1 0,-2 5 34,3 3 1,0 4-117,0 4 0,0 3-117,0 1 1,3 3-174,2 0 1,1 0 12,2 0 1,-1 0-275,1 1 1,-2-1 183,-1 0 0,2-3-99,-2-2 0,-1 0-1389,1-2 651,-4 2-903,6-9 1894,-3-1 0,20-36 0,4-12 0</inkml:trace>
  <inkml:trace contextRef="#ctx0" brushRef="#br0" timeOffset="2049">1692 236 7804,'-5'-5'177,"0"0"-52,3 4 1,6-2-127,6 3 0,6 0 38,4 0 0,4 3-303,3 2 1,5 1-138,0 2 1,0-4-559,0-2 961,-4-1 0,10-11 0,-3-2 0</inkml:trace>
  <inkml:trace contextRef="#ctx0" brushRef="#br0" timeOffset="2275">2010 7 7804,'-4'-3'1904,"0"2"0,8-1-1453,1 4 1,5 3-110,5 5 1,3 4 55,4 3 1,0 4-188,1 2 1,-1 0-132,0 4 1,-4-1-621,-3 1 1,-7-1 196,-6-4 1,-4-3-106,-3 1 0,-6-4-207,-3-2 0,-2-2-1468,-4-5 2123,4 1 0,-15-11 0,-1-2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23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214 113 7766,'4'0'126,"3"-2"1,-3-2 0,2 1 637,-1-1-485,-3 2-317,1 2-110,-10 0 0,1 0 71,-7 0 1,0 0-4,-2 0 1,-1 1 59,1 1 1,-1-1-96,1 2 0,0 0 3,2 0 0,-1 2 71,4-3 1,-3 2-53,3-2 1,0 0 70,5 3 1,-1-2-97,3 2 1,1-2 40,2 2 40,0 0 1,3 3 35,2 0 0,3-3 3,2 0 1,0 0-6,3 3 1,-3 0 0,3-1 1,-3 1 22,3 0 0,-1-1-29,1-2 1,-1 2 137,-1-2 1,-2 2-67,4 1 0,-3-1-17,0 1 14,-5 0 1,-2 0 78,-6 0 0,-2-2-103,-5 0 0,-6 0 9,-4-4 1,-3 2-45,0-2 0,0-1-10,3 2 0,-2-2-297,4-1 1,2 0-415,4 0 719,2-4 0,23-17 0,9-9 0</inkml:trace>
  <inkml:trace contextRef="#ctx0" brushRef="#br0" timeOffset="400">338 168 9060,'4'5'249,"-1"0"1,-2 0-106,-1 3 0,2 0-17,1-1 1,2 1-133,-2 0 1,2 0-74,-2-1 0,2 1 122,-3 0 1,4 0-286,0-1 1,0-1 65,2-1 0,0-3-61,0 0 1,0-1 49,-1-1 1,-2 0-68,1 0 0,-1-3 58,3-3 1,-3-1 39,0 0 1,-3-1 101,4 0 1,-5 0 295,2 1 6,1-1-226,1 0 61,2 4 1,1 0-72,0 4 2,0 0 1,-1 4 31,1 1 0,0 4 91,0 2 0,0 3-73,3-1 0,-3 1 124,3 2 1,0 0-101,-1 2 0,0-1 127,-5 1 0,1-2 53,-4 0 1,0-1-37,-4 1 1,-3-5 4,-2-3 0,-6-1-264,-2-5 0,-1 1-325,-5-3 1,1-4 198,-1-1 152,-1-2 0,-1-21 0,-5-6 0</inkml:trace>
  <inkml:trace contextRef="#ctx0" brushRef="#br0" timeOffset="767">858 113 7782,'-8'-8'83,"1"2"0,-1 0 236,0 0 0,0 5-211,1-2 0,1 2-134,1 1 1,3 3 80,-4-1 1,5 4-162,-2 0 0,0-2 101,0 1 1,1 0 74,2 3 0,0 0-116,3 0 1,-2-1 90,1 1 1,3 2-166,0 1 1,-1-1 152,1-2 0,1 0 3,1 3 0,1-2-39,0 4 1,1-3-7,-1 0 1,2 1 14,-5 0 0,1 0-8,-1-1 1,-2-4-28,-3 2 1,0-2-10,-3 2 1,-5-3-102,-5 0 1,-1-3-187,-2 0 0,-2-1-970,0-1 1295,0-3 0,9-22 0,2-9 0</inkml:trace>
  <inkml:trace contextRef="#ctx0" brushRef="#br0" timeOffset="998">1013 5 8683,'-4'-4'645,"1"3"1,3 1-39,0 5 1,0 3-275,3 3 1,2 1-136,6 7 1,-2 3-200,4 4 0,-3 3-343,3 0 0,-3 0-121,0-1 0,-1-1-465,-1-4 0,-4-1-182,-2-4 1112,-1 0 0,-4-26 0,-1-3 0</inkml:trace>
  <inkml:trace contextRef="#ctx0" brushRef="#br0" timeOffset="2027">975 191 8045,'0'-4'1187,"0"0"-1077,3 4 1,2 0 62,6 0 0,1 1-56,3 2 1,8 1-165,2 4 0,2-1 8,2 1 1,-1-1-166,3-2 1,-2 1 57,-1-3 0,-6-1-31,2-2 0,-7 0 54,-1 0 0,-1 0 46,-2-3 1,-3-1 21,-2-4 3,0 0 1,-5 0 79,2 1 1,-1-1-13,-4 0 1,-4 0 106,-1 1 0,-2-1-49,0 0 0,-2 4 128,-1 1 1,1 2-148,-1 1 1,0 1 13,0 2 0,2 1-21,0 4 0,1 0 3,5 3 1,-3 1-13,2 3 1,0 1-114,3-1 1,0 0 28,0-2 0,4 2-159,1-2 1,5 0-21,0 0 0,4-1 119,-1-5 0,1-2 43,2 1 1,0-5-53,2 2 1,-1-6 2,1-2 0,-2-2 58,0 0 0,-1-1 17,1 0 1,-4-2 33,-2-1 1,1 0 16,0 1 0,-2 1 332,-4-1 0,1 0-51,-3 0 0,1 1 429,-2-1-180,-1 5-98,2-2-347,-3 6 0,0-2-269,0 6 224,0 1 0,0 5-182,0 1 0,0-1-138,0 1 1,0 2 124,0-2 0,0 0 4,0-2 0,3 0 116,0 0 0,-1-1 76,-2 1 1,3 0 55,-1 0 96,4-4 0,-1-1-42,2-3 1,-1 0-230,-1 0 1,0 0-193,3 0 1,0-3 180,-1-2 0,1-2-97,0-1 1,-3 0 159,0 1 1,0-1 52,3 0 1,-1 0-72,-2 0 0,2 1 117,-2-1 0,0 0 86,0 0 0,-3 2 7,3 0 0,-2 0 215,2 4-194,-3-4-74,5 5 97,-3-3-123,0 4 0,0 1-58,-4 2 1,0 1-30,0 4 0,0 0-124,0-1 0,0 1 100,0 0 0,0 0-134,0-1 0,0 1 129,0 0 0,0 0-203,0 0 254,3-1 0,-1 0-4,3-2 0,-2 1-109,2-3-5,0 0 1,3-3 3,0 0 1,0-1 24,-1-2 0,1 0-97,0-3 0,0 0 149,3 0 1,-3-1-11,3-4 1,-3 3 21,0-3 0,0 0 136,0 1 0,-1-3-40,1 2 1,-1-1-82,-2 1 1,2 1 81,-2 2-71,-1 0 0,-1 1-62,-3 2-235,0 2 278,0 10 0,0 0-8,0 6 0,0-1-68,0-1 0,0-2 9,0 4 1,0-2-7,0 2 0,3-3 103,-1 3 0,4-4 4,0 2 1,0-3 127,2 0 0,3 0 260,-1 0 1,4-4-43,-1-2 1,0-1 166,0-1 0,2-1-290,-2-1 0,1-2-383,-1-4 0,1 0-470,-4 0 0,0 0 231,-2-3 1,0 3-327,0-3 0,-3 3 189,0 0 483,-3 0 0,-6 0 0,-4 1 0</inkml:trace>
  <inkml:trace contextRef="#ctx0" brushRef="#br0" timeOffset="2207">2310 300 7806,'7'0'1344,"1"0"0,0 0-913,0 0-714,-1 0-419,1 0-1176,0 0 1878,-4-4 0,-11-18 0,-6-7 0</inkml:trace>
  <inkml:trace contextRef="#ctx0" brushRef="#br0" timeOffset="2299">2294 175 7294,'0'-7'-256,"0"2"0,0-5 0,0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44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33 7750,'4'-4'-115,"-1"0"105,-1 1 1,-1 0 313,1 1-304,-1 1 168,2-1-44,-2 2 0,1 0 71,-2 2 0,0 0 3,-2 2 0,-2 3-68,-2 4 0,-2 0 10,0 1 0,-2 1-107,-3 4 1,0 0 124,-2 2 0,-1 2-201,-1 1 1,-2 0-47,2-1 0,1-1-66,2-1 1,0-1 19,1-3 1,3-2-134,2-2 1,3-4-238,0-1-233,4-2-325,-2-4 813,3 0 0,2-3 250,0-1 0,3-2 0,5-9 0,3-2 0</inkml:trace>
  <inkml:trace contextRef="#ctx0" brushRef="#br0" timeOffset="484">77 20 7750,'-4'-4'-121,"2"0"1,-1 1 143,1-1 886,0 3 328,2-2 0,5 8-1013,2 4 0,0 2-72,0 2 0,-1 3-76,1 1 1,1 1-1,1-1 1,-1 2-175,-1 0 1,-1-1-127,1 4 1,-1-6-275,0 3 0,0-4-495,-2 0 0,1-1 289,-2-1 0,1-3 704,-2-2 0,-3-9 0,-2-4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54.4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39 167 8021,'-4'2'0,"0"1"0,1 0 444,-1 0 0,2 2-553,-2-1 1,2 2 78,-3 0 1,4 1-150,-1-1 0,0 1 0,0-1 1,1-2-198,-1 1 0,2-1-14,0 2 1,0-1-78,0-1 467,0-3 0,8-6 0,3-6 0</inkml:trace>
  <inkml:trace contextRef="#ctx0" brushRef="#br0" timeOffset="147">84 20 7715,'0'-7'-227,"0"1"-1124,0 2 1351,0 2 0,11 19 0,4 4 0</inkml:trace>
  <inkml:trace contextRef="#ctx0" brushRef="#br0" timeOffset="500">251 122 7715,'-3'-6'152,"2"2"355,-4 2-332,1-1 1,-2 1 118,-1-2 1,1 3-209,-1-2 0,1 3-105,-1 0 0,1 0 54,0 3 1,-1-2-140,1 3 61,-1 1 1,1 1-72,0 0 1,2 1-446,2-1 397,1 1 0,3-1-37,0 0 1,3 1 83,0-1 1,0 0-20,2-2 0,1 2 59,1-2 0,0 2 2,0 0 0,-2-1 121,1-1 0,0 0-17,-2 3 0,0-3 81,-2 0 0,0 0-34,-2 0 0,-2 2 172,2-2 0,-2 0-88,-2 0 0,-2-2 65,-4 2 0,0-2-195,-3 3 1,0-4-101,-2 1 0,1-1-608,2-1 1,-2 0 108,4 0 567,-1 0 0,6-9 0,0-1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57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39 7705,'0'-6'-109,"0"2"535,0 2-267,0 7 1,0 0-29,0 6 0,-2 0-72,0 4 1,0 2-8,2 2 1,-2 0-57,0 0 0,-1 1-139,1 2 1,1-2-208,-1 1 0,0-4 179,0-2 1,1-2-551,-1-2 144,-1-2 577,2-5 0,-2-22 0,3-6 0</inkml:trace>
  <inkml:trace contextRef="#ctx0" brushRef="#br0" timeOffset="232">45 59 7752,'2'-9'-169,"0"1"0,1-1 200,-1 3 1,1-1 224,2 1 0,0 2-126,-1 2 1,4-1-42,1 1 1,2 0-68,0 2 0,-1 0-4,1 0 0,-1 3 5,0 1 1,2 3-114,-4 1 0,-1 0-44,-3 3 0,-3-3 35,2 3 1,-3-3 78,-3 3 1,-1-3-72,-4 0 1,-3 2-154,-4-2 1,1-1-14,-3-3 0,0-2-455,0 2 712,1-2 0,6-11 0,1-5 0</inkml:trace>
  <inkml:trace contextRef="#ctx0" brushRef="#br0" timeOffset="474">449 72 7752,'4'-3'981,"-1"2"1,-3 1-837,0 4 0,0 2-123,0 0 1,-3 4 109,-2 0 1,0 0-146,-2 1 1,-1 0-102,-1 1 0,-2 1-353,0 0 0,-1 0 46,-1 0 1,3-3-272,-1-2 0,3-1 692,-1 0 0,-3-9 0,-2-3 0</inkml:trace>
  <inkml:trace contextRef="#ctx0" brushRef="#br0" timeOffset="699">276 65 8319,'-3'-10'1779,"2"1"-1166,-1 2-315,2 1 1,2 3 204,3 3 1,3 2-165,3 4 0,1 0-319,1 4 0,3 2-230,1 3 1,1-1-302,-1 3 1,0-2-663,-2 2 0,-2-3 648,-2 1 1,-5-1-187,0-1 0,-2-3-4,1-2 715,-3-3 0,7-14 0,2-5 0</inkml:trace>
  <inkml:trace contextRef="#ctx0" brushRef="#br0" timeOffset="899">577 39 7752,'0'-8'445,"0"-1"0,0 3 1732,0 2-1170,0 2-207,0-1-523,3 6 1,-1 2-16,2 3 1,0 0-271,3 3 0,-1-1-299,1 0 0,-1 3-327,0 0 0,1 0 30,-1 2 0,1 0-819,-1 0 0,0 1 1423,1-1 0,16 13 0,5 5 0</inkml:trace>
  <inkml:trace contextRef="#ctx0" brushRef="#br0" timeOffset="1226">1200 206 7752,'0'-3'3791,"-1"1"-3608,-1 4 0,1-1-128,-1 3 0,-1 1-179,1 1 1,-3 3-309,1-1 0,-2 4-658,0-2 1,-1 0 565,1 1 524,-1-3 0,-2 4 0,-1-2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6:59.8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7908,'3'-7'874,"-1"1"-709,-1 2 1,-1 1-99,0 1 251,0 1-181,0 4 0,0 1-66,0 5 0,0 1 46,0 0 0,-2 2-83,0 1 1,0 0-5,2 0 0,0 0-214,0-1 1,0 1 52,0-3 0,0 2-56,2-4 1,2 2-8,2-3 1,1 0 88,-1-5 1,3 0-45,-1-2 0,4-3 35,-2-1 1,3-5-17,2-1 0,-1-2 12,4-1 0,-3 0-74,2 0 1,-3 0 133,1 0 0,-2-2 64,0 0 1,-1 1 122,-1 4 1,-2-2 65,-5 4 1,-1-1 348,-3 3-372,0 2 1,-1 1 61,-1 3 0,0 0-44,-2 0 1,1 3 109,-2 1 0,-1 3-49,0 1 0,-1 0 96,-1 3 0,0 0-21,2 4 1,0-1-112,-1 4 0,1-1-188,-1 2 1,1 0-59,0 0 1,1 0-150,1-2 0,3 2 45,-2-2 1,3 0-104,0 1 1,0-5-278,3-2 0,1-3-579,4 0 1,2-1 1093,0-3 0,22-10 0,3-5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00.1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7 167 7989,'0'-4'743,"0"1"-228,0 9 1,0-2-421,0 5 0,-2 0-358,-1 0 0,1 1 136,2-1 1,0 2-37,0 0 1,0-2-180,0 0 1,0-2 341,0-1 0,0-2 0,0-1 0</inkml:trace>
  <inkml:trace contextRef="#ctx0" brushRef="#br0" timeOffset="140">13 51 7738,'0'-9'233,"0"-2"1,-2 2-328,0 1-440,0 3 225,2 0 1,0 4-643,3-1 951,-3 4 0,17 16 0,1 6 0</inkml:trace>
  <inkml:trace contextRef="#ctx0" brushRef="#br0" timeOffset="501">302 103 7738,'-7'-2'146,"1"-1"1,-1 1 277,1 2 1,-1 0-186,-2 0 0,2 0-137,-1 0 1,-2 0-21,2 0 1,-1 2-27,3 1 0,0 2-144,-1-1 1,3-1 7,0 2 1,2-1-153,0 2 0,1 1 79,1-1 0,0 1-85,0-1 0,3 0 88,1-2 1,2 2 65,1-2 1,1 1-15,1-1 1,1 2 39,-1-2 1,2 0 99,-3 0 0,1 0-27,-3 0 1,0 1 141,1-3 0,-1 3-21,1-1 0,-4 0 149,-1 0 1,-1-2 34,-1 3 1,-1-2-148,-4 1 1,0 1-101,-5-2 0,-1 1-34,-2-2 1,0 0-144,1-2 0,-3 0-179,0 0 0,0 0-459,2 0 1,1 0 741,1 0 0,7-11 0,5-4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02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45 7741,'0'-6'236,"1"1"476,1 1-634,-1 3 111,2-5 99,0 5 0,-3 2-40,3 5 0,-1 1-41,0 4 1,1 2-129,-3 2 0,0 3-140,0-1 0,0 1-6,0-1 0,0 1-180,0-3 0,0 2-155,0-2 1,0 0 115,0-3 1,0-2-55,0-1 1,-3-2-83,1-1 1,0-2-503,-1-2 924,3-1 0,-9-21 0,2-5 0</inkml:trace>
  <inkml:trace contextRef="#ctx0" brushRef="#br0" timeOffset="310">1 45 7741,'0'-10'85,"0"1"0,0 2 175,0 1 0,2 2-237,0-1 1,3 4 99,0-1 1,2 1 73,2 1 0,2 0-33,0 0 1,3 1-6,1 1 1,1 2-18,-1 2 0,-2 1-154,2 2 1,-4-2 29,-2 1 1,-5 2-216,-2-2 0,-2 3-65,-2-3 0,-5 1 112,-3-3 0,-5 1-327,-2-1 1,-2-2 77,0-2 0,3 1-107,1-1 0,1 0 506,1-2 0,6 0 0,24-14 0,12-4 0</inkml:trace>
  <inkml:trace contextRef="#ctx0" brushRef="#br0" timeOffset="610">514 90 8094,'4'-3'831,"-1"2"0,-3-1-411,0 4-223,0 5 0,-4 0-21,-2 1 1,-2 2-125,-2 1 0,1-1-300,-2 1 1,1-1 232,-3 3 1,1 0-789,1 0 1,1-2 326,2-1 0,3-2-1055,-2 1 1531,2-2 0,5-18 0,0-4 0</inkml:trace>
  <inkml:trace contextRef="#ctx0" brushRef="#br0" timeOffset="775">341 90 7741,'0'-7'911,"3"1"0,0 2-659,4 2 1,0 2 208,1 2 0,2 4-297,3 3 1,3 3-162,1 1 0,2 0-298,0 1 0,-3 2-581,-1-1 1,0 0 333,-2-2 1,0-3 541,-4-2 0,-3-3 0,-3-2 0</inkml:trace>
  <inkml:trace contextRef="#ctx0" brushRef="#br0" timeOffset="1009">655 51 7741,'0'-6'1410,"0"0"0,0 1-1022,0 1 1,0 3-190,0 1 1,1 5 198,1 4 1,2 3-169,5 1 0,-2 0-74,2 2 0,-2-2-157,-1 0 1,1 2-268,2 0 1,-2 2-187,1-2 1,0 1-590,-2-1 0,-2-2 238,1 2 1,-2-3 804,1-2 0,5-11 0,-2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16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39 257 7842,'3'-3'13,"0"0"219,-3 6 1,0 0-203,0 4 1,0-1 5,0 1 1,0-1-53,0 0 0,0 3-124,0 0 0,0 0 69,0-1 0,3 0-115,1 0 0,0-1 110,0 0 0,0-2 7,3 0 0,-1 0 6,1-3 0,1 0 7,1-2 0,-1-2-1,-1 0 1,1-4 62,1-1 0,-1 0 87,-1-3 1,-1 1-15,1-2 1,-1 1 132,1 0 0,-4-2 109,-1 4 1,1-1-96,-1 3 0,0-1-25,-2 1 1,0 2 64,0-1-150,3 4 0,-2-1-58,1 4 1,-1 2 63,2 5 0,-2 1-47,3 3 1,-2 2-125,3 2 1,-3 2-54,2 0 1,0 1-75,0 2 1,1 0-92,-3 4 0,2-2 147,-1-1 0,-2-2-60,-3 3 0,-2-2 166,-5-1 0,-1 0-19,-3-6 1,0 0 30,1-2 1,-3-1 229,0-1 0,-3-2 191,1-3 0,0-1-119,0-1 0,3-3 50,-1 1 1,2-2-125,2-2 1,2-1-84,3-4 1,2-2-14,2-2 0,1 1-94,1 0 1,3-1-15,1-2 0,5 1-223,2 1 0,1 0-220,1 2 1,2-1-10,2 1 0,0 1-170,0 1 0,0-1 23,2 2 0,1-2 577,2 4 0,0 1 0,4 0 0</inkml:trace>
  <inkml:trace contextRef="#ctx0" brushRef="#br0" timeOffset="923">385 20 7762,'0'-4'163,"0"0"286,3 2 26,-2-1-110,2 0 75,-3 3 6,0-3-262,0 9 0,-3-2-116,1 4 0,-1 2-31,1 1 0,2 4-198,-3 2 0,3 2-92,0 0 0,0 0-268,0 0 0,0 3-61,0-1 0,3 2 48,1-4 534,2-1 0,20-8 0,5-1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45.5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46 120 7841,'-4'0'691,"1"0"-422,3 3-23,-2-3 84,1 6-266,-2-2 0,3 2 32,0 1 1,2-1-17,0 0 0,3 1 4,0-1 0,0 3 18,2 2 1,-2-1-145,0 1 1,0 0-17,-3 1 1,2-1-21,-2 0 1,0-3-20,-2 3 1,-3-3-261,-1 0 0,-2-1-118,-3-3 1,1 1-894,-2-3 1368,-1 0 0,-5-16 0,0-4 0</inkml:trace>
  <inkml:trace contextRef="#ctx0" brushRef="#br0" timeOffset="158">33 24 7763,'-4'-5'127,"-1"1"1,3 1 262,-2-2 1,3 2 91,-2 1-482,3 1 0,8 7 0,3 4 0</inkml:trace>
  <inkml:trace contextRef="#ctx0" brushRef="#br0" timeOffset="477">213 37 8732,'2'3'571,"2"3"-327,2-2 0,1 5 0,-1 1 1,3 3-158,-1 2 0,1 2-202,-3 2 0,0-1-14,-2-1 1,-1 2-459,-3-2 587,-3-1 0,-15-1 0,-6-2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48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7731,'0'-4'1535,"0"-1"-1312,0 4 0,3-4 12,3 3 0,2 0-79,2 2 1,2 0-128,3 0 0,-1 0-34,3 0 0,0 0-171,2 0 1,2 0-169,-2 0 1,-1 0-453,-5 2 0,-1-1 377,-1 1 419,-2-1 0,-14 2 0,-3 0 0</inkml:trace>
  <inkml:trace contextRef="#ctx0" brushRef="#br0" timeOffset="173">20 129 9808,'10'0'-114,"1"0"0,0 0-302,2 0 1,2 0-390,2 0 1,3 0 804,1 0 0,16-9 0,7-1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51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13 302 8550,'-7'-3'1490,"4"2"-1286,0-3 1,4 2-5,3 0 1,4 1 25,4-2 0,2 3 49,1-2 0,3 1 112,4 1 0,2-1-658,0-1 1,2 1-341,0-1 0,-2 2-607,-5 0 0,-3 0 543,-1 0 675,-1-3 0,-13-4 0,-2-3 0</inkml:trace>
  <inkml:trace contextRef="#ctx0" brushRef="#br0" timeOffset="224">160 193 7741,'-4'-4'240,"0"0"1,1 0 1019,-1 0-382,3 1-502,-2 3 0,3 1-27,0 4 0,0-1 160,0 4 0,0 2-132,0 1 0,1 0-261,1 0 1,-2 2-211,3 0 0,-1 0-280,1 2 0,-1-2-588,0 0 1,-1-2 141,1 2 0,-1-4 820,-1 4 0,0-4 0,0 0 0</inkml:trace>
  <inkml:trace contextRef="#ctx0" brushRef="#br0" timeOffset="676">866 123 7741,'2'-13'246,"0"0"1,0 3 395,-2 1 0,0 2-191,0-2 1,0 2-10,0-2 0,-3 2-197,-1 1 1,-2-1-20,0 1 0,-4 0-41,-3-1 1,-1 4-68,-3 0 1,0 3-100,-5 0 1,0 3 11,-1 4 1,-2 3-149,4 5 0,0 1-50,1 3 1,4 3-210,1 2 0,4 1 33,3 0 1,3 0-243,3-1 0,3-1 216,3-3 0,7-1 211,8-6 1,4-2 306,5-4 0,0-4-71,2-1 1,-1-2 204,-4-2 0,1-4-70,0-5 0,-1-1 202,-2-1 1,-1-2-313,-5 0 0,-2-2-196,-2 2 1,-1-2-845,-4 2 1,0 2 283,-6 3 0,-1 2-85,-5-1 1,-4 3 737,-7 1 0,-2 3 0,-33 4 0,-9 2 0</inkml:trace>
  <inkml:trace contextRef="#ctx0" brushRef="#br0" timeOffset="807">673 135 7741,'-13'0'106,"1"0"1,-1 0 0,3 0 1561,1 0-1255,2 3 0,4-1-19,3 2 0,4-2-171,4 2 1,2-1-23,3 1 0,4-3-714,2 1 0,1-1-170,6-1 0,-4 0-540,4 0 1,-2 0 642,2 0 580,-3 0 0,30 0 0,5 0 0</inkml:trace>
  <inkml:trace contextRef="#ctx0" brushRef="#br0" timeOffset="948">1032 200 8089,'0'6'784,"0"1"-325,0 2 1,0-1 352,0 5 0,0-2-404,0 4 0,0 0-8,0 0 0,0 0-164,0 2 0,0 1-36,0-3 1,0 0-619,0-2 1,0-1-523,0-1 1,1-2-2498,1-3 3437,-1-2 0,10-15 0,0-7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50.6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243 168 7741,'6'-7'-104,"0"1"1,-1-1-1,-1 1 20,1-1 1,1 1 385,1 0 1,-3-1-103,0 1 0,-2-3 105,3 1 0,-4-3-202,1 2 1,-1-1 29,-1 1 1,-3 0-68,-1 0 1,-4 2 23,-1-1 0,-3 1-5,-1 0 1,-2 4-73,-5 0 0,1 3-201,0 0 0,0 3 62,-1 1 1,-1 5-134,0 4 1,0 3 223,4 6 0,1-1-12,3 5 1,3-1 19,2 5 0,1-1-84,3 1 0,2-2-95,4-5 0,5-4 181,3-4 1,7-3 166,3-3 1,2-3-51,0-6 0,2-4 172,0-2 1,1-4-161,0-2 1,-1-2-109,-1-1 0,-2-1-360,0-1 1,-4 0-35,-2 2 1,-5 0-825,-3 2 1222,-4 0 0,-14 3 0,-3 1 0</inkml:trace>
  <inkml:trace contextRef="#ctx0" brushRef="#br0" timeOffset="148">70 187 7741,'-9'0'162,"2"0"244,-2 0 683,5 0-686,1 0 1,9-1-22,2-1 0,4 1-364,3-1 0,2-2-270,5 0 0,-2 1-182,4-2 1,-1 3-1182,3-2 1615,0 3 0,14-5 0,3 2 0</inkml:trace>
  <inkml:trace contextRef="#ctx0" brushRef="#br0" timeOffset="526">545 180 7741,'0'-4'411,"0"0"-157,0 2 0,0-1 520,0 1-569,0 1 1,-1-2-1,-1 3 1,-2 1-60,-2 1 0,-1 2 19,-2 5 1,1-1-71,-2 2 1,-1 1 2,-2 2 1,1 2-210,1 0 0,0 2-36,5-2 0,-1 2-155,5-2 0,0-1 184,5-3 1,3-3 110,5-3 1,4-4 25,2-5 1,1-1 2,1-6 1,0-2-76,-2-2 1,-2-2-27,-4-1 0,-3 0-89,-3-1 1,-3 2-215,-2-1 0,-2 5-1076,-3 0 1458,-3 0 0,-5 9 0,-3-2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7:55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32 475 7732,'-4'-1'16,"0"0"1,-1-2 214,2 0 0,-1 1 157,2 0-191,1-2 1,-1 1-1,2-3 1,0 1-43,0 1 1,0 0 12,2 0 0,2-2-68,2 2 1,2 1-192,0-2 0,2 4-132,3-1 0,0 1 160,0 1 0,-1 0-44,1 0 1,0 3 13,0 1 1,-1 5-44,-1 1 1,-2 3-4,-3-1 1,-2 4-93,-2 1 1,-1 2 117,-1 0 1,-6-2 32,-2 0 1,-4-3 4,-1 1 0,0-2-7,-2-2 0,1 0 128,-1-5 0,2 1-80,0-5 1,1 2-51,1-1-23,-1-1 0,5-3-371,-2-1 325,5-2 0,1-2-81,3 0 0,3-1 234,1 1 0,16-6 0,5-2 0</inkml:trace>
  <inkml:trace contextRef="#ctx0" brushRef="#br0" timeOffset="231">327 417 7732,'4'-6'194,"1"0"349,-3-1-255,0 4-84,-2 0 0,-3 3 30,-1 0 1,-5 3-53,-1 1 0,-2 2-2,-1 3 1,-1 1-16,-1 3 0,0 2-28,-2 2 0,1 2-102,3 0 0,5 0-193,2 1 0,4-1-258,2 0 1,7-3 109,6-3 1,3-3-88,5-4 0,0-2 393,3-2 0,13-16 0,7-4 0</inkml:trace>
  <inkml:trace contextRef="#ctx0" brushRef="#br0" timeOffset="625">494 97 7919,'-6'-1'1407,"2"-1"-996,-2 1 0,3 1-124,-4 4 0,3 3-48,0 1 0,0 2-138,-3 3 1,1 1-217,2 1 0,-1 1-156,3 3 1,0 1-499,2-1 0,4-1-37,2-1 1,3-2 348,4-4 1,2 0 456,0-5 0,34-9 0,7-8 0</inkml:trace>
  <inkml:trace contextRef="#ctx0" brushRef="#br0" timeOffset="907">731 161 7279,'0'3'2127,"1"3"-1878,1-2 0,0 3-108,2 1 1,0 2-116,3 3 1,-3-1 35,0-1 1,0 1-98,0-1 1,-1 1 81,-3 1 1,0-3-110,0 1 1,-3-4-474,-1 0 1,-2-1-95,0-2 1,-3-1-918,1-1 1546,-4-1 0,-9-18 0,-6-4 0</inkml:trace>
  <inkml:trace contextRef="#ctx0" brushRef="#br0" timeOffset="1065">648 26 7746,'-3'-6'0,"2"-1"-350,-1 1-676,2 2 1026,0 2 0,11 13 0,3 3 0</inkml:trace>
  <inkml:trace contextRef="#ctx0" brushRef="#br0" timeOffset="1350">834 33 7747,'-4'-6'1442,"-1"2"-956,4 1 0,-1 3-118,4 0 1,2 5-64,2 1 1,3 4 33,2-1 0,2 3-209,2 1 1,-2-1-81,2 3 0,-1 2-263,-1 0 0,-3 1-466,-2 2 1,-4-1-603,-1 0 1,-6 0 144,-1-2 1136,-2-2 0,-11-2 0,-4 0 0</inkml:trace>
  <inkml:trace contextRef="#ctx0" brushRef="#br0" timeOffset="1743">1540 533 7747,'4'-2'674,"0"0"1436,1 0-1130,-2 1-664,-9 1 1,-2 0-220,-9 0 0,-1 0 104,-4 0 0,0 0 25,-4 0 1,-4-2-747,0 0 0,0 0-997,5 2 1,2 0-447,1 0 1963,5 0 0,30-6 0,10-1 0</inkml:trace>
  <inkml:trace contextRef="#ctx0" brushRef="#br0" timeOffset="1932">1360 424 8355,'-6'-7'3176,"2"4"-2605,1 0 0,3 6-114,0 1 1,3 5 77,1 1 0,1 3-439,1-1 0,-2 1-270,4 0 0,-2 2-365,2 0 1,-3 1-705,0-1 0,-1-3 523,2 1 720,1 0 0,16-12 0,5 2 0</inkml:trace>
  <inkml:trace contextRef="#ctx0" brushRef="#br0" timeOffset="2582">2181 308 7747,'4'-2'156,"-2"-3"0,-2 0 1736,0-2-1398,0 1 1,-2 0 96,-3 2 0,0-1-216,-2 3 0,-3-1-167,-3 3 1,-2 0-19,-5 0 0,-1 3-113,0 2 0,-3 1-187,3 3 1,0 1 45,4 2 0,-1 1-302,3 0 1,3-2-394,4-1 0,1 1 354,3 2 1,1-1 50,3-1 1,5-2 72,1-3 1,7 1 59,0-1 0,2 0 35,0-2 0,-1 0 18,1-2 1,-1-1 18,1 1 0,-2-1 162,2-1 1,-3 0 161,-2 0 266,-2 0 108,1 0-396,-5-3 0,-5 2-75,-5-1 0,-1 1 15,-4 1 1,-2 1-13,-2 1 1,-2 2 54,2 2 0,0 0 62,2 1 1,1 2-176,-1 2 1,3 1-76,1 1 0,3 0 35,2 2 0,1-1-23,3 1 1,5-3 140,4-1 1,5 1 79,3-4 1,4 0 227,0-4 0,4-1-92,1-3 1,0 0 116,1 0 1,-3-3-184,-3-4 0,-4 1-181,-2-3 0,-3 2-784,-3 1 0,-1-1-200,-6 1 1,0-1-1791,-2 1 2704,-3 2 0,-20-1 0,-9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01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45 7925,'0'-3'222,"0"-3"882,0 2-815,0 1 1,-1-2-83,-1 3 0,0 0-195,-2 2 1,0 0 25,-3 0 0,-2 0-39,-2 0 0,-1 0 102,-1 0 1,0 2-81,0 3 0,0 0 2,1 2 0,-1-1-167,3 1 1,0 1-22,4 1 1,-1 2-41,1-3 0,2 2-51,2-2 0,1-1 59,1 2 0,4-2 1,3 0 1,0-2 3,3 0 1,1 0 41,2-3 0,0 2-16,0-2 1,0 0-17,0-2 1,-3 0-234,1 0 5,-3 0 236,-2 0 66,-3 0 229,-11 3 0,2-1 44,-7 2 1,-1 0 106,-1 3 1,0-1-77,3 1 1,1-1 64,0 1 1,2 2 38,-1 2 0,4-1 100,0 0 0,3 0-102,1 1 0,2-1-53,2-1 1,4-4-45,3 1 1,2-1-150,0-1 1,3-1-228,1-3 1,2 0-8,-2 0 1,3-1-458,-3-1 639,3-2 0,32-22 0,13-6 0</inkml:trace>
  <inkml:trace contextRef="#ctx0" brushRef="#br0" timeOffset="156">452 213 7910,'3'-4'1576,"1"-1"-1363,-2 3-487,-1 0 1,4 1-674,-3-1 947,3 1 0,4-13 0,5 0 0</inkml:trace>
  <inkml:trace contextRef="#ctx0" brushRef="#br0" timeOffset="274">458 20 7910,'-3'-4'-365,"3"-2"-396,-3 2 761,3 1 0,5 0 0,3 3 0</inkml:trace>
  <inkml:trace contextRef="#ctx0" brushRef="#br0" timeOffset="684">942 65 7910,'-7'-7'946,"3"1"-592,0-1 0,-1 3-173,-1 0 1,-1 2-14,1 0 0,-1 1-140,-2 1 0,1 0 10,-2 0 1,-1 3-255,-2-1 1,0 3-182,0-1 0,1 1 104,1-1 1,0 2-87,2-2 1,1 2 156,1 1 1,4-1-99,0 0 0,3 1 161,3-1 0,1 1 39,5-1 0,3 1 63,6-1 1,1 1 176,2-1 1,0 0 134,3 1 1,-1-1-10,3 1 1,-1-1 24,-1 1 1,-3-1-85,-3 1 0,-3-2 56,-5 0 1,-3 0-100,-5 0 1,-3-2 16,-3 2 0,-6-3-59,-7 2 1,-5-3-163,-1 2 0,-2-1-753,-1 1 0,0-1 122,0-2 691,0 0 0,4-12 0,-1-2 0</inkml:trace>
  <inkml:trace contextRef="#ctx0" brushRef="#br0" timeOffset="974">1258 148 7910,'0'-6'721,"0"0"-359,-3-1 1,-1 4-199,-2 0 1,-4 3-29,0 0 1,-3 3-52,1 1 0,-1 2-14,0 0 1,1 3 25,1-1 0,2 4-109,2-2 1,4 2-370,0-1 1,6 0 197,4-2 1,2-1 13,4-4 1,2-1 205,0-3 1,3 0 153,-1 0 1,-1-3-134,-1-1 1,-4-2-5,-3-1 0,-1-1-187,0-1 1,-4-2-205,0 3 0,-6-1 337,-1 0 0,-13-1 0,-4-3 0</inkml:trace>
  <inkml:trace contextRef="#ctx0" brushRef="#br0" timeOffset="1632">1432 142 7910,'-7'-9'630,"3"2"978,0 1-601,2-1-584,-1 7 0,3-2-132,0 4 1,3 1 45,2 4 1,1 0-122,3 1 0,0 2-13,2 3 0,1-2-126,-1 0 0,-1 0-136,0 2 1,0-1-261,1-2 0,-2 2 122,-5-4 1,2 0-507,-2-3 289,-1 0 176,0-4 0,-6 2 41,-1-3 1,0-3-147,0-1 0,0-2 89,0 0 0,-1-1 67,3 1 0,-1-1 57,1-2 1,1 2-35,-1-2 1,1 2 161,1 1 0,0-1-5,0 1 1,0-1 105,0 1 0,0-1-42,0 1 0,1 0 158,1 2 0,-1-2-156,1 2 1,1 1 56,2 1 1,0-1-75,2 1 1,1 0 9,1 2 1,2 0 150,0 3 0,1-2-51,-2 3 1,3 1-34,-3 1 1,0 0-6,-2 1 1,-1-1 11,0 1 1,-1-1-44,1 1 0,-2-1 12,0 1 1,0-1-67,-3 1 1,0-3 19,-2 0-44,3-2-73,-2 3-325,2-4-416,-3 2 637,0-9 0,0 2-98,0-5 1,-1 2 144,-1 1 0,1-1 16,-1 1 0,1-1 85,1 1 0,0-1-88,0 1 223,0-1 1,3 2-59,1 0 0,0 0 167,0 3 1,0 0-65,3 2 1,1 1 71,1 1 1,0 2-234,-3 2 0,3 0-21,-1 1 0,3 0-126,-2 2 0,-1-2-241,-1 1 1,-1 0-521,1-2 1,1 0 366,1-2 546,-1 2 0,5-11 0,0 1 0</inkml:trace>
  <inkml:trace contextRef="#ctx0" brushRef="#br0" timeOffset="2010">1928 168 8009,'4'-4'878,"1"-1"1,-3 4-546,2-1 0,0 1 10,3 1 0,0 0-26,2 0 1,-2 0 163,1 0 0,2 1-187,1 1 1,-1-1-119,1 1 0,-3-2-96,0 0 0,2 0-26,-2 0 0,1 0-205,-3 0 1,0 0-72,-2-2 0,1 0-312,-2-2 1,-1-1 254,-2-1 1,-1 0-105,-1-1 0,-5 1 11,-3-1 0,-3 3 144,1 0 0,-4 2 178,-1 0 1,0 1 97,0 1 1,3 1 376,-1 1 1,1 2-76,1 2 1,1 1 376,1 2 1,3 1-304,3 3 1,3 1 129,4 1 1,3-2-2,3 2 1,5-1-221,4-1 1,4-1-283,1-1 0,2 0-47,0-2 0,-2-4-266,-1-2 0,-1-3-265,0 0 0,0 0-774,0 0 1,-5-3 535,-4-1 765,-3-2 0,-10-11 0,-6-4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04.4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1 198 7909,'0'-4'1067,"0"2"-780,0 4 0,0 1 81,3 1 1,-2 4-190,3-1 1,-2 3-203,3-2 0,-3 3 118,2-2 0,-2 2-165,3 0 1,-3 0 7,2 0 0,-2 1-157,0-4 0,-2 3-20,0-3-84,3 1-149,-2-2 56,2-4 173,-3 0 174,0-12 1,0 4 29,0-5 1,0-1 16,0 0 1,1 1 119,1-1 1,-2 1 117,3-3 0,-1 1-107,1 1 0,2-1 26,-1 4 0,-1-3-73,2 2 0,0 1 102,3 1 0,0 4-48,3 1 1,0 1-3,2 1 0,-3 1-81,1 1 1,0 4-96,2 5 0,0 1-120,0 1 1,-3 0-543,1 0 1,-3 0-348,1 0 1071,-2 2 0,5 2 0,1 2 0</inkml:trace>
  <inkml:trace contextRef="#ctx0" brushRef="#br0" timeOffset="275">555 230 7838,'0'-10'871,"0"1"-97,0 2-554,-3 1 0,0 0-17,-4 2 0,-1 2 13,-1 4 0,-2 0-56,0 4 0,-1-1-19,-1 4 1,2 0-46,0 0 1,6 2-191,-2 0 0,5-1-95,0 1 0,2-3 134,2 0 0,2-1 112,2 0 0,4-1-8,3-2 0,0-1-20,2-3 0,-2-1-110,0-1 0,0-2-177,-3-5 0,1 2-107,-5-2 1,2 0-377,-3 0 0,-2-1-715,-1 1 1456,-2-2 0,-11-2 0,-3-4 0</inkml:trace>
  <inkml:trace contextRef="#ctx0" brushRef="#br0" timeOffset="467">703 185 7838,'5'0'1385,"-1"0"0,0-2-964,3 0 0,-1-1-83,1 3 0,-1 1 150,1 1 0,0 2 288,1 2 0,-3 2-463,2 0 0,-2-1-476,1 2 0,-1 0-526,-1 0 0,-3 2-71,1-3 1,-1 1-2398,-1-3 3157,3 1 0,-5-15 0,1-4 0</inkml:trace>
  <inkml:trace contextRef="#ctx0" brushRef="#br0" timeOffset="600">749 37 7838,'-3'-9'757,"-2"0"0,2 2-589,-2 2-1722,4 0 1079,-2 4 475,3 1 0,6 12 0,1 5 0</inkml:trace>
  <inkml:trace contextRef="#ctx0" brushRef="#br0" timeOffset="893">994 69 7843,'-7'-3'780,"1"-1"1,-1 1-248,1 1-426,2 1 0,1 4-2,3 1 1,0 3 43,0 1 1,0 0-9,0 3 0,1-1-54,1 1 0,2 1-120,2-2 0,1 3 91,-1 0 0,1-1-8,-1-2 0,-2 3-123,1-3 1,-2 0-242,1 1 1,-1-3-504,-3 1 0,0-2 199,0-1 1,-3-2-522,-1-2 1139,-2-1 0,-9-18 0,-2-5 0</inkml:trace>
  <inkml:trace contextRef="#ctx0" brushRef="#br0" timeOffset="1294">1155 140 7843,'6'0'0,"1"0"920,2 0 1,-2 0-317,2 0 0,0 0-147,0 0 1,1 0-209,-1 0 0,2 0-76,0 0 1,-2 0-36,0 0 0,0 0-84,0 0 1,2 0 17,-3 0 0,3 0-116,-2 0 0,-1-2-320,-1-1 0,1-2 32,-2 1 1,1 1-64,-5-2 0,0 1 141,-2-2 1,0-1-11,0 1 0,-3 0 105,-4 2 0,-2-1-7,-4 2 0,-2 1 133,0 2 1,-3 0 206,1 0 1,1 1 473,-2 1 0,4 2-357,-1 2 1,4 1 171,3 2 0,0 1-161,2 3 1,3 0 73,3 0 1,9 0-62,6-1 1,6 3-232,5 1 1,3-2-70,3-3 1,0-3-264,0-3 1,-1-3 153,-1-2 0,-8 0-18,-1-2 1,-7-1-941,-1-3 0,-7 1 502,1-4 1,-5 4-1980,0 1 2529,-1 0 0,-16-6 0,-3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12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26 286 7772,'0'-4'179,"0"-1"509,0 1-527,0-2 0,0 2 162,0-1-38,0 4 0,0 5-257,-2 5 1,-1 3 46,-2-1 0,0 1-185,3 1 1,-2 1 140,2 1 0,0-2-143,2 2 0,0 0-166,0-2 0,0 1 112,0-3 1,0-1-201,3 1 245,0-4 0,6 2 38,-1-5 0,1-1 9,-3-3 1,3-1 17,-1-4 1,2 1-5,-2-4 1,-1 0 3,2-1 0,-3 0 100,-1-2 0,0 0-42,0 2 1,-3-1-3,1 1 0,-1-2 4,1 3 0,-1-1 4,-2 3 1,0-1-85,0 1 6,0 0-59,0 2-23,0 1 154,0 9 1,0-2-29,0 5 0,0 1-3,0 0 0,0 0-46,0 1 1,0 0-83,0 1 1,2-1 131,3 0 1,0-3 2,2 0 1,0-1 131,2-3 0,-2 1 204,4-3 0,0 0 60,2-5 0,-3-1-15,1-4 0,0-3 128,2-4 0,-4 1-187,0-3 0,-3 2-10,-1 0 0,0-1-277,-3-1 1,0 1-293,-2 1 1,0 4-118,0 0 1,0 3-1360,0 0 515,0 3 1240,0 3 0,20 16 0,5 4 0</inkml:trace>
  <inkml:trace contextRef="#ctx0" brushRef="#br0" timeOffset="392">546 273 7772,'0'-6'0,"0"-1"265,0 1 1,0 2 404,0-1 0,-3 2-333,-1-1 1,-2 1-156,0 3 0,-1 0-120,-2 3 0,0 1 55,-2 4 1,-1 0-124,1 3 0,2 0 6,0 1 0,2 1-171,1-3 0,0 2 78,2-1 1,-1 0-218,3 0 1,0 1 53,2-4 1,0 1 34,3-3 1,0 0 103,4-2 1,-1-1 67,0-3 1,3 0-18,-1 0 1,2-3 41,-2-1 0,-1-3 156,2-1 1,0 0-150,0-3 1,1 1 107,-1 0 0,0-3-8,0 3 1,-2-2-77,2-1 0,-2 1 22,-1 1 0,0 2-45,1 2 0,-3 1-6,0 0 0,-1 2-67,1 2 1,-3 2-150,1 2 1,-1 2 44,-1 2 0,0 1-112,0 2 1,0-2 39,0 4 0,0-1-117,0 1 1,0 1 381,0-1 0,0-2 0,17 3 0,5-2 0</inkml:trace>
  <inkml:trace contextRef="#ctx0" brushRef="#br0" timeOffset="791">732 260 7772,'0'-4'16,"0"0"0,1 2 1065,1 0-331,-1 2-546,1 0 0,1 0-38,-1 2 0,0 2-80,-2 2 0,0 1 41,0-1 1,0 1-84,0-1 0,0 0 26,0 1-257,0 2 0,0-2-109,0 2 1,2-2 151,0-1 1,0-1-4,-2-1 1,1-3-73,1 1 1,-1-1 45,4-1 86,-1 0 1,2-2 59,1 0 1,-3-3 15,0 1 0,-1-2 215,1 0 1,-1-2-82,2 0 1,0 1 65,0-2 1,0 2-107,2 1 1,-1-1-52,1 1 0,-1-1 78,0 1 1,2 2-6,0-1 1,-1 3-65,2-2 0,-2 3-19,-1-2 1,1 3-205,-1 3 0,-2-2 46,1 3 1,-3 1-165,2 4 1,-2-2 10,0 1 0,-2 0-74,0 1 0,0-2-22,0 2 0,1-4-655,1-1 1040,-1 0 0,2 0 0,5-10 0,3-5 0</inkml:trace>
  <inkml:trace contextRef="#ctx0" brushRef="#br0" timeOffset="1039">1078 29 7772,'0'-6'568,"0"2"-95,0-1 637,0 4-751,3 4 1,-2 4-117,1 6 1,-1 0 56,2 2 0,-3 1-143,2 1 1,1 2-107,-1-2 1,1 2-8,-3 2 0,2-1-245,0 2 1,0-3-19,-2-2 0,0-1-278,0-3 1,2-1-253,0-2 114,3 0 1,-1-7 13,2-1 1,3-2-47,-1-2 667,1-4 0,3-16 0,2-5 0</inkml:trace>
  <inkml:trace contextRef="#ctx0" brushRef="#br0" timeOffset="1214">1110 151 8635,'0'-4'388,"0"0"1,3 2-405,2 0 0,0 2-13,2 0 1,1-1-233,1-1 0,2 1-1259,0-1 1520,-2 1 0,12 1 0,-1 0 0</inkml:trace>
  <inkml:trace contextRef="#ctx0" brushRef="#br0" timeOffset="1541">1707 23 7866,'-3'-6'0,"0"-1"803,-1 1 193,1 2 0,3 4-430,0 5 0,0 1-193,0 2 1,2 2-187,0 3 1,3 2-241,0 0 0,0 3-330,-1-1 1,1 2 59,-3 0 1,2 1-225,-2 1 1,1-3-165,-3 1 0,-1-2 711,-1 1 0,-13-8 0,-6-5 0</inkml:trace>
  <inkml:trace contextRef="#ctx0" brushRef="#br0" timeOffset="1933">1591 164 7866,'0'-6'530,"0"-1"1,0 3-343,0 0 0,1 0-90,1 0 0,5 1-39,3 3 0,6 0 17,3 0 0,3 0-106,4 0 0,3 1 96,1 1 1,2-1-113,2 4 1,-5-2 50,-1 1 1,-5 2-116,-6-2 0,-2 0-162,-2 0 252,-6 1 0,-1 1 52,-6 0 0,0-1-25,0-1 0,-2 0-1,0 3 0,-1-2-52,1 0 1,1 0-1,-1 0 0,1 0 73,1 2 1,0-1-1,0 1 0,1-3-16,1 0 0,0 0-3,2 0 0,2-1-16,3-3 1,1 0 56,-1 0 0,2-1 9,0-1 0,1-2 109,1-2 0,2-3 202,0 1 1,-3-4 125,-3 2 1,-2 0 352,-1-1 0,-2 1-446,-2-1 1,-7 2-59,-4 3 1,-5-1-234,-3 1 1,-4 0-834,-3 2 1,3 1-1733,1 3 2454,1 0 0,11 9 0,0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10.7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30 8203,'-1'-6'604,"-1"2"1,1 0-60,-1 2-164,1 2-27,1-3-186,0 8 1,0 0-1,0 6 0,-1 0-148,-1 2 1,2 2 92,-2 2 0,1 1-363,1 1 1,-2-1 35,0 3 0,-1 1-31,3-1 1,0 1 15,0-3 0,1-3-111,1-3 1,0-4 168,2-5 1,1-1 90,3-3 0,0-1-52,0-4 0,1-2 4,0-6 1,2 1-35,0-1 0,-1-2-48,1 0 0,-3-1 49,3 1 0,-3 2 63,0-2 1,-1 2-14,0 2 1,-3 0-10,0 2 1,-2 1 261,0 1-182,-1 4 1,-2 0 143,-1 3 1,0 0-48,-2 3 1,1 0 44,-2 4 0,0 1-29,3 1 0,-2 2-47,2 0 0,0-1 5,2 0 1,0 1-23,0 2 0,0-2-3,0-1 0,3 0-65,1 1 1,1-2-13,2-2 0,1-2 403,1 0 0,2-2-115,-3-3 0,3-3 279,-3-2 1,4-3-175,-1-3 1,-1-4-28,0-2 0,-2-1-114,1-2 0,-1 1-163,-1 0 0,0 0-20,-5 2 1,2-1-412,-2 3 1,0 1-467,-2 3-966,0-1 915,0 5 930,0 1 0,-5 20 0,-2 7 0</inkml:trace>
  <inkml:trace contextRef="#ctx0" brushRef="#br0" timeOffset="325">347 145 7839,'6'4'578,"1"2"0,-1-6-61,0 3 1,-1-3-146,2 0 0,-2 0-186,3-3 0,0 0-152,1-4 0,-1 1-246,2 0 0,-1-4 18,2 0 0,-3 0-204,3-1 0,-4 2 114,-1-1 1,0 0-225,-4-1 1,0 2 159,-2 2 0,-3 1 118,-1 0 0,-4 2 172,-3 2 0,-3 2 19,-1 2 0,-3 4 279,1 2 0,1 4 41,1-2 0,2 3 193,0-1 0,2 1-204,0 0 1,4 1 91,1 1 1,2-2 163,4 2 0,4-1-135,2-2 0,3-2-40,4-1 0,3-5-231,1-2 0,4-1-217,3-1 1,-2 0-239,-1 0 1,2-3-549,-2-1 0,-2-4 479,-2 0 404,-2-4 0,-5-9 0,-5-6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27.5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84 731 7968,'1'-6'-147,"0"1"0,1 1 0,0-1 232,-2-1 1,0 2 810,0 0 0,0 2 145,0-3-708,-2 4 1,-2-4-264,-2 3 1,-1 0 76,-2 2 1,1 2-87,-3 3 0,4 3 54,-2 0 0,2 3-96,1 0 0,0 3-112,2 1 0,1 0-240,3-2 0,1 2-296,3 0 0,1 0 145,6-2 1,3-3-39,3-2 0,2 0 88,2-2 0,0-2-50,3-2 0,-4-2 484,2-2 0,-5-2 0,-5-17 0,-2-3 0</inkml:trace>
  <inkml:trace contextRef="#ctx0" brushRef="#br0" timeOffset="533">238 737 7968,'0'-4'8,"0"0"138,0-1 6,0-1 14,0 2 1,1 2 10,1 2 1,-1 2-48,4 0 0,0 5-19,3-1 1,0 3-30,3 0 1,-3-2-127,3 4 1,0-1 28,1 1 1,-1 0-144,0-2 1,-3-1 42,0-1 1,-1-1 16,0 0-28,-1-2 0,-2-1-83,1-3-46,-4 0 0,2-4 25,-3-2 0,0-1-172,0-4 0,0 3 352,0-3 0,-2 1-100,0-1 0,-3-1 198,3 1 0,0 2 20,2 1 0,0 0 399,0 2-355,0 0 0,1 2 131,1 2 0,2 1-49,2 1 1,3 1 29,2 1 0,1 4-160,1 2 0,0 1-4,-1-3 1,1 3 84,0-1 0,1-1 109,1-3 1,-2 0-28,2 3 0,1-4-159,-1-1 0,0-1-69,-2-1 1,0 0 10,2 0 0,-1-1-198,1-1 1,-2-1 8,0-4 1,-2 1-252,-1 0 0,-2-2 79,1 0 0,-3 1-109,-2-2 0,-1 2 125,-3 1 1,0-1 291,-3 1 1,-2 0 249,-4 2 1,-1 1-74,1 3 0,-2 0 325,3 0 0,-3 1-190,2 1 0,1 1 165,2 4 0,1 0-97,1 1 0,3 0-98,-2 3 1,3 0-424,0 2 0,0-1 26,3 1 1,1 0-72,4 0 1,3-1-132,4-1 1,1-1-329,4-3 1,-1 0 687,0-5 0,43-20 0,11-7 0</inkml:trace>
  <inkml:trace contextRef="#ctx0" brushRef="#br0" timeOffset="933">1014 724 7968,'-6'-6'-76,"1"0"352,1-1 1,0 1 425,-3 2 1,1-1-264,0 3 1,-1 0-142,1 2 0,-1 3-53,1 1 0,-2 0-14,2 3 0,-2-2-179,4 3 0,-1 2-34,0-2 1,0 4-161,3-2 1,0-1 24,2 0 0,0-1-217,0 0 1,3-3 123,1 2 0,2-4-119,0 1 0,1-3 116,-1 2 1,3-3 49,-1-3 0,1 2-167,-3-3 0,1-1 39,-1-4 1,0 2 139,1-2 1,-1 2 29,1 1 1,-3 0 117,0-1 1,-2 1-119,3-1 249,-4 1-154,5-1 79,-5 4 1,2 0 97,-1 3 0,0 1 21,2 1 1,-3 1-39,1 4 0,2 0-24,0 2 0,0-2 2,0 1 1,0-1-125,3 0 1,-1-2-151,1 0 1,1 0 110,1-3 0,1 0-159,-1-2 0,2 0-46,-3 0 1,3-1-96,-3-1 0,2-1-130,-2-4 0,-1-1 481,2-1 0,-2-2 0,0 0 0,-4-1 0,-3-12 0,-3-3 0</inkml:trace>
  <inkml:trace contextRef="#ctx0" brushRef="#br0" timeOffset="1115">1207 590 7968,'-7'-17'-844,"1"0"956,-1 2 0,2 0 618,0 2 1,0 3 363,0 1-12,2 2-793,1 4 0,2 1-35,0 6 0,0 1-29,0 6 0,2 0 0,3 4 0,0 3-128,2 3 1,1 2 74,1 2 0,0-1-329,-3-1 0,3-1-167,-1 1 0,1-2-367,-3 0 0,3-1 42,-1-3 1,1-2-504,0-2 1,-2-6 1151,2-2 0,3-30 0,2-7 0</inkml:trace>
  <inkml:trace contextRef="#ctx0" brushRef="#br0" timeOffset="1282">1162 647 7938,'-6'-6'536,"2"0"1,1-1-360,3 1 1,1 2-2,4 2 1,2 1-230,5 1 0,4 0-188,1 0 0,1 1-68,-1 1 1,2 1-330,-2 1 0,1 2-321,-1-2 959,-2 2 0,12 6 0,4 2 0</inkml:trace>
  <inkml:trace contextRef="#ctx0" brushRef="#br0" timeOffset="1592">1476 692 7902,'11'0'-395,"-1"0"1,-1 0 907,2-2 0,-3 1-100,3-1 1,-3 1-136,3 1 1,-3 0-62,0 0 0,2 0-1,-2 0 1,2-2-93,-2 0 1,-1-1-220,2 1 0,-2 1 115,-1-1-242,1-2 84,-4 1 1,-1-4 71,-4 1 0,-1 2 82,-4-1 1,-2 1-2,-2-2 1,-3 2 4,-1 2 0,0-1 136,2 1 0,-1 0 216,1 2 0,0 3-11,4 1 0,-2 2 165,3 0 0,0 3 128,4-1 1,1 4-188,3-2 1,1 5-30,1-1 0,3 4-251,5-3 0,4 0-143,5-3 1,0-2 15,1-1 1,1-2-179,0-1 0,1-2-382,-3-2 1,0-1-802,-2-1 1,-2-3-2081,-2-1 3381,-3-2 0,-9-20 0,-5-6 0</inkml:trace>
  <inkml:trace contextRef="#ctx0" brushRef="#br0" timeOffset="2415">2367 622 7773,'0'-7'377,"0"1"702,0 0-770,0-1 1,0 4-142,-2 0 0,-2 1-46,-2-1 1,-4 1 17,0 2 1,-2 3-124,-1 1 0,-3 2 94,-1 1 0,1-1-133,1 0 0,2 3-150,0-1 0,3 3 40,1-2 1,3 1-18,2-1 1,1 0 26,3-3 0,0 0-127,0 1 1,5-3 61,1 0 0,5-2-69,0 0 1,3-4 201,1-3 1,2 0 4,-2-2 1,2 1 282,-2 0 0,1-3 36,-1 0 1,-2 1 172,2 1 1,-2 1-162,-2 0 0,1 1 306,-1 1-373,-2 3 1,0-2-31,-3 3 1,-1 1-154,-1 1 0,-2-1-261,2 3 1,1 1-735,1 1 0,1 3 157,2-1 1,-1 1 805,2-3 0,15 1 0,6-1 0</inkml:trace>
  <inkml:trace contextRef="#ctx0" brushRef="#br0" timeOffset="3108">2938 526 7844,'0'-5'-1507,"0"1"1519,3 3 0,-1-2 460,2 3 0,-1 0-108,2 3 0,0 1 93,0 4 1,0 0-225,2 3 1,-3-1-375,0 1 1,0 1-101,0-2 1,2 0 56,-2 1 1,0-3-631,0 1 629,-3 0 0,3-1-409,-2 0 97,-1-4 497,2-1 0,-1-3 0,0-3 0,0 0 0,-2-4 0,0 1 0,0 0 0,0-4-32,0 0 1,0 0-34,0-1 1,0 1 165,0-1 1,0-1 179,0 2 0,0 0-148,0-1 1,2 3-34,0-1 0,3 4-24,0 1 1,1 2-23,3-2 1,-2 2-56,4 0 1,0 4 40,2 3 0,0 2-23,-1 2 1,0 2-28,-1-3 1,1 4-4,-4-2 1,3 2 8,-3-2 1,1 2 3,-3-4 0,-1 1-35,-1-3 1,-2 0-308,2-2 282,-2-1 24,1-3 20,-3 0 1,-3-3 8,1-1 1,0-2 8,2 0 0,-2-1 103,0-2 0,0 2 178,2-1 0,-2-2-90,-1 2 1,1-3 35,2 3 0,3-2 52,1 2 1,2 1-117,1-2 0,0 4-85,1 1 0,2 2 1,3 0 1,2 2-180,0 2 0,2 3-131,-2 3 1,2 0-386,-2 3 0,1-1-19,-1 3 1,-4-2 346,2 0 0,-2-3 286,2 3 0,3-3 0,15-2 0,6-3 0</inkml:trace>
  <inkml:trace contextRef="#ctx0" brushRef="#br0" timeOffset="3350">3689 519 7844,'0'-6'0,"0"-1"6,0 1 1,0 0 92,0-1 0,-1 1 325,-1 2 0,-2-1-22,-5 3 1,-1 0-102,-3 2 1,-2 3-58,-2 1 0,-1 2 0,1 0 1,1 1-91,3 2 1,4-1-151,2 2 0,4-1-285,3 2 1,3-4 270,4 2 0,0-4-764,4-1 1,-1-2 185,3 0 1,2-2-95,0 0 0,-1-2 306,-3-3 0,1 0 376,-1-2 0,-2 1 0,46-26 0,8-7 0</inkml:trace>
  <inkml:trace contextRef="#ctx0" brushRef="#br0" timeOffset="3750">3913 250 7844,'-6'-10'-269,"0"-2"-34,2 4 1,0 1 869,2 3 390,1 3 1,-1-1-518,2 4 0,0 1-67,2 4 1,2 3 137,2 3 1,2 0-165,0 4 1,2 2-296,3 3 1,0 1-1,0-1 1,-1 0-186,1-1 0,0 0-231,0 2 1,-3-5-620,-2-1 0,0-4 125,-2-4 0,-2-2-236,1-4 750,-4-1 0,2-5 186,-3-1 0,0-3 158,0-1 0,-3-2 0,-1 0 0,-2-2 0,0 1 0,-4 1 0,0-1 0,-3 4 0,-2 1 0,1-1 0,-4 3 0,4 1 0,-4 1 0,2 1-88,-1 1 1,1 5 214,3 2 0,2 3 49,2 1 0,4-1-152,5 1 1,1-1-192,3 3 0,4-1 101,7-1 1,2-2-92,2-2 0,1-2 157,1 0 0,-1-2 0,2-3 0,12-15 0,3-2 0</inkml:trace>
  <inkml:trace contextRef="#ctx0" brushRef="#br0" timeOffset="4287">4106 468 7844,'3'-1'-660,"-1"-1"1,0 1 488,0-1 1,-1 1 712,4 1-256,-1 0 1,5 0 255,-1 0 0,1 0-332,-3 0 1,3 3-179,2-1 0,0 0 12,0-2 1,1 0-106,-1 0 0,0-1-205,0-1 1,-2 1 70,-2-4 0,1 3-203,-2-2 0,1 0 185,-5-3 1,0-1-71,-5-1 1,-1 0 229,-4 0 0,-2 3 305,-3-1 1,0 2-19,0 3 1,1-1-129,1 3 1,0 0 322,2 0 0,-1 3-116,1 2 0,1 1 134,4 3 0,1 0-172,3 2 1,0 1-196,0 1 0,4-2-24,2 2 0,1-2-221,4 2 1,3-2 17,3-1 1,0-3-135,2 0 0,-1-1-48,3-4 0,-1 0 128,-1-2 1,-2-1 0,-2-1 0,-2-2 134,0-5 1,0 1 9,0-2 1,-3 1-47,1-2 0,-4 1 9,0-3 0,-1-2-101,-2 0 1,-1-3-153,-1 1 0,-1-2 224,-1-3 0,-3 2 122,-1-4 0,-2 1 14,0 0 0,-1 0 164,1 2 1,0 1 214,-1-2 0,1 3 58,-1 2 0,2 4 339,0 5 1,0 3 74,0 3 0,3 2-355,-1 2 0,1 3-52,-1 3 1,1 5-22,2 4 1,4 4 45,2 3 0,1 1-117,4 1 1,0 0 77,4 2 0,0-2-475,2 2 0,-1-2-376,1-3 1,1 1-1393,-3-5 0,-1-2 429,-3-6 1,-2-3-1546,-2-3 2915,-1 0 0,-2-18 0,-1-2 0</inkml:trace>
  <inkml:trace contextRef="#ctx0" brushRef="#br0" timeOffset="4975">5042 134 7860,'0'-6'2231,"-3"0"-1847,3 2 1,0 2-81,4 4 1,2 5 136,0 6 1,4 3-110,3 3 1,0 5-73,4 2 0,1 2-222,1-1 1,1 3-398,0 2 1,0-2-546,-5-2 0,-3-4 132,-4-7 0,-1-2-1558,-3-4 2330,-1-2 0,-9-17 0,-1-3 0</inkml:trace>
  <inkml:trace contextRef="#ctx0" brushRef="#br0" timeOffset="5420">5029 295 7860,'3'-7'213,"-1"1"1,2-1-67,-2 1 0,4-1 261,0-2 0,1 4-126,4-1 0,0 1 112,4-1 0,2-2-148,2 0 0,-2 3-49,0-2 0,0 5-45,0 0 0,-1 1 23,-1 1 1,-1 4-17,1 2 0,-2 2-61,0 2 1,-2 2-172,2 3 1,-4-2 28,1 2 1,0-1-175,-1-1 0,-1-1 64,-1 1 1,-1 0-75,1 0 1,-2-3-512,0-2 431,0 2 0,-1-3 151,2-1 1,-1-2-24,-1-4 0,0 0-118,3 0 0,-1-3 211,0-1 1,0-3 119,-2-1 1,2 0 24,-2-3 1,2 3 300,1-3 0,-1 3 121,0-1 0,1 2-154,-1 1 0,1 2 15,2 2 0,-1 2-131,2 0 0,-1 0-47,2 2 0,-3 2-90,3 2 1,-3 3-194,3-1 0,-3 4-34,1-1 1,0-2-320,-1-1 0,2 2-13,-2-2 1,1 1-318,2-3 1,1 1-208,-4-1 1,3-2 1009,0-2 0,21-13 0,6-3 0</inkml:trace>
  <inkml:trace contextRef="#ctx0" brushRef="#br0" timeOffset="6001">5870 308 7860,'0'-10'566,"-3"-1"0,-2 4-151,0 1 0,-2 3-145,-2-1 0,1 2 10,-2 0 0,2 2 101,-1 2 0,2 3-213,1 3 0,-1 0-98,1 3 0,2-3-127,2 3 1,1 0-46,1 2 1,0-1-368,0 1 0,1-2 244,1 0 0,0-4-127,2 2 1,0-3 73,3-1 1,-1-2-79,0-3 0,3 0 168,0 0 0,0-3 54,-1-2 1,0-1 174,0-3 1,1 2-81,0-4 1,-1 2 238,-4-1 1,2 1-72,-2-2 1,-1 1 107,-1 0 0,-1-2-11,2 1 0,-3 2 127,2 0 1,-1 0 372,-1 0-174,-3 4-494,3 2 1,-3 4 76,3 1 1,0 2-134,0 4 1,0 2 34,3 3 1,-2 0-165,3 0 0,-2-2 84,3-1 0,-1 0 34,2 1 0,1-1-41,-1-1 1,3-5-9,-1 3 0,3-5 23,-2 0 0,2-1-28,0-1 1,-1-3-87,0-1 1,-1-3 18,2-1 1,-1 0-191,0-3 0,2 0 131,-4-4 0,0 1 20,-4-1 0,1-1-11,-3-1 0,1-2-78,-3 0 0,-1-3 249,-1-1 1,-2-3 80,-2-2 0,-1 4 252,1-2 1,-1 6 57,1 0 0,0 5 933,-1 4-935,4 4 1,0 5 161,3 4 1,0 3-76,0 3 1,1 5 34,1 4 0,1 5-48,4 1 1,1 3-234,1 2 1,1-2-194,-1 2 1,0-2-35,0 0 0,-1-3-300,2 1 0,0-4-233,1-1 0,0-3-654,-2-3 0,2-3 727,-3-1 0,1-5 52,-3-2 0,1-2 414,-1-2 0,0-19 0,1-6 0</inkml:trace>
  <inkml:trace contextRef="#ctx0" brushRef="#br0" timeOffset="6159">6017 186 7860,'-13'-10'0,"4"0"1553,3 4 288,2 0 0,10 2-1256,5 2 0,5 1-335,5 1 0,0 0-1193,2 0 0,-1 2 121,1 0 0,0 1 822,1-3 0,18-9 0,2-2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45.3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185 577 7769,'-4'-8'238,"3"1"0,-4 0 0,-1 3 253,-1 1 1,-1 2-617,-2 1 1,-1 4 126,-4 4 1,0 0-91,0 4 1,1 1-19,2 1 1,-1 1 79,3 0 0,-1 0-33,3 0 0,-1-1-30,4 1 1,2-2-215,0-1 1,3-3 102,3 1 1,1-3-4,3-2 0,3-2 143,0-3 0,3 0 19,0-3 1,-2-2 48,1-5 0,1 2-27,2-2 0,-3 0 23,0 0 0,0-1 6,0 1 0,1 1 103,-3-3 1,0 3 3,-3-1 0,-2-1 201,-3 1 0,1 0-79,0 3 0,-2 0 138,-3 3 0,0 0-139,-3 4 1,3 0-103,-3 0 1,2 1-112,-1 2 1,2 1 93,-1 6 0,3-1-113,0 4 0,3-4-39,2 1 0,2-2-178,3-1 1,-1 1 39,3-1 1,-2 0 2,3-2 1,-1-2 54,3-3 0,-3 0 96,0 0 0,-2-3 79,-1 1 0,2-6-67,-1 0 0,0-4 90,-3 0 0,1-2-71,-1-1 0,1 0 6,2 0 1,-2-3-95,2-2 1,-1 1 139,1 0 1,-4-1-2,1-2 0,-2 0 143,0-1 0,-2 4 279,-3 2 1,0 2-107,0 0 0,0 4 513,-3 4-604,2-1 0,-2 8-41,3 0 1,0 4-238,0 6 0,0 3 87,0 4 0,3 2 88,2 3 1,2 3-165,0-1 1,3 3-264,0-2 1,1 2 75,-1-2 0,0-1-199,3-4 0,-2-2 210,-1-4 0,-2-2 27,2-2 1,-2-5-138,0-3 1,-1-1-13,0-1 0,1-4-97,-1-3 0,1-2 93,-1-3 0,0 0-91,1-3 1,-1-2 176,1-1 1,-2-2 141,-1 0 1,1-1-34,-4 2 0,3-3 176,-2 3 0,-1-3-92,-2 0 0,0 2 148,0 1 0,0 2 505,0 0 0,-1 3-144,-1 4 0,1 3 64,-1 4 1,1 3-275,1 0 1,0 7-145,0 5 1,1 3-29,1 2 1,2 3-184,4 4 1,-3 0 47,0 0 0,0-1-171,2-1 1,1 1-843,2-1 0,-2-3 42,2-2 0,-1-2-1197,1-3 2176,-2-1 0,33-14 0,3-2 0</inkml:trace>
  <inkml:trace contextRef="#ctx0" brushRef="#br0" timeOffset="274">1006 540 7769,'3'-12'-140,"-1"2"1,3 2 338,-2 1 1,0-1 837,-1 1-592,-1 0-72,2-1-186,-3 4 0,0 2-133,-3 4 1,1 2-197,-6 4 0,2 1 157,-3 1 0,0 4-72,2-2 1,0 2 184,-1 1 0,1-1-20,-1-2 1,2 1 64,1-3 0,2 0-40,3-3 1,0 1-18,0-1 1,0-3-66,3-1 0,2-3-95,5 0 0,-1-4-88,3-3 1,0-1-326,0-5 0,1 1-362,-3-3 0,0 0 379,-3 1 1,1 1-204,-1 1 0,0 0 643,-3-3 0,6 3 0,5-12 0,8 1 0</inkml:trace>
  <inkml:trace contextRef="#ctx0" brushRef="#br0" timeOffset="658">1125 436 7769,'0'-4'812,"0"1"-204,3 3-604,-2 0 107,5 0 0,-2 3 9,1 2 0,0 4 17,-2 1 1,2 1 1,0-1 1,0 0 17,-1 3 1,1 0-58,3-3 1,-3 2-10,0-2 0,-3 0-47,3-3-405,0 0 272,2-2 1,1-2-152,-1-3 0,-2-1-7,0-1 0,-1-3-192,1-2 0,2 0 56,-2-1 0,-1-2 98,1 0 1,-3-2 54,3 2 0,-2 0-49,1 3 396,-2 0-84,1-1 315,-3 4-294,0 1 1,0 4 29,0 1 1,3 2 1,-1 4 0,2 0 66,-2 2 1,1-2 74,4 2 1,-1-2 157,4-1 1,1-2 134,1 0 0,3-3 34,3 0 1,-2-1 200,4-1 0,-1-1-320,4-1 0,-4-3-67,-2-5 0,-2 1-189,0-3 0,-4 2-87,-4-2 0,-3 0-691,-4 0 1,0-1-286,0 3 0,-5 0-2108,-3 2 2992,-4 1 0,-3-4 0,-4 0 0</inkml:trace>
  <inkml:trace contextRef="#ctx0" brushRef="#br0" timeOffset="948">1695 399 7769,'4'-7'2488,"2"-1"-2847,-5 4 266,2 1 0,-4 3-120,-1 0 0,-2 0 189,-3 0 0,-1 3 102,1 2 1,-1 2 1,1 0 0,0 1-43,2-1 1,-1 0 3,1 1 0,2-1 7,0 1 0,2-1 127,1 0 1,4 1-65,1-1 1,2 1 122,3-1 0,1 0-1,4 1 1,0-1 177,0 1 0,0 1-278,-1 1 0,-2 0-5,-2-2-175,-5-1 1,-3 2-314,-4-2 1,-3 3-604,-5-6 0,-2 1 963,-2 0 0,-14-7 0,-4 1 0</inkml:trace>
  <inkml:trace contextRef="#ctx0" brushRef="#br0" timeOffset="1690">2250 444 7764,'-4'-5'327,"1"-1"2235,-2 1-1906,2 2 0,3 3-271,0 5 0,3 1 44,2 2 1,2 2-222,0 3 0,3-2-155,0 1 1,0 1-92,0 2 0,-1-1-359,4 1 1,-4-2 151,1-1 0,-2-3-302,-1 1 1,1-2 31,-1-1 0,0-2 140,1-3 1,-3-1 26,0-1 1,0-3 135,2-2 0,0-3 184,-2-2 1,1-1-79,-1-4 1,-1 0 148,1 0 1,-2 1 394,2-1 1,-4 2-110,2 1 1,-3 1 97,0-2 1,0 5-7,0 3 90,0 3-311,0-1 0,3 6-8,-1 2 0,3 4-54,-1 1 1,1 4-144,5-2 1,-1 2-496,1 1 0,-1-1-158,4 1 1,-4 0-429,4 0 1,-3-4 377,2-1 708,0-2 0,10-7 0,1-2 0</inkml:trace>
  <inkml:trace contextRef="#ctx0" brushRef="#br0" timeOffset="1983">2812 414 7764,'-3'-5'52,"-2"0"0,-2 1 115,0-1 1,0 2 46,-1 3 1,-2 0 16,0 0 0,0 1 22,0 1 0,2 0 140,-2 3 0,2 0-178,0 2 0,3 0-120,0 1 1,4 0-9,-2 2 0,6-1-26,2 3 1,2-2-158,3 2 1,1-2 170,4 3 0,2-3-95,1 2 1,1-3 111,-1 1 0,-2 1 0,-4-2 0,2 1-18,-5-2 1,-2-1 19,-4 0 1,-3 1-358,0-1 1,-1-3-66,-4-1 0,-1-2-213,-6 2 0,-1-2 541,-5 1 0,-14-11 0,-6-3 0</inkml:trace>
  <inkml:trace contextRef="#ctx0" brushRef="#br0" timeOffset="2615">3493 214 7728,'-7'-15'691,"-1"4"1,1 2 1540,-1 3-1851,4 3 1,1 7-41,3 3 0,1 4 148,1 4 0,3 3-163,5 2 0,-1 1 59,4 1 0,-1 3-483,3 0 1,1 2-437,-1 1 1,1 0-715,-7-1 0,1 1 335,-2-4 1,-3 0-1732,0-4 2644,-4-2 0,-14-16 0,-7-4 0</inkml:trace>
  <inkml:trace contextRef="#ctx0" brushRef="#br0" timeOffset="2991">3367 362 7728,'0'-7'0,"0"-1"0,1 3 0,2 1 0,1 2 132,6-1 0,3 3 235,4 0 0,3 0-121,4 0 0,4 3 93,4 2 1,-1 1-306,3 2 0,-2-1-149,0 1 0,-5-3-237,-2-1 0,-6 1-118,-1 0-211,-6 1 529,-5-2 1,-4 4 24,-6-1 1,-1 0 13,-3 1 1,-1-1 184,1 1 0,3-1-56,1 0 1,3 2-48,0 1 0,4-2 113,3 2 0,4-3-34,4-2 1,3 1 8,5-4 0,-1 1-47,3-3 1,-2-1-10,-1-2 0,-3-2 587,-2-4 0,-5 0 49,-2-1 1,-5 0-53,-2 0 1,-4-2-169,-4 2 0,-2-3-150,-8 0 1,-1 2-376,-6 2 1,-1 0-372,-2 2 1,2 2-88,-2 0 1,6 3 565,1 0 0,32 21 0,9 6 0</inkml:trace>
  <inkml:trace contextRef="#ctx0" brushRef="#br0" timeOffset="3675">4381 318 7733,'0'-5'879,"0"0"87,0 3 544,0-1-1121,4 10 0,0 1-160,3 7 1,0 0-119,1 2 1,-3 0-132,0 3 0,0-3-86,2 3 1,-2-4-376,0 1 1,-3-2 260,0-2 0,-1-3-707,-1-2 394,0-1 258,0-3 1,-1-5 39,-1-6 1,1-1 119,-2-5 0,2 2 160,-2-1 0,2-2-67,-1 1 1,1-1 99,1-1 1,0 1-24,0-1 1,0 0 70,0 0 0,1 0 65,1 1 0,2 2-53,1 2 0,1 2-44,-1 1 1,2 0-50,0 2 1,0 2 2,1 3 1,2 3 26,0 2 1,3 5-13,-1 2 1,0 0 10,0 0 0,-2 0 0,2 3 0,-3 0-129,1 0 0,-2-3 21,0 0 1,-2-2-121,-1-1 0,-1-1 97,-1-3 50,-2 1 0,1-5 29,-4 2 0,0-3 107,-3-3 0,3-1-222,-3-3 0,1-1-119,-1 1 1,-1-1 38,3-2 1,-2 1 210,3-4 1,-1 4 215,0-1 1,2 0-166,-1 0 0,1-2 63,1 2 1,1-1-66,1 1 0,3 4 205,2-1 0,1 2-105,2 0 1,2 2-171,6 3 0,-2 1-176,4 4 1,0 1-59,2 6 0,0 1-357,0 2 1,0-1 31,-3 1 1,-1 0-422,-3 0 0,-1-3 963,-2 0 0,12-2 0,0 0 0</inkml:trace>
  <inkml:trace contextRef="#ctx0" brushRef="#br0" timeOffset="4305">5114 340 7733,'0'-7'430,"0"-3"140,0 0 1,-2 0-132,-1 3 0,-3-1-14,-2 1 1,0 3-143,-4 1 0,-1 2-21,-2 1 1,-1 4-253,1 1 0,0 2 12,5 3 1,0 1 42,2 4 1,2 0-123,1 0 1,2 0-300,3-1 0,0-1 34,3-1 1,1-3-332,3 1 0,1-3 309,-1-2 1,4-1-38,1-4 0,0 0 156,0 0 1,-2-4 185,2-1 0,0-1 4,0-2 0,2-1 26,-2-1 1,-1-3 135,-1 3 0,-2-3 9,0 1 0,-1 0 119,0 0 1,-2 2-9,-3-2 1,-1 3 70,-1-1 1,2 4 519,1 1-550,-1 4 0,-2-2 52,0 6 1,3 1-91,-1 3 1,3 1-11,-2-1 1,2 3-95,0 0 0,1 0-148,-1 0 1,4-1 47,-2 0 0,2 0-137,-1-2 1,2 0 95,0 1 0,2-4-363,-2-2 0,2 2-618,-2-2 1,2 1 568,-2-3 0,3-1 14,-4-2 1,4-1 6,-3-3 1,-1-1-30,-1-2 0,-1 1 212,1-4 1,-3 1 42,0-3 1,-4-2 34,2 0 1,-3-4 100,0 1 0,0-2-24,0-3 1,-3 2 134,-2-1 1,-2-2 118,-3 2 0,2-1 142,-2 3 0,2 4 318,0 3 0,2 3 372,1 5-238,-2 3 1,4 1-309,-2 6 1,2 4 19,3 6 1,0 1-60,3 4 1,1 1-121,3 3 0,1 1-108,-1 1 0,3 4-63,0 2 0,2 0-76,-2-5 0,0 2 139,-3-2 0,1 0-25,-1-3 0,1-6-105,-1-1-35,0-5 0,1 0-842,-1-5 1,1-4 781,-1-4 0,17-26 0,4-4 0</inkml:trace>
  <inkml:trace contextRef="#ctx0" brushRef="#br0" timeOffset="4786">5603 170 7733,'-11'-4'0,"0"4"236,-1-3 0,-1 2 382,3 1 0,0 6-233,3 2 0,0 4-172,2 0 0,-1 2-71,4 1 0,-1 0-100,3 0 1,4-1-205,1 1 1,1-1-83,2-2 0,1 1-288,1-6 1,3 2 347,0-4 0,1-1-104,1-2 0,-1-1-78,1-1 0,0 0 52,0 0 1,0 0 279,-1 0 1,1-3 2,0-2 1,1 0 185,1 1 0,-2-1-61,3-3 1,-2 1 126,1-1 1,-1 2-35,1 1 0,-2-2 26,-3 2 1,2 1 354,-1-1 0,-2 1-26,2-1 1,-4-1 143,1 1 1,-5 1-360,0-1 0,-3 0-171,0-3 0,-1 1-56,-1 0 0,-1 0-137,-1 2 0,-2-1 133,-4 4 1,-1-3-63,-1 2 1,-3 2-89,3 3 1,-2 2 104,2 4 0,-2 2 42,2 3 1,0-2 52,3 2 1,0-1 221,2 3 0,2 0 19,3-1 1,1-1 262,1-1 0,4 0-123,6 0 0,2-1-8,9-4 1,0 0-152,7-2 1,4-1-9,3-2 1,-1-1-225,1 1 0,-2-2-578,-5-2 1,-2 1-546,-6-1 0,-6-2-1163,-4 2-2218,-3-1 4368,-5 0 0,-10-1 0,-7-3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54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70 339 7756,'-9'-11'426,"1"-1"-33,-1 1 1,3 5 836,0 0-828,4 4 0,-2 2-38,4 6 1,1 2-150,2 4 0,2 2 0,4 7 0,1-2 36,1 4 1,-1 0 110,1 4 1,-1 0-779,-1 2 1,-2-2-190,-1 2 0,1-3-551,-4-3 0,0-1 431,-3-2 0,0-5-932,0-1 1657,0-7 0,-16-26 0,-3-10 0</inkml:trace>
  <inkml:trace contextRef="#ctx0" brushRef="#br0" timeOffset="216">0 313 7756,'6'-14'208,"0"3"1,0-2 270,2 2 0,2 3-148,2 5 1,2 2 79,7 1 1,1 0-106,4 0 1,0 7 64,0 2 0,-4 5-150,-1 1 1,-4 1-140,-3 1 0,-5 1-413,-6-1 0,-7 4 111,-4-1 0,-5 0-147,-4-2 0,-4-5-118,1-1 1,0-3-569,2 0 1,2-1 1052,1-2 0,7-18 0,4-7 0</inkml:trace>
  <inkml:trace contextRef="#ctx0" brushRef="#br0" timeOffset="752">296 304 7824,'9'0'251,"0"0"141,-1 0 1,1 1-85,0 2 0,0 2 63,3 4 0,0 3-128,3 3 0,1 1 79,-1 2 1,-2 2-328,2 0 0,-4 0 78,0-6 0,-4 2-339,-1-5 1,-4-2 18,1-3-106,-2-4 218,-1 1 0,-3-6-58,0-3 1,-1-3-68,1-3 1,1 3-47,-4-3 1,4 0 270,-1 0 1,2-2-69,1 2 0,0 0 202,0 4 1,0-2-77,0-2 0,1 6-56,2-3 0,-1 2 43,4-2 0,0 4 19,3-1 0,-1 4-1,1-1-25,0 2 1,2 1 28,1 0 0,-1 4 90,-2 2 0,0 1-55,0 2 0,0-3 4,3 0 0,-3 0 6,3 2 1,1 1 21,-2 0 0,2-4 1,-2 1 1,-1-4-68,2 1 0,-2-2 7,2-1 1,-1 0-46,3 0 0,-3-1-138,0-2 1,2-2 93,-2-3 1,4-2-167,-3-2 1,-2 3 80,-4-3 0,1 0 138,-4 0 0,0-3 149,-3 4 1,-7-1-22,-2 4 0,-5 3 263,-1 2 0,-1-1-133,-2 1 1,4 1 35,-1 5 1,5 3 2,-2 5 0,3 0-3,4 4 0,-2-4-194,4 4 1,1-1-196,5 4 0,-1-1-422,4 0 0,2 0-101,4-3 0,6 2-1669,0-5 2283,5 5 0,45-18 0,17 0 0</inkml:trace>
  <inkml:trace contextRef="#ctx0" brushRef="#br0" timeOffset="1176">1140 35 7824,'-4'-14'2974,"-1"2"-2534,1 7 0,0 2 9,4 6 1,0 2 179,0 7 0,4 5-164,1 3 0,4 5 12,3 1 1,-2 0-285,5 3 1,-4 2-177,4 1 0,-5-2-629,2-1 1,-5-2 342,-1-1 0,-2-3 35,2 1 0,-2-9-539,-4-1-657,0-3 860,0-6 1,0-2-125,0-6 0,0-2 193,0-4 0,-1-2-14,-2-1 0,1-2 330,-3 2 0,-2-2 16,-5 2 0,2-1 106,-5 2 0,1 4 113,-4-2 0,4 4 319,-1-1 1,2 2-140,-2 4 0,0 1 353,3 2 0,0 2-246,4 3 1,3 6 68,2 3 0,2 1-490,1 2 1,4-2-192,2 0 1,5-1-271,4 1 1,1-5 198,2-1 0,-1-7-671,0-2 1017,5-2 0,31-32 0,12-7 0</inkml:trace>
  <inkml:trace contextRef="#ctx0" brushRef="#br0" timeOffset="1334">1366 278 7824,'1'-8'-677,"2"3"1221,-2-3 268,7 7 0,-6-2-240,4 6 0,-5 3-93,2 5 0,1 0-104,-1 4 0,3-1-133,-3 3 1,1-2-8,-1-1 0,-1 1-458,3 2 0,0 0-545,1-3 1,2 0 688,-2-3 79,1-1 0,6-9 0,0-7 0</inkml:trace>
  <inkml:trace contextRef="#ctx0" brushRef="#br0" timeOffset="1827">1462 113 7844,'-4'-15'130,"-1"2"0,0 0 1910,3 3-1905,1 4-699,1 2 0,0 5 564,0 2 0,15 25 0,4 10 0</inkml:trace>
  <inkml:trace contextRef="#ctx0" brushRef="#br0" timeOffset="2118">1784 270 7844,'0'-15'294,"0"1"0,0 2 460,0-3 1,-4 8-266,-2-2 0,-3 6-55,-2 0 0,-3 2-218,-3 1 1,1 1-30,1 2 1,-1 5-197,1 3 0,3 5-5,4-2 1,0 4 11,5 2 0,1-1-98,5 5 1,3-5-346,6 1 1,4-1 56,4-2 0,5 0-329,1 1 0,1-5 74,2-1 0,-1-3-272,1-4 1,-2-1 914,2-4 0,-2-4 0,18-43 0,5-15 0</inkml:trace>
  <inkml:trace contextRef="#ctx0" brushRef="#br0" timeOffset="2309">1967 69 7832,'-9'-11'202,"0"-1"1,0 4 345,1 2 1,3 5-138,2 1 0,2 4-2,1 4 1,0 2-125,0 2 0,4 4 51,2 4 0,1 4-275,2 0 1,3 2-41,-1 3 0,4-1-103,-4 4 1,5-3 5,-2 3 0,3-1-203,0 0 1,0-3-363,-3-5 1,-1-4-1808,-5 1 2448,-3-5 0,-5-14 0,-5-7 0</inkml:trace>
  <inkml:trace contextRef="#ctx0" brushRef="#br0" timeOffset="2535">1958 287 7844,'0'-14'944,"0"3"0,-3 1-470,0 1 0,1 2 17,5 1 1,3 1-182,5 2 0,3 2-82,3-2 0,2 3 75,1 3 1,3 3 165,6 6 0,1-2 7,2 5 0,1-1-313,-4 4 0,0-1-330,-3 0 0,-2 1-258,-3-1 0,-5-2-564,-7-1 1,-5-3-6,-1 0-501,2 3 1495,-4-4 0,-5-6 0,-5-4 0</inkml:trace>
  <inkml:trace contextRef="#ctx0" brushRef="#br0" timeOffset="2668">2228 148 7846,'-9'-14'1470,"0"3"-1408,4 1-386,1 5 0,5 2 302,2 6 22,6 2 0,12 19 0,6 4 0</inkml:trace>
  <inkml:trace contextRef="#ctx0" brushRef="#br0" timeOffset="3276">2567 296 7866,'-5'-9'237,"-3"3"77,2 0 1,-2 4-32,-4-1 0,-1 3 273,-5 0 1,0 0-333,-2 3 1,2 3-85,1 6 1,0-2-176,6 5 0,2-1-353,3 4 0,4-1-61,-1 1 1,3-2 67,3-1 1,2 0-206,4-3 0,1-2 279,1-4 1,0-2 23,3-4 1,0-1 151,0-2 1,2-2 184,-5-3 0,2-4-66,-1 0 1,-2-2 236,5 2 1,-5 0-93,2 0 1,0 2 97,0-1 1,0-2 103,-4 2 0,-2 0-57,0 5 0,-3-2 405,3 3-216,-4 1-300,1-4 1,-3 8 293,0 0-226,0 4 1,0 6-105,0 1 1,0-1 0,0 1 0,0 2-40,0-1 0,0 2 55,0-2 0,3 2 14,0-2 1,0 2 28,-3-2 0,1 0 415,2-4-339,-2 5-251,7 0 1,-6-2 29,3-2 130,-3-6-273,6 0-32,-3-6 0,1-5-279,0-4 0,-5 1 138,2 2 1,-2-3-9,-1 1 1,0-4 135,0 4 0,0-4 170,0 4 0,0-4 267,0 3 1,3 0-115,0 0 1,1 3 24,-1-3 0,-1 2-91,4 2 0,-1 3 7,4 2 0,0 2 30,0 1 0,-1 4 11,1 2 1,0 4-102,-1 2 1,1 3-137,0 0 0,-1 1-722,1 2 0,-3-1-32,0 0 1,-1 0-302,0-3 0,0 2 513,-2-5 1,-1 0-343,4-5 959,-4 2 0,17-27 0,0-1 0</inkml:trace>
  <inkml:trace contextRef="#ctx0" brushRef="#br0" timeOffset="3585">3071 252 7973,'0'-9'229,"0"1"0,-1 0 266,-1 2 1,-3-1-301,-4 5 1,-1-1-52,-1 3 0,-3 1 6,-3 1 1,2 0 17,1 4 1,3 0-219,0 3-52,1-1 1,5 4-94,2 0 0,2-1 172,1-2 0,4 0-96,2-1 1,2 2 74,0 2 1,4-3 20,0 3 1,3 0 101,0 0 1,1 3 8,1-4 0,-2 4 214,-1-4 0,-2 4-160,2-4 1,-4 1 78,-1-3-314,0 3-202,-8 2 0,-1-4 45,-6-1 0,-6-6-169,-2 0 0,0-2 419,0-1 0,-13-8 0,-4-2 0</inkml:trace>
  <inkml:trace contextRef="#ctx0" brushRef="#br0" timeOffset="4261">3280 565 9040,'0'-5'90,"-11"-2"1,-4 2-1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58:52.3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36 322 7929,'14'-11'79,"0"-1"1,-1 2 93,1 0 0,0 0 162,4-1 1,2 0-131,0-3 1,0-1-127,-6-2 0,2-2 29,-5-1 1,0 2-169,-5-3 1,-3 3 126,-3 1 1,-1-1 0,-1 1 0,-3 0 33,-4 3 0,0 2-14,1 6 1,-1 3-31,0 3 1,-2 0-13,-1 3 0,0 6-92,4 6 1,-1 5 61,0 3 1,1 6 15,-1 3 1,0 0-17,1 3 0,0-2-4,2 4 1,-2 2-146,2-1 0,2 0-23,-2 0 0,1 1-125,-1 1 1,-2-2 222,3-6 1,-3-7 46,-1-8 1,3-3-29,1-5 37,3-5 0,-2-4-112,4-5 1,0-4-73,0-3 0,1 0-8,2-3 0,4-1 149,5 1 0,3-1-32,0-1 1,1-1-17,2 1 1,-1-1-8,1 1 1,2 3 136,0 3 1,1-2 366,-4 2 0,-1 2-202,-1 3 0,-3 4 14,-3-1 0,-1 3-7,-2 3 0,-2 5-128,-1 4 1,-1 2 13,4-2 1,-3 2-36,3-2 1,-3 0-85,3 0 0,-1-2 58,4 1 1,0-1-115,-1-1 0,-2-4 60,0 1 1,0-4-16,3 1 1,-1-2-16,1-1 0,-3-1 56,0-2 0,0-2-130,6-3 1,-2-1 105,1 0 1,2 0-7,-2 1 0,5-1 75,-2 0 1,-1 1 145,-2-1 0,2 3-25,-1 0 0,-1 3 245,-2-2 0,0 3 31,-1-1 0,-2 2-124,0 1 1,-3 1-151,3 2 1,-3 2-67,2 3 1,-2 1-109,3 0 1,-1-3-283,1 3 1,1-5-621,-1 5 0,-1-4 177,1 1 1,1-2-1405,4-4 2130,-1 0 0,22-19 0,1-5 0</inkml:trace>
  <inkml:trace contextRef="#ctx0" brushRef="#br0" timeOffset="215">853 44 7933,'0'-9'788,"0"4"1178,0-1-1467,0 4 1,1-1-74,2 6 0,-2 3-74,2 5 0,-1 7 25,1 5 1,-2 3-315,2 3 0,-2 2-321,-1 4 0,0 0-570,0 3 0,-4 2 451,-2 3 0,-2-4-352,0-4 0,0-4-125,2-5 1,-2-5 853,3-4 0,-3-19 0,-1-8 0</inkml:trace>
  <inkml:trace contextRef="#ctx0" brushRef="#br0" timeOffset="643">766 349 7933,'9'-9'193,"0"0"35,0 0 0,2 1 24,1-1 1,3 3 42,0 0 0,2 4-108,3-4 0,-1 4-19,1-1 1,1 2-84,0 1 0,-1 0-37,-3 0 0,-4 4-151,-4 2 1,-1 1 131,-2 2 1,-2 1-104,-1 1 0,-2 0 109,-1 3 0,0-2-95,0 3 0,0-4 79,0 4 0,0-4-5,0 4 1,0-5-64,0 2 1,0-5-457,0-1 231,4-1 0,1 0 187,7-2 1,-1-3-223,3-3 0,-2-3 138,2-5 0,-2 0 294,2-3 0,0-1-159,0-2 0,2 0 99,-4 3 0,2-3-86,-2 3 1,-1 1 148,-2 2 1,0 2 77,-1 3 0,-2 2-82,0 4 0,-3 0 55,3 0 0,-4 5-43,0 4 0,-1 0-48,-1 2 1,3 3-32,0 0 0,0 0 17,-3 0 0,0-2-103,0 2 0,0-2-254,0 2 1,1-3-374,2 1 0,-2-3 72,2 0 586,2 0 0,15-16 0,8-4 0</inkml:trace>
  <inkml:trace contextRef="#ctx0" brushRef="#br0" timeOffset="1199">1454 288 7933,'0'-5'915,"4"1"1,-3 6-693,1 4 1,2-1-28,-1 7 0,0 2-1,-3 0 1,0 2 27,0-2 0,0 2-184,0-1 0,0 0-238,0 0 1,0 0-99,0-3 1,0 0 144,0-4 1,0-2 47,0 0 0,1-4-39,2 1 0,-1-3-245,4-3 0,0-2 104,2-4 0,2 0-43,1-3 0,-1-1 235,2-5 0,0 4 107,0-1 1,0 1 100,0-4 1,-2 2-13,1 1 1,-1 3-2,-1 3 1,-1 3-20,1 0 0,0 4 236,0 0 0,-1 1-41,1 1 1,0 3 71,-1 3 0,1 0-70,0 3 1,-1-5 151,1 4 0,0-1-237,0 2 1,2-1-51,1-3 1,-1 2-149,-2-4 1,4 0 62,1-3 0,0 0-77,0 0 0,-2-1-55,2-2 0,-2-2-317,2-3 1,-3 1 44,1-2 1,-4 2-147,-2-4 0,1 1-129,-4 1 408,0 1 0,-10 0-228,-2 2 0,-6 1-3,-3 2 1,1 2 527,-3-2 1,-2 3 264,2 3 1,0 1 305,2 2 0,2 2-99,1-2 1,3 1 477,3 2 1,1 3-346,3-1 0,1 4 136,4-4 0,7 4-363,5-4 1,7 2-253,5-1 1,5-6-181,2 3 1,3-6-138,1 0 1,0-2-339,0-1 1,-4-1-167,-2-2 1,-6-2-2102,-3-4 2709,-1 1 0,-21-16 0,-5-4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00:31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140 280 7682,'-5'2'152,"0"0"0,3 1 300,-3-3 1,3 3-383,-3 1 0,3 3-85,-3-1 0,3 0-29,-3 1 1,4-2 92,-1 5 0,-1-3-119,0 0 0,1 3 34,2-1 1,1 0-132,1-2 1,0 0 9,2 0 0,1-2 22,2-1 0,0-2-31,0 0 1,0-1 53,0-1 0,2 0 48,0 0 1,1-1 35,-3-1 0,2-2 20,0-3 1,3-2 9,-3-1 0,0 1 111,-2 2 0,3 0-50,-1 0 0,-2 3-12,-3-1 0,1 3 23,2 0 0,-2 1 99,-1 1 1,0 1-22,1 1 0,0 3-123,-2 4 1,1 2-10,-1 3 0,1 3 3,-1 2 0,-1 4-12,-2 3 0,0 1 35,0 1 0,-3-1-2,-2 1 0,-2 1-76,-2 1 0,-3-2-8,-4 0 0,-2-3-6,-3-4 0,-3 0 162,-1-1 1,0-5 176,-1-3 0,4-4-120,-1-4 1,1-1 72,1-3 1,6-4-162,4-3 1,5-3-8,4-4 1,1 0-6,1 1 0,3-1-15,2 3 0,5-2-292,4 1 1,3-1-37,4-1 0,2 2-161,0 1 0,3 1-67,-3-1 0,4 1-980,-2-1 1478,-1 2 0,9 2 0,0 4 0</inkml:trace>
  <inkml:trace contextRef="#ctx0" brushRef="#br0" timeOffset="598">230 64 8105,'-3'-4'329,"-1"1"1,0 3-157,-1 0 0,3 2-62,-3 0 0,3 3-169,-3-3 0,3 4 65,-3-2 1,4 0-157,-2 1 1,0-3-536,1 3 252,-1-4-193,3 5 274,0-5 130,0 2 0,3-8 294,-1-2 1,4-2 32,-2-1 1,0 2 218,1-4 0,-1 4 166,3-2 0,-2 3-168,0 0 0,-1 1-52,3 1 0,0-1-174,0 4 0,0 0-215,0 2 1,3 0 66,2 0 1,1 3-197,1 2 1,1 2 246,1 2 0,17 20 0,7 8 0</inkml:trace>
  <inkml:trace contextRef="#ctx0" brushRef="#br0" timeOffset="967">816 412 7686,'-5'0'-1383,"0"0"1785,0 0 1030,2 0-797,0 0-397,9-3 1,2 2-1,6-1 1,0 0-98,0 0 0,2 1-143,0-1 0,3 0-239,0 0 0,-1 1-498,0-1 0,0 1 491,1 1 248,-2 0 0,-6 3 0,-1 1 0</inkml:trace>
  <inkml:trace contextRef="#ctx0" brushRef="#br0" timeOffset="1148">830 531 8523,'10'0'99,"1"0"-44,6 0 1,3-1-948,6-2 0,4 2 39,3-4 853,-2 4 0,24-6 0,4 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00:37.1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265 509 7701,'4'-6'-28,"1"1"0,-3 0 159,3 3 0,-1-4-31,1 1 0,0 2 74,-3-2 1,4 0 16,-2-2 0,0 0-43,1 0 1,-3 0-83,0 0 1,-1 1 81,-1-1 0,0-3-112,0 1 1,-1 0-90,-1 2 1,-2 1-2,-3 1 0,-1-1-21,-1 4 1,-2 0 30,-3 2 1,-3 1-222,-2 1 1,-1 5 72,-1 4 1,0 3 18,0 3 0,-2 1 74,0 5 1,0 2 143,5 3 0,1-2 31,3-1 0,3-2-38,2 3 0,4-4-11,3-1 1,2-4 10,2-6 1,5-1-2,5-3 1,1 0-18,1-3 1,0-1-20,0-3 1,2 0 0,0 0 1,1-3-5,0-1 1,-3-3-185,2 0 0,0-2-58,0 0 0,-1-3-168,1 3 1,-1-3 143,-1 3 0,-3-3 268,1 0 0,-3 2 0,-21-6 0,-8 1 0</inkml:trace>
  <inkml:trace contextRef="#ctx0" brushRef="#br0" timeOffset="156">42 586 7701,'-11'0'0,"0"0"680,2 0-294,4 0-505,-1 0 0,7 0 205,1 0 1,5 0 42,5 0 1,2-3-33,2 1 0,2-3-84,3 0 0,3 1 92,1 0 0,2 0-105,1-1 0,31-1 0,8 2 0</inkml:trace>
  <inkml:trace contextRef="#ctx0" brushRef="#br0" timeOffset="415">502 600 7701,'-11'7'63,"-1"0"116,2 0 1,-1 0 60,1 0 1,1 0 24,2 0 0,-1 3-246,1 1 1,-1 0 6,6 1 1,-1-4-165,3 1 174,0 2 1,4-4-91,3 0 0,3-3 121,4-4 1,1-1-37,1-4 1,-1 0-64,1-7 0,-1-2-77,-1-2 0,1-1-68,-1 0 1,-2 3-124,-8-3 1,-1 0-322,-3 1 1,0 0 252,-3 2 368,-4 3 0,-22 7 0,-8 5 0</inkml:trace>
  <inkml:trace contextRef="#ctx0" brushRef="#br0" timeOffset="758">864 544 7701,'-7'0'256,"0"0"557,0 0-396,0-3-260,3 2 0,4-2 111,5 3 0,5-1 118,4-1 0,2 1-131,5-1 1,1-1 12,6 0 0,0 0-166,0 1 1,-1 1-251,1-1 1,-1-1-469,-1 0 1,-3 0 39,-4 1 1,-2 1-503,-3-1 0,-6 1 1078,-1 1 0,-20-6 0,-3-2 0</inkml:trace>
  <inkml:trace contextRef="#ctx0" brushRef="#br0" timeOffset="965">1059 412 7701,'0'-4'2920,"0"1"-2527,-3 3 0,2 3-246,-1 4 1,-1 1-159,1 4 1,-1 2-315,3 2 1,-2 3 88,0-3 1,-1 3-153,3 0 1,0 0-17,0 0 404,0-2 0,13-6 0,2-1 0</inkml:trace>
  <inkml:trace contextRef="#ctx0" brushRef="#br0" timeOffset="1376">1798 453 7701,'2'-11'527,"1"-1"1,-1 4-274,-2-2 0,2 2-51,1-1 0,-1 1 40,-2-1 1,0 0-1,0 0 1,0 1-87,0-1 1,-1 1-67,-1 1 0,-4 0-54,-4 0 0,-4 3 56,0 2 1,-5 1 115,1 1 0,-6 1-435,-1 1 1,-2 3-404,-1 4 0,2 3 431,1 4 0,2-1 42,-3 4 1,7 0 121,0 2 0,7-1 16,2 1 1,3 0-28,3 0 0,1-3 28,6-2 1,2-2 52,7-2 1,0-2 90,7-3 1,2-1-14,2-1 1,1-2-19,-1-3 1,0-3-29,2-2 0,-2-2-130,0-2 0,-1-1-165,-2-2 1,1-2 15,0 0 1,-3 1-215,-2-1 1,-4 0 141,-3 3 283,-1-3 0,-29-6 0,-7-1 0</inkml:trace>
  <inkml:trace contextRef="#ctx0" brushRef="#br0" timeOffset="1530">1526 446 7701,'-10'0'302,"3"0"1040,-3 0-1027,6 0 0,1 0-163,6 0 1,4 0-7,4 0 0,5 0-70,3 0 0,1 0-559,1 0 0,3 0 24,2 0 0,1 0-183,4 0 1,0 0 641,1-3 0,12-1 0,-1-3 0</inkml:trace>
  <inkml:trace contextRef="#ctx0" brushRef="#br0" timeOffset="1682">1951 516 7701,'0'7'563,"0"1"156,0 1 1,3 0-287,-1 2 1,0 1-57,-2 2 0,0 2-194,0 0 1,0 1-352,0-3 1,0-1-432,0 1 0,0 0 249,-3-3 0,3-1-879,-3-3 1229,2-3 0,1-1 0</inkml:trace>
  <inkml:trace contextRef="#ctx0" brushRef="#br0" timeOffset="2093">2321 377 7701,'0'-4'0,"2"0"102,0 2 1,4-1 229,-1-2 0,1 2-93,1 3 0,0-3 7,0 1 0,3 0-25,1 2 1,2 0-46,1 0 0,0 2 25,0 0 0,0 4-54,0-1 0,-3 3-99,-2 1 0,-2 3 33,-2-3 0,-2 4-231,-3-2 1,-2 0-271,-2 1 0,-5-1 108,-7 0 1,-1 0-57,-2-2 0,2-3 76,0 1 1,3-3-139,0 1 1,1 0-391,4-2 161,0-1 659,2-2 0,3-1 0,2-1 0,22-14 0,8-7 0</inkml:trace>
  <inkml:trace contextRef="#ctx0" brushRef="#br0" timeOffset="2333">2634 335 7701,'0'-7'1443,"0"0"-1181,0 0 1,-3 3-183,-1 2 1,-3 1 186,-3 1 1,2 3-26,-4 2 1,1 2 90,-3 2 0,0 1-140,0 2 0,3 1-169,2-1 1,2 1 0,2 1 0,0-3-239,2 1 0,1-1 40,2 0 0,5-1-208,2-3 1,6 0 128,1 0 1,3-3-185,4-2 0,0-1-662,0-1 1,0 0 193,2 0 905,-1-3 0,5-13 0,-2-7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0:14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51 340 7765,'-1'-6'250,"-1"1"523,1 2-502,-2 3 1,0 1-8,1 1 0,-1 3-268,0 4 1,2 2 54,-4 3 1,3 1 70,-3 2 0,3 0-65,-3 2 0,2 2-167,-1-2 1,2 1 32,0 1 1,1 1-151,1-1 1,0-3 119,0-1 1,0-2-155,0-1 1,2-1 70,1-1 0,2-4 151,0-3 1,1-4 15,1 2 0,0-2-16,1-1 1,-3-4 7,2-4 0,-1 1 25,3-5 0,-1 0 12,-1-2 1,3-3-80,-1 1 1,1-3 13,-3 2 1,0-3-10,0 1 1,0 1 63,0-1 0,-2 0-3,-1-2 1,-1 3-16,2 1 1,-4 5 2,2 0 0,-3 6 18,0-1 87,0 4 0,0 1-41,-3 4 1,2 3-36,-4 4 1,2 5-5,-1 2 1,1 4-65,-1-1 1,1 4-120,-1 1 1,2-1 22,0-1 0,1-1-142,1 0 0,3-2 177,2 0 0,2-4 33,2-1 0,0-3 230,3-4 0,0-3 151,2-1 0,0-7 239,0-3 1,-2-6-174,0-6 0,0-1 213,2-2 1,-3-1-242,-2-1 1,-1-2 15,-1 2 0,-2-3-324,0 1 0,-4 3-251,2 1 1,-2 3 124,-1 5 0,0-1-1329,0 5-734,0 1 2164,0 5 0,0 23 0,0 8 0</inkml:trace>
  <inkml:trace contextRef="#ctx0" brushRef="#br0" timeOffset="367">406 496 8158,'4'0'868,"1"0"0,-3 0-687,3 0 0,-3 0 181,3 0-156,0 0-334,5 0 0,0-2 30,2-1 1,-1-2-215,-1 0 1,-2-1 53,4-1 1,-3 0-180,0 0 0,0-3 233,1 1 1,-3-3-44,0 2 0,-1-1-67,-4 1 0,1-2 198,-3 3 0,0-1 157,0 3 1,-6 1-68,-1 1 0,-2 2 136,2 3 0,-3 0 7,-2 0 1,1 6 165,-1 1 0,1 4 157,0-2 0,-2 4-176,3-1 0,1 3 163,2 2 0,0 2-79,0-3 1,0 3-46,3-2 0,1-1-62,6-1 1,1-1-2,3 0 0,4-3-192,3-1 1,1-3-191,4-3 0,0 0-219,2-4 0,-2-4-517,0-4 0,-1 1 878,1-5 0,11-32 0,0-9 0</inkml:trace>
  <inkml:trace contextRef="#ctx0" brushRef="#br0" timeOffset="1207">1158 305 7842,'-3'-4'794,"2"1"-550,-1 6 0,-2-1-125,2 5 1,-3-1 15,3 6 0,-4 0-61,2 2 1,0 1-135,-1 2 1,3 1 55,-3 3 1,3 0-211,0 1 0,1-3 0,1 0 0,0-4 14,0 2 1,3-3 65,2-2 0,1-4 122,1-3 0,1-4-16,-1 2 1,0-3-5,0 0 0,0-3 94,0-2 0,1-3-59,1-2 1,-1-2 31,2 0 1,-2-2-62,-1 0 0,1-3-1,1-2 0,-3 2-49,1 0 0,-3 0 64,1 0 0,1 0-10,-1 0 0,-2 3 59,0 0-15,-2 0 1,1 6 27,0-2 30,1 6-296,-3 0 182,-4 11 1,4-3-5,-3 6 0,0-1-11,1 0 1,-3 2-86,3 3 1,-3 1 67,3-1 1,-1 0-90,3 0 1,-2 3 35,0-1 0,-1 2-124,3-2 1,1-1 268,1 2 0,0-5-85,3 0 0,-3-3 624,3 0 1,-1-4 601,4-3-308,-1-1 0,1-5-392,1-3 0,-1-2 36,1-5 1,-1 1-187,-1-6 1,3 2-98,-1-2 1,1 1-390,-3-1 1,0-3-145,0 3 1,0-3-334,0 3 0,0 2 91,0 0 1,-2 3-525,0 2 1,-1 2-63,1 3 1141,1 3 0,-2 17 0,3 6 0</inkml:trace>
  <inkml:trace contextRef="#ctx0" brushRef="#br0" timeOffset="1641">1619 361 7765,'0'-11'57,"1"1"149,1 3 0,-1 0-74,2 0 1,-3 0-24,0 0 0,0 2 188,0 0 1,0 3-148,-3-3 0,-1 3-71,-3 0 0,0 1 49,0 1 1,0 3-132,0 2 0,-3 2 96,1 3 0,-1-2-129,3 4 1,0 0 34,0 2 1,0 0-118,0 1 0,2-1-132,0 0 0,4-1 63,-2-1 0,3 2 10,0-3 0,0 0 84,0-2 0,0-1-22,3-1 1,1-3 80,3-2 0,0-1-5,0-1 0,1-3-71,1-2 0,-1-2 4,2-2 0,0-2 31,-1-3 1,3 2 29,-2 0 1,-1 0 2,-2-2 0,0 0 14,0 0 1,1 0 69,-1 2 0,-3 0-57,1 5 1,-2-1 195,1 3-132,-2 2 41,1 0-184,-3 9 0,0-1-42,0 7 1,0-1-137,0 1 1,0 2 117,0-3 1,0 2-109,0-1 1,0 1 261,0-1 0,0-2 0,3 4 0,1-3 0</inkml:trace>
  <inkml:trace contextRef="#ctx0" brushRef="#br0" timeOffset="2298">1804 333 7765,'4'-7'596,"-2"0"1,-1 2-78,-1 0-65,3 4-330,-2-2 0,2 6-33,-3 1 0,1 4-48,1 1 1,-1 0-170,1 2 1,-1 1-282,-1-1 1,0 3 169,0-2 1,0-1-15,0 0 1,2-2 203,1 1 0,-1-3 173,-2 1 0,0-4-164,0 1 28,3-3 0,-1 1-11,3-3 0,-3-1 32,3-1 1,-3-5-206,3-2 0,0-3 138,2 3 1,0-4-28,0 1 0,0-1 85,0-1 1,0-3 111,0 0 1,3 1-144,-1 2 1,1 0 113,-3 2 0,0 2-65,0 3 1,0 1 224,0 1-130,-3 2 0,2 4 100,-4 1 1,0 4-89,-2 4 1,0 2-52,0 0 1,0 1-48,0-1 1,1 1 10,1-1 1,-1 1-90,2-2 0,1 2 72,0-4 0,0 1-19,1-3 1,0-1 5,2-1 1,0 1-5,0-4 0,0 0-139,0-2 1,3 0 85,-1-3 1,3-3-395,-3-4 1,4-2 124,-1 0 0,0-2 0,0-3 1,1 1 130,-4-3 0,4 0 17,-1-5 1,-2 1-12,0-3 0,1-2 80,0-3 0,0-2 97,1 2 0,-3 1-5,0 4 1,-3 6 919,-1 5-461,-4 4 1,2 7 764,-6 2-795,-1 11 0,-3-2 145,0 9 0,0-1-149,0 4 0,2 0-154,0 2 1,1 2-107,-3 1 0,2 2-79,0-2 1,4-1-174,-2-1 0,2 0 51,1 1 0,0 0-243,0 0 0,1-1-14,2-4 0,0 2-233,5-3 0,-1-4 74,3-3 0,-2-6-387,1-1 1,2-3 256,-2 0 0,3-6 589,-3-3 0,10-26 0,0-7 0</inkml:trace>
  <inkml:trace contextRef="#ctx0" brushRef="#br0" timeOffset="2474">2173 212 7765,'-7'-1'2232,"0"-1"-1528,3 1 0,1-3-397,6 2 0,4 1-408,5-1 0,4 0-84,3 0 1,2 0-337,3-2 1,0 1 520,3-1 0,22-11 0,4-4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1:42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79 285 7825,'-2'-5'0,"-2"1"852,0 1 8,3-3-322,-2 6-359,0-4 0,2 5 12,-2 2 1,2 1-32,-2 6 1,3-2-139,-3 4 1,0 0 54,1 2 1,-3-2-220,3 0 0,-3 0 34,3 2 0,-3-1 29,2-1 1,-1 1-109,1-4 0,-1 1 61,1-3 1,-1 0-56,1 0 1,1-2 9,2-1 87,0-2 0,0 0 1,0-4 0,3-2 16,2-3 0,1-1-11,1-1 1,1-2-30,1 0 1,0-3-78,3 2 1,-3-1 67,3-1 0,-2 0-24,2-1 0,-1 1 35,0 0 0,2 3-11,-4 1 0,1 3-24,-3-1 259,0 1 77,-3 3-116,2 1 0,-5 6 18,2 2 1,-3 1-73,-3 2 1,2-1 104,-1 0 0,-1 2-113,1 1 1,-1-1 6,3-2 1,0 3-20,0-1 1,0 1-18,0-3 30,0 0 31,0 0 1,1-1-9,1-1 0,0-2 96,3-3-51,-1 0 1,6-3-121,-1-2 1,1-1 3,-3-1 1,3-3 25,2 1 0,1-3-91,-2 3 0,3-3 222,-2 2 1,-1-2-30,0 0 0,-2 2 134,1 0 0,-3 3-97,1 2 0,-4 0 352,1 2-251,-3 1 16,1 2 0,-2 1-147,1 1 0,-1 3-91,1 4 1,-1-1-318,-1 2 1,1 0-14,1 0 1,0-1-181,2-2 1,-2 3 138,0-1 1,2 0-73,1-1 1,-1-4 6,1 1 1,-3-3 420,3 0 0,-3-1 0,3-1 0,18-25 0,8-7 0</inkml:trace>
  <inkml:trace contextRef="#ctx0" brushRef="#br0" timeOffset="149">505 256 7825,'4'-11'-179,"2"1"1,-3 3 676,2 0 805,1 3-855,-2 1 0,1 3-190,0 3 1,-4 2-225,2 4 0,-2 0-90,1 3 1,-1-3-297,2 3 1,-3 0 123,0 2 0,-2 0-97,0 0 1,-3 0-158,3-2 1,-2 0 481,2-2 0,-2-7 0,-3-4 0</inkml:trace>
  <inkml:trace contextRef="#ctx0" brushRef="#br0" timeOffset="299">597 86 7825,'0'-11'-185,"-2"1"-476,-1 3 92,1-1 569,2 5 0,3 0 0,2 6 0,14 23 0,4 8 0</inkml:trace>
  <inkml:trace contextRef="#ctx0" brushRef="#br0" timeOffset="855">668 278 7825,'-1'7'49,"-1"0"1,0-2 109,-2-1 0,2 1 35,0 2 1,0 3 260,0-1 0,1 0-99,-2-1-313,3-1 1,0 0 96,0 0-93,0-3 0,0-1-143,3-3 1,1 0 17,3 0 1,0-1-180,0-1 0,0-3 102,0-4 0,3 0-51,-1-3 1,1 3 39,-3-3 0,2 0-104,1-2 1,0 2 192,-1 0 1,0 1 24,3-1 0,-3 2-1,0 3 0,-1 1 49,-1 1 0,0-1 174,0 4 0,-2 0 8,0 2 35,-1 3 0,1 1-77,0 3 0,-4 2 108,2 1 1,-2 0-188,-1-1 1,0 0-34,0 3 1,0-3 4,0 0 0,0 0-66,3 0-164,-2-1 1,4 2 49,-3-3 0,4-3-142,-1-1 0,1-2-33,1-1 0,0 0-168,0 0 1,3-4 257,-1-3 1,3-1 235,-2-1 0,0-2-20,-1-1 1,0-1 19,3-2 0,-4 2 74,2 1 1,-2 0 239,-1 2 0,0-2 305,0 3 0,-2 2-194,0 2 0,-3 3 271,3 0 1,-3 1-257,3 1 0,-4 1-229,2 1 1,-2 2-147,2 4 0,-3-1 111,3 0 0,0 2-66,-1 1 1,1 0-86,0-1 0,-2 0-361,1 3 0,1-3-84,-1 0 1,2-1-1317,-2-1 1736,2 0 0,9-9 0,2-3 0</inkml:trace>
  <inkml:trace contextRef="#ctx0" brushRef="#br0" timeOffset="1024">1136 100 8032,'-11'-11'517,"2"-2"-777,4 4-805,-1 0 622,5 5 443,-2 0 0,12 8 0,3 0 0</inkml:trace>
  <inkml:trace contextRef="#ctx0" brushRef="#br0" timeOffset="1675">1250 207 10108,'3'7'675,"-1"0"-553,2 0 0,-1 2-117,2 1 1,-2 2 172,2-3 1,1 3-451,-4-3 0,3 1-197,-3-3 0,3 0 153,-3 0 69,4 0 1,-5-3 19,4-1 0,-3-3 4,3 0 0,-1-3 60,1-2 0,1-3-20,-1-2 0,-1-2 128,1 0 0,-3-2 121,3 0 1,-1 2-43,0 1 0,3-1 147,-3-2 1,0 3 43,-2 1 0,1 2 97,-1 1-236,4 0 0,-2 3 21,3 2 0,-2 2 117,-1 2 1,0 2-172,1 3 1,1 1-5,-1 1 0,2-1-2,0 2 1,0 1-117,0 1 0,-1-2-81,-1-1 0,1 2 14,-1-2 1,1 1-7,1-3 1,0-1 76,0-1 1,-2 0-30,0-2 0,-3-1 22,3-2 1,-3 0-8,3 0 1,-2 0-47,1 0 1,-1-3-106,1-2 0,-1-1 116,1-1 0,-1-1 52,2-2 0,-1 2 101,3-1 0,-2-1-59,0 0 0,-3 1 125,3 2 1,-1-3 101,1 1 140,1-1 1,-3 3 226,2 0 269,1 3-182,-5-2-273,5 5-371,-2 1 0,1 5 66,0 4 0,-3-1-186,3 2 1,-3-2 76,3 2 1,-3-2-88,3 1 1,-1 1-413,1 0 0,1-1 23,-1-2 1,-1 0-177,0-3 0,1 2 426,2-4 0,0 1 262,0-3 0,13-16 0,3-4 0</inkml:trace>
  <inkml:trace contextRef="#ctx0" brushRef="#br0" timeOffset="1867">1818 150 7825,'0'-7'1684,"0"2"-854,0 0 5,0 4-67,0-2-525,3 9 0,-1-1 13,2 7 1,-1-2-183,1 1 1,0-1-198,1 2 1,1 0-309,-1 2 0,1-2-591,-2-1 1,3 1 406,-3-1 615,3 0 0,12-14 0,4-2 0</inkml:trace>
  <inkml:trace contextRef="#ctx0" brushRef="#br0" timeOffset="2009">1782 22 7825,'-4'-7'-523,"-2"0"523,5 0 0,14 15 0,7 5 0</inkml:trace>
  <inkml:trace contextRef="#ctx0" brushRef="#br0" timeOffset="2642">1946 114 7825,'3'-7'60,"-2"3"56,4-1 1,0 3 12,2 0 1,1 1 58,1 1 1,-1 0-81,2 0 1,0 0-56,-1 0 0,1 3-209,-3 2 0,0 1 135,0 1 1,-3 0-33,-2 1 1,-1 1 33,-1 0 1,0 2-195,0-2 1,0-1 85,0 2 0,0-3 126,0 1 1,1-1 26,1 0 0,-1-3-5,1 1 88,2 0 0,0 1-84,3-1 0,0-1 5,1-2 0,-1-1-41,3 1 1,1-1-134,3-1 0,0 0-16,-3 0 1,3-1 81,-2-1 0,2 0 6,2-2 1,-1 1 60,-1-1 0,0-1 92,-2-2 1,1 0-34,1 0 1,-2 0 172,0-1 1,-3 1-96,0 0 0,1 0-12,0 0 1,-3-2-11,-2-1 1,-3 1 85,3 2 50,-4-1 1,2 2-13,-6 1 0,-1 0 73,-6 3 1,2-1-81,-4 3 1,0 0 94,-2 0 0,2 3-56,0 2 1,3 1 111,-3 1 1,4 1 37,1-1 1,0 2-78,5 1 1,0 1 3,2-1 0,0 2-182,0 0 0,6-1-82,3 1 0,7-1-189,3 1 1,5-2-437,2-3 1,2 0-35,3-3 1,-2 0-693,2-4 0,-5-4 237,-2 0 0,-3-3 60,-2 0 981,-2-3 0,4-10 0,1-6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1:41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58 7794,'0'-8'23,"0"1"0,-1 0 1,-1 0 409,0 0 0,-1 2-92,3 1 0,0 1 618,0-2-286,0 4 167,0-2-429,0 9 1,0 3-204,0 7 1,0 2-138,0 4 1,0 2 64,0 2 1,0 3-104,-3 1 1,2 0-150,-4 0 0,0 2-487,-2-1 1,0-4-395,0-3 0,2-4-118,1-3 100,2-1 1,-2-11 1014,2 0 0,1-41 0,-2-12 0</inkml:trace>
  <inkml:trace contextRef="#ctx0" brushRef="#br0" timeOffset="384">1 199 7825,'0'-4'492,"0"-1"-522,0 3 1,1-3-197,1 3 1,0-1 152,6 3 1,-2 0 41,6 0 1,-1 0 32,4 0 1,2 3 1,2-1 0,2 1-137,3-1 1,-2 0 33,2 3 1,-2-4-44,-1 2 0,-3 0 61,-1-1 40,-5 4 0,-5-2 62,-5 3 1,-2 0 164,-2 0 1,-5 1-65,-2 1 1,-4 0 154,1 3 1,1-3-23,0 3 0,3-2-100,1 1 1,3-2-55,4 1 1,0-3-22,3 1 1,4-4-114,5 1 0,1-3 203,1 0 0,3-2 82,-1-2 1,3-5-107,-5-2 1,1-4 140,-6 1 0,1-1-116,-3-1 0,-3 0 30,-2-1 0,-4 1-147,-3 0 1,-4 1-205,-3 1 0,-3 2-212,-1 6 1,0 0-253,-3 4 1,3 0 613,0 0 0,10 13 0,4 3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1:46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32 7764,'0'-7'539,"0"0"878,0 0-460,0 0-563,0 3 0,1 4-14,2 5 0,1 4-50,3 3 0,1 4 77,1 0 1,-1 4-203,1-1 0,2 2-145,1 3 0,-1 0-199,1 3 1,-3-1-419,0-2 0,-1 1-698,-1-3 0,-2 0 436,0-6 1,-4-2-792,2-5 1610,-3-1 0,0-20 0,0-4 0</inkml:trace>
  <inkml:trace contextRef="#ctx0" brushRef="#br0" timeOffset="642">28 224 7764,'-7'-7'242,"0"0"0,1 0 416,1 0 1,2 2-264,3 0 1,0 3-183,0-3 0,3 1-99,2-1 1,4-1 38,0 1 0,4-1-100,2-1 1,-1 2 5,2 1 1,2-1-265,-2-2 0,3 0 27,-2 3 0,-1 0-224,-1 4 0,-1 0 122,0 0 0,-3 1 159,-2 2 1,-1 1 167,-4 6 1,2-1-53,-4 2 1,4 4 146,-2 1 1,0 1-71,1 0 0,0-2 6,2 2 0,2 0-31,1-1 0,2 1-18,-3-3 1,3-3-111,-3-1 1,3-5-32,-2 0 0,0-3-132,-1 0 1,-1-1 20,2-1 1,-2-1-501,-1-1 461,0-2 1,-1-3-15,-1-1 1,0 4-123,-2-1 39,2 3 617,-1-4 0,1 5 63,0-1 240,-1 1-359,4 1 0,-1 0 152,0 0 0,0 2-139,0 1 1,0 2 27,0-3 1,3 3-68,-1-3 0,4 3-28,-1-3 0,1 3-141,1-3 0,0 1 83,1-3 0,0 0-110,1 0 0,2 0 9,4 0 1,-4-4-144,1 0 0,-3-3 16,1 0 0,-2 0-142,-1 0 0,-2-1 97,0-1 0,-4 0-25,2-3 0,-3 4 49,-3-2 1,0 1-118,-4 0 0,-1 3 386,-2-1 1,0 5 143,-5 0 1,-2 1 186,-2 1 1,1 1 27,0 1 1,1 2 242,-2 3 0,3 1-207,-3 1 0,3 2 96,0 4 0,4-4-224,3 1 0,1 0-66,1 2 1,1 0-231,4-2 0,4 0-127,7-2 0,6-1-285,4-2 0,1-3-93,2-1 0,-1-3-431,1-3 1,-1-2-842,0-4 0,-2-2 213,-3-3 1483,-4 0 0,5-16 0,-2-4 0</inkml:trace>
  <inkml:trace contextRef="#ctx0" brushRef="#br0" timeOffset="1060">1384 32 7764,'-4'-7'771,"-1"0"461,2 0-744,1 3-165,2 1 1,0 9 160,0 1 1,3 4-127,2 1 0,2 5 111,2 2 0,2 1-259,4 2 0,-4-1-193,1 0 0,0 1-824,2 2 1,0-2-25,1 2 0,-2-3-456,-1-2 0,-2-5 633,-3-4 0,0-3 654,0 1 0,13-20 0,3-5 0</inkml:trace>
  <inkml:trace contextRef="#ctx0" brushRef="#br0" timeOffset="1326">1767 167 7764,'-7'0'186,"0"0"0,0 0 31,0 0 0,0 0-26,0 0 0,0 3-41,0 2 1,-1 1 25,1 2 0,1 1 3,1 0 0,2 3-5,3-2 0,0 2 25,0 0 1,6-2-5,1 0 0,2-3-1,1-2 1,0-2-84,2-3 1,0 0-52,-2 0 0,-1-3-244,-2-2 0,-2-4-464,0 0 1,-4-3-83,2 3 0,-2-3 105,-1 2 0,0-2 625,0 3 0,-10-13 0,-2-1 0</inkml:trace>
  <inkml:trace contextRef="#ctx0" brushRef="#br0" timeOffset="1635">1973 103 7764,'0'-4'831,"0"-1"235,0 0-672,0-2 1,-1 3-140,-1 2 1,-2 1-27,-3 1 1,-1 0 12,-1 0 0,0 1 79,-3 1-285,3 2 1,0 3-73,4 0 0,0 1-338,2 2 1,2-2 80,3 1 1,0-1 158,2-1 0,4 1-6,1 1 1,3-1 76,-3 2 1,3-2-41,-2-1 1,2 0 74,0 0 1,-2 0 166,0 0 0,-5-1-128,0-1 1,-3 1 267,0-1-640,-1-2 0,-4 3-180,-2-4 0,-2 1-368,-3-3 1,2 0 346,-1 0 562,1 0 0,-9-13 0,-1-3 0</inkml:trace>
  <inkml:trace contextRef="#ctx0" brushRef="#br0" timeOffset="1961">2186 68 7764,'-5'-4'188,"1"2"-26,-4-2 0,0 3-84,-2-1 1,2 1 199,-2 1 1,2 1-27,-1 1 1,3-1 170,2 4-314,-1 0 0,1 2-205,2 0 0,1 0 38,1 0 0,3 0-203,2 0 1,2 1 139,2-1 0,0 0-68,3 0 1,-3 0 94,3 0 0,-1 0 0,1 0 1,-1 0 21,-2 0 1,-3 1 163,1-1 0,-2 0 37,0 0 1,0-2-71,-3-1 1,0 0-129,-4 1 1,-2 1-171,-3-1 1,-3-2-389,1 0 1,-4-2 626,1 1 0,-14-7 0,-4 0 0</inkml:trace>
  <inkml:trace contextRef="#ctx0" brushRef="#br0" timeOffset="2218">2584 252 7764,'3'-4'0,"-3"1"0,3 0 0,1-1 0,0-3 0</inkml:trace>
  <inkml:trace contextRef="#ctx0" brushRef="#br0" timeOffset="2372">2605 132 7764,'-3'-7'71,"1"0"9,-3-1 35,4 1-1384,-2 3 1269,3 1 0,6 10 0,2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1:57.4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333 426 7858,'1'-14'-416,"1"0"223,0 3 1,0-3 480,-2 2 0,0 0-162,0 0 1,0-1-37,0 4 0,0-3 45,0 3 1,-3-1 14,-1 3 1,-3 2-77,0 1 0,-3 2-81,-2 0 1,-1 4-76,-2 3 0,-3 5 61,-3 4 0,-1 3-77,-4 5 0,1 2 140,-1 2 1,-1 5 44,3 2 1,1-1-89,4-2 1,3 0 16,4-2 0,5-2 41,5 0 0,2-9 5,5 0 0,3-8 129,6-2 1,7-3-69,2-4 0,4 0-153,2 0 1,0-5 41,1-2 0,0-6-129,4-1 1,-5 0 1,-1-3 0,-3 0-216,-6 0 1,-2 0-40,-3 0 0,-6 3-234,-3 0 1,-5 1 603,-5 3 0,-28-2 0,-13 1 0</inkml:trace>
  <inkml:trace contextRef="#ctx0" brushRef="#br0" timeOffset="182">57 497 7858,'-4'0'0,"-3"0"228,7 0 0,-2 0 378,7 0 1,3 0-493,6 0 0,3-2-457,2-1 1,4-2-564,1 0 1,2 1 905,0-1 0,24-9 0,6-5 0</inkml:trace>
  <inkml:trace contextRef="#ctx0" brushRef="#br0" timeOffset="585">277 57 7377,'-11'0'-1220,"3"1"1027,-1 1 0,1 0 209,1 2 1,0-1 18,0 2 1,0-1 6,3 3 1,-2 0-42,4 1-2,-4-1 1,6 0 0,-3 0 0,2-3 0,1-1 0,0-3 0,4 0 0,-4-3 0,3-2 0,0-1 0,-1-1 0,4 0 0,-2-1 0,0-1 0,1 0 0,-1-3 12,1 2 0,1 1 8,-1 2 0,1 0 366,1-1 0,0 1-107,0 0 0,1 3 5,2 2 0,-1 1-250,2 1 0,0 1-254,1 1 1,2 5 41,-3 5 1,5 2 177,1 3 0,34 23 0,7 9 0</inkml:trace>
  <inkml:trace contextRef="#ctx0" brushRef="#br0" timeOffset="941">844 405 7919,'7'-3'-385,"1"0"599,-1-1 1,0 2 476,0-3 0,3 3-284,2-3 1,-1 4-362,1-2 1,0 2-339,2 1 1,0-2-190,0 0 0,0-1 481,-3 3 0,0 7 0,-4 0 0</inkml:trace>
  <inkml:trace contextRef="#ctx0" brushRef="#br0" timeOffset="1111">851 476 8309,'8'-1'778,"-1"-1"0,1 1-756,1-2 1,3 3 15,4 0 1,3 0-167,2 0 0,1 0-1661,2 0 1789,-2 0 0,21-4 0,2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2:00.0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164 349 7828,'0'-7'-84,"0"-1"233,0 1 206,0 0 44,0 0-258,0 3 1,-1 1-132,-2 3 1,0 0 54,-5 0 1,-1 3-84,-1 2 1,0 2 60,1 3 1,-2-2-125,-3 4 0,2 0-28,0 2 0,1 1 69,-1 2 1,-1-2 15,4 1 1,2-1-41,2-1 0,4-2-146,-2 0 1,2-3 112,1 0 1,4-3 17,0-2 0,3-2 54,0 0 0,3-4-3,2-3 0,-1-2-99,1-2 1,-1 0 124,4-3 1,-2 1 6,-1-1 1,0-1-32,-2 1 0,2-1 14,-3 2 0,0-2 20,-4 4 1,0-1 2,-2 3 10,2-3 168,-4 2-30,2 1-111,-3 4-21,-3 3 1,2 3-6,-1 1 1,1 3-5,1 0 1,0-2-34,0 3 0,0-3-4,0 4 0,0 0-24,0 1 1,0-2-133,0 4 0,0-3-130,0 0 0,0 2 10,0-2 0,0 0 295,0-1 0,1-4 0,1 1 0,-1-3 0,18-15 0,0-7 0</inkml:trace>
  <inkml:trace contextRef="#ctx0" brushRef="#br0" timeOffset="309">320 306 7828,'7'-3'-661,"0"2"830,0-2 0,-3 4-19,-2 1 0,2 2-87,-2 3 0,0 1-90,-2 2 1,0 1 57,0 3 0,0 0-111,0 0 0,0 0 75,0 1 0,-2-1-6,0 0 0,-3 0-59,2 0 1,-1-3 211,1-1 132,-2-2 1,3-2 90,-3-1-34,4-2 0,-2-7-47,3-3 0,0-1 147,0-4 0,0 0-197,0-2 1,3-1-43,2-1 0,3 0-168,2-3 1,2 3-176,0 0 1,2 1-381,0 0 0,0 4-18,0-1 1,0 5-561,1 0 0,-1 5 1109,0 0 0,3 13 0,1 5 0</inkml:trace>
  <inkml:trace contextRef="#ctx0" brushRef="#br0" timeOffset="811">739 377 7828,'-3'-7'362,"1"0"1,-1 2-157,3 0 0,0 3 153,-3-3-94,2 1 1,-4-4 25,3 1 1,-4 3-182,1-1 0,1 3 22,0-3 0,-2 3-33,-3 0 1,1 1-36,-2 1 0,0 0-204,1 0 1,-4 3 49,1 2 1,0 1-121,0 1 1,-1 0 39,4 1 1,-3-1-41,2 3 1,1-2-84,2 1 0,2 0 44,0 0 0,4-1 17,-2 2 1,3-5 169,0 0 1,1-3-7,4 0 0,0-1-31,7-1 0,0 0 19,2 0 0,0-3-5,1-2 1,-1-1 13,0-2 1,-3 4 154,-1-1 0,0 0 45,-1-2 0,1 2 74,-3 1 0,0 1-135,0-1 0,0 1 50,0-1 1,-2 2-68,0 0 1,-1 1 103,4 1 1,-4 0-62,1 0 0,0 3 14,2 2 0,0 1-156,0 1 0,-1 1 11,-1 1 1,1 2 16,-4 1 0,0 1 106,-2-1 1,0 1 10,-3 1 1,-2-2-58,-7 0 1,-1-1 2,-6 1 0,0-2-135,-2-3 1,-3-2-199,-2 0 1,2-1-495,3 0 1,3-1 97,6-6 686,5-1 0,33-22 0,9-4 0</inkml:trace>
  <inkml:trace contextRef="#ctx0" brushRef="#br0" timeOffset="1526">1001 285 7828,'-5'2'86,"1"1"0,0 0 224,-1-1 1,-1 0-149,1 2 0,1 1 14,-1 2 1,1 0-63,0 0 0,-2 3-138,4-1 0,-1 2 111,0-2 0,2 0-95,-1 3 0,0-4 43,0 2 0,1-2-266,-1-1 33,1 0 1,1-3-125,0 1 34,0-3 116,0 1 79,3-6 1,-1-1 9,3-3 1,2 0-84,2 0 1,1-1 77,0-2 0,1 0 11,3-2 0,0-1-113,1 1 1,-1-1 161,0 1 0,0-1-10,0 1 0,0 2 21,1 1 0,-3 1 149,-1 4 0,-4 1-57,0 3 128,-2 0 0,-1 3-109,-1 1 0,-3 3 79,-3 0 1,-1 2-137,-3 1 1,2 2-25,1-3 0,-1 3-11,-2-3 0,0 3-12,0-2 0,2-1-16,0-2 0,3 0 34,-3 0 0,3 0-18,-3 1-50,3-4-4,-4 2 11,5-5 0,-1 2 15,4-3 0,1-3-81,2-2 1,4-1 101,-2-2 0,2 1-10,1-3 0,1 1 12,3-2 1,0 0 3,1-1 0,0-2 18,1 3 0,-1-1 11,2 1 0,-2 2 238,-1 0 1,0 1-17,0 1 1,-3 2 4,-1 0 0,-2 3 54,-1 0 18,-3 1 0,1 2-168,-2 1 0,-1 2-27,-2 4 1,-1-1-247,-1 0 0,-1 2-117,-2 1 1,-1 0-136,1-1 0,1-1 140,-1 2 1,1 0-136,-1-1 1,0 1-392,3-3 762,-1 0 0,10-9 0,0-3 0</inkml:trace>
  <inkml:trace contextRef="#ctx0" brushRef="#br0" timeOffset="1717">1519 185 8139,'0'-4'1249,"0"-1"-323,0 3-491,0-1 1,0 10-644,0 2 0,0 1-32,0 2 1,-2-1-453,0 1 1,-4 1 91,1-1 0,1 2-830,0 0 1430,2-3 0,-11 9 0,2-2 0</inkml:trace>
  <inkml:trace contextRef="#ctx0" brushRef="#br0" timeOffset="1877">1619 58 7828,'0'-14'670,"0"2"-708,-4-1-892,4 5 121,-3 1 609,3 4 1,3 19 0,1 3-1</inkml:trace>
  <inkml:trace contextRef="#ctx0" brushRef="#br0" timeOffset="2425">1732 164 8244,'-5'0'1358,"1"0"-1220,2 0 1,-3 1-92,2 1 1,0 2 120,1 3 0,0 0-57,-3 1 0,1-1-23,0 3 0,-3-1-199,3 2 0,-3-1 138,0 2 1,0-4-166,0 2 0,2-2 100,1-1-31,2 0-263,-1-3 278,3-1 0,2-4-132,1-1 0,5-2 99,-1-3 0,2 0-74,1 0 1,-2 0 10,4-1 0,0-1-113,2-1 0,0 0 251,0 1 0,1 1-133,-1-2 1,2 0 554,1 1 1,2-3 2,-3 2 0,0 3 188,-4 3 0,0 1-2,-5-2-237,2 4 1,-9 1 14,3 5 0,-2 3-149,-1 2 0,-1 2-160,-2 0 1,2-1-595,-4 1 1,3 0-334,-3 2 1,3-3 92,-3-1 1,3 0 765,-3-1 0,3 1 0,-1-3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2:04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184 136 7828,'7'0'-527,"0"0"0,-2 0 1481,0 0-469,0 0-278,2 0 0,0 0-31,0 0 0,-2 0-4,-1 0 0,0-1 185,1-1-211,1 1 0,-4-2 79,3 3 72,-4 0-289,6-4 1,-6 1 122,4-1-196,-4-3 1,3 3 53,-4-3 0,0 0-69,0 0 0,0-2 57,0-1 0,-1 0-2,-2 0 0,-1 2-144,-6-1 0,2 1-33,-4 1 1,0 1 104,-2 1 1,0 2 72,-1 3 1,0 1 6,-1 1 1,-2 5 83,-4 5 0,3 1 196,1 2 0,1 2-150,-2 2 1,6 1 69,2 2 0,2-1 68,2 0 0,3-2-138,2 0 0,4-4-70,3-1 1,2 0 25,2-5 1,2-2-140,3-2 0,1-4 5,2 2 0,-1-3-225,3-3 0,0 0-109,2-5 0,-1 1-293,-1 0 1,1-2 210,-3-1 0,-1-2-146,-2 0 1,-3 2 626,-1 0 0,-12-4 0,-2-1 0</inkml:trace>
  <inkml:trace contextRef="#ctx0" brushRef="#br0" timeOffset="193">92 164 7828,'-7'0'285,"0"0"1,2-1 1209,0-1-1318,4 1 1,-1-4 31,7 2 1,0 0-420,7 1 1,3 1-8,4-1 1,-1-2-129,1 2 1,2-3 344,0 3 0,24-7 0,1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2:07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36 7753,'1'-5'16,"1"0"1,0 0 0,1-1-1,-1 1 507,0 0 12,1 3-267,-3-1 0,-3 4-28,-2 1 1,-2 5 88,-3 5 0,-2 3-5,-4 4 0,-2 4-122,-4 8 0,0 5 134,-1 7 1,-3 7-126,-2 9 1,3 5-143,1 7 1,4-1 27,3-4 0,4-3-187,9-11 0,1-5-68,3-11 1,5-6-222,2-2 1,3-6 107,-1-3 0,0-2-222,3-5 0,-4-1 49,2-2 444,-2-4 0,2-8 0,1-5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2:10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 22 7773,'0'-5'-241,"0"1"411,0-2 378,0 3 18,0 0-446,-3 9 0,2 0 3,-1 6 0,1-3-60,-2 3 0,2-3-161,-1 3 1,1 0-1,1 2 0,0 0-50,0 1 0,-2-1-251,0 0 1,-1 0 69,3 0 1,0-2-135,0 0 1,-2-3-24,-1 3 486,1-3 0,-1 1 0,-1-3 0</inkml:trace>
  <inkml:trace contextRef="#ctx0" brushRef="#br0" timeOffset="256">19 363 7773,'-7'0'956,"0"0"-735,3 0 0,4 0 26,4 0 0,4 0-79,4 0 0,1 0-73,6 0 1,3-1 29,4-1 1,4 0-189,0-3 0,4 1-692,-1-3 1,-1 3 176,-1 1 1,-4 0-171,-3 1 0,-7-1 748,-7 3 0,-24 7 0,-7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51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25 7745,'0'-6'1565,"0"2"-1182,0 1 0,2 4-272,0 1 1,0 0-141,-2 5 1,0-2 30,0 3 1,0 2 8,0-2 0,0 4-99,0-2 0,-2 2 59,0-2 1,-3 4-172,1-3 0,0 2 120,0-2 0,2 0-45,-2 0 1,2-2-95,0-2 56,-2-1 68,4-2 1,-3-3 24,3-5 1,3-1-115,1-6 0,4 0 110,0-1 1,2-3 1,-2 0 1,0 0 51,3 2 1,-3-1 103,3-1 0,-1 4-90,1-2 0,0 2 118,-2 1 1,1 0 23,-1 4 1,1 2 259,-1 2 0,-3 2 81,-1 2 1,-3 3-147,2 3 1,-2 2-15,0 3 0,-2 1-292,0 1 1,0-1-286,0 3 0,0-3 57,0 1 0,3-3-178,-1-2 1,3-2 172,-1 1 208,2-2 0,6-12 0,1-3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53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276 26 7757,'0'-4'263,"0"0"60,0 2-345,0-3 221,0 4 1,-1-2 32,-1 3 0,-2-2-33,-2 0 1,-3 0 7,1 2 1,-6 0-64,2 3 0,-6-2-25,-2 3 1,1 1-190,-2 1 1,1 0 0,1 1 1,0-1-28,2 1 0,4-1 12,5 0 0,1-1-149,0-1 1,4 0 92,0 3 1,4-1-54,3 0 1,1 2 44,3 0 0,2-1 82,1 2 0,1-1-91,1 0 0,0-1 14,-1 2 0,1-2-70,-3-1 0,1 2 59,-5 0 0,2-1-4,-6 2 1,0-2 128,-2-1 1,-4 3 121,-2-1 0,-3 2-5,-4-2 0,-2 2 192,0 0 0,-2 2 11,2-1 1,-2 1-22,2 1 1,0-2-1,5-1 0,1-1-39,5 2 0,1-4-13,3 2 0,6-2-98,5 0 0,5-1-91,5 0 1,3-1 58,4-1 1,1-2-147,3 2 1,0-2 110,0 0 1,-2-1-359,0-1 0,-6 0-250,0 0 0,-7 2 39,-2 0 1,-4 0-975,-2-2 1490,-2 0 0,-1 0 0</inkml:trace>
  <inkml:trace contextRef="#ctx0" brushRef="#br0" timeOffset="381">148 642 7757,'-3'-3'-1939,"2"0"2149,-2 3 84,3 3 1,1 0-181,1 4 1,2-1 48,2 0 0,-2 3-114,1-1 1,-1 3-1,2-2 1,-2 2-47,1 0 1,-4 0 0,1 0 0,-1 1-225,-1-1 1,-1-2 83,-1 0 1,-2-2-164,-5-1 1,2 0 299,-4-2 0,2 1 0,-1-3 0,0 0 0,-1-5 0,-1 1 0,1-4 0,2-28 0,0-11 0</inkml:trace>
  <inkml:trace contextRef="#ctx0" brushRef="#br0" timeOffset="908">148 514 7563,'2'-1'0,"2"2"0</inkml:trace>
  <inkml:trace contextRef="#ctx0" brushRef="#br0" timeOffset="1239">295 642 7757,'4'-3'193,"1"2"122,0-3 0,-2 2-258,1 0 1,1 1-254,4 1 1,-1 0 36,3-3 0,-1 3-238,3-2 0,-1 1 258,-1 1 0,1 0 139,-1 0 0,-2 6 0,0 1 0</inkml:trace>
  <inkml:trace contextRef="#ctx0" brushRef="#br0" timeOffset="1428">308 700 8733,'7'3'-189,"2"0"0,1-3-216,5 0 0,2 0 61,5 0 0,-2 0 344,4 0 0,19-3 0,8 0 0</inkml:trace>
  <inkml:trace contextRef="#ctx0" brushRef="#br0" timeOffset="1614">597 661 7757,'0'-3'2321,"0"-3"-1769,0 5-301,2-1 1,2 4-13,2 3 1,1 1-157,-1 3 1,1-2-164,-1 4 0,0 0-259,1 2 1,-1-1-490,-2 1 1,2 0-740,-2 0 1567,-1 0 0,2-3 0,-1-1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4:56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 6965,'-4'0'7,"1"0"1,3 0 491,0 2-168,0-1 929,0 2-1152,0 0 0,0 0-8,0 4 1,1-1-35,1 1 0,-1-1-150,1 0 1,-1 2 72,-1 0 0,0-1-81,0 2 0,0 0-5,0 0 1,0-1 116,0-1 0,0-1-117,0 0 1,0-1 14,0-1-210,0-3-12,0 2 1,0-8 187,0-1 0,0-2 77,0 2 0,0-2-45,0 0 0,3 1 106,1-2 1,-1-1-9,2 0 1,-1 0 65,2 2 0,1 1-68,-1 0 1,3 1 102,-1-1 0,2 4 8,-2 1 0,-1 1 180,2 1 1,0 1-171,0 1 1,-1 1 58,-1 4 1,-2 2 167,0 2 0,0 1-385,-3 1 1,2-3-488,-2 1 0,1-2 33,-1 1 0,-1-2 479,4 1 0,2-5 0,3-1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18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65 296 7846,'-3'-4'8,"2"2"70,-4 2-186,1 0 1,1 2 154,0 3 0,3 1 112,0 3 0,0-2-151,0 1 0,0 2 2,0-2 0,3 3-40,1-3 0,2 1-6,0-3 1,3 1-7,-1-1 0,3 1 44,-3-1 1,3-2-12,-2-2 1,1-2-8,-1 0 0,1-2-11,-1-3 1,2-1 15,-3-3 0,1 2 4,-3-4 0,1 2 111,-1-1 0,0 2-48,-2-1 1,-1 2 133,-3 1 0,0-1-45,0 1 28,0-1-148,0 4-2,0 0 1,2 4 19,0 1 1,3 4 0,-1 5 0,0 1-85,0 1 0,1 3 34,1 1 0,0 0-15,1 2 1,-1 0 13,1 4 1,-3-2-10,0 3 0,-2-3-21,0 3 1,-2-2-8,-2-1 0,-2 0-8,-2-6 0,-4-1-18,0-3 0,-2 0 154,-1-5 0,-2 1-60,0-5 1,0 0 99,2-2 1,-2-2-78,0-3 1,3-1 100,3-3 1,2-1-102,1-2 0,2-1 15,2 0 1,2 1-37,2 1 1,5 0-123,3 2 0,3-2-251,2 3 1,-1-1-40,4 3 1,-1-1-194,5 1 1,-2 0 161,1 2 418,-1 1 0,14-8 0,3-3 0</inkml:trace>
  <inkml:trace contextRef="#ctx0" brushRef="#br0" timeOffset="573">26 59 7862,'-3'3'-694,"-3"-3"561,5 3 44,-4 0 0,3-2 121,-2 4 1,3-3 2,-1 2 1,1-2 27,1 2 29,0-2-46,0 4 1,1-6 47,1 2 9,-2-1-23,6-1 0,-4-3 5,2-1 0,-3 0 58,1 0 0,1-1 166,-1-3 0,1 1-41,-1-2 0,-1 2-74,1 0 0,1 1 77,-1 0 1,3-1-175,-1 1 0,0 0-99,0 2 0,1 1-3,1 3 0,3 1-283,-1 1 1,3 2-154,0 5 0,4 1 441,2 2 0,42 24 0,10 5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24.4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 7901,'-6'0'33,"-1"0"0,1 0 228,0 0 0,-1 0-68,1 0 1,-3 4 27,1 2 0,-2 4 37,2 5 0,1 4 0,-2 5 0,3 4 0,1 4 1,0 2-28,3 3 0,1-2-324,3-3 1,2-3-101,2-1 1,3-3-232,2-1 1,2-3 90,2-4 0,-1-1-318,3-3 0,-3-3 243,1-2 0,-1-1 408,-1-3 0,2-10 0,2-4 0</inkml:trace>
  <inkml:trace contextRef="#ctx0" brushRef="#br0" timeOffset="535">366 232 7901,'3'-3'-210,"0"-1"-606,-3-2 1234,0 0 64,0-1-293,3 1 1,1 2-64,2 2 0,0 1 19,1 1 1,-1 0-86,1 0 0,-1 1-6,0 1 0,3 2 35,0 2 1,-1 1-109,-1 2 1,-2 0-226,0 2 0,-3 1 34,-2-1 1,0 0 5,0 0 0,0 1 128,-2-1 0,-2-1-27,-2 0 0,-3-1 47,0 1 1,0-2 4,1 1 0,0-4-19,0-1 0,1 0-25,0 0-306,1-1 24,0-3 377,2 0 0,2-2 0,4 0 0,2-3 0,2 0 0,12-15 0,2-4 0</inkml:trace>
  <inkml:trace contextRef="#ctx0" brushRef="#br0" timeOffset="756">571 193 7901,'3'-6'-986,"-2"2"916,1-1 326,-2 4 0,0-2-88,-2 3 0,-2 3 142,-2 1 1,-3 2-88,0 0 0,0 2 106,1 0 1,1 0-205,-2 3 1,2-3-48,0 3 1,4 0-129,1 1 0,1 1 75,1 0 1,1-2-110,1-1 0,2 0-162,5 1 1,4-1-432,4-1 1,0-4 676,2 1 0,13-12 0,8-2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27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77 7839,'-3'-3'44,"2"0"0,-2 3 60,1 3-11,1 0 1,-4 6-9,3-1 0,0 1-129,2 0 1,0 1 24,0 3 1,0 0-212,3-1 0,0 3 91,4 0 1,0 0-79,1-2 1,2-1 216,3-1 0,20-5 0,5-3 0</inkml:trace>
  <inkml:trace contextRef="#ctx0" brushRef="#br0" timeOffset="323">206 148 7544,'4'0'-585,"1"0"690,-4 2 0,4 0 8,-3 2 1,2-2-28,-1 3 0,1-1-11,-2 2 0,3 3-41,-1-1 0,1 2-104,-1-2 1,2 1 93,-2 2 0,-1 1-89,-1-1 0,-1-2-83,-1 0 1,0 0 50,0 0 1,-3-2-68,-1-2 0,-4 0 121,0-3 43,-4 3 0,-12-16 0,-7 0 0</inkml:trace>
  <inkml:trace contextRef="#ctx0" brushRef="#br0" timeOffset="491">187 19 7900,'-5'-5'0,"1"0"0,3 0 0,-2 1 0</inkml:trace>
  <inkml:trace contextRef="#ctx0" brushRef="#br0" timeOffset="943">347 45 7831,'3'-4'-187,"-2"2"306,4 2 0,-1 0 24,2 2 0,1 2 74,2 2 1,1 3-45,3 0 1,0 4-160,-1 0 0,1 3-24,0-1 0,-3 3-141,-1-1 0,-5 0-33,-2 0 0,-2-3-280,-2 1 1,-2-2 120,-2 0 343,0-3 0,-9 0 0,-3-4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34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0 212 9522,'2'-4'511,"1"0"1,2 2-317,2 0 0,0 1 13,4-1 0,0 1-312,4-1 0,-2 1-243,2 1 1,1-1-447,-1-1 0,2 1 538,-2-1 255,0 2 0,6-6 0,3-1 0</inkml:trace>
  <inkml:trace contextRef="#ctx0" brushRef="#br0" timeOffset="918">546 26 7817,'-5'-5'0,"2"0"249,0 0-148,1 1 1,1 0 479,-1 2-359,1 2 1,-2 0-55,3 2 0,0 2 110,0 2 1,1 2-193,1 0 1,2 2-122,2 3 1,1 0-38,2 0 0,0-1-264,2-2 0,1 3-124,-1-3 1,1-1 200,0 0 0,1-2 42,0 0 0,-2-4 107,0-1 0,-4-1 13,2-1 0,-2-5 53,-1-1 1,-1-4 147,-1 1 1,-3-2 257,2 0 0,-3-1-46,0-1 0,0 2 94,0 1 1,0 0-123,-3-1 0,3 2-16,-2 2 1,-1 1 9,1-1 2,-1 4-87,3 0-330,0 9 0,3 1-1,2 6 0,0 0 139,2 2 0,1 2-260,1 2 0,1 2 2,-1 1 0,2 1-75,0-2 0,1 5 110,1-2 0,-1 2 21,-1-2 0,-2-2 84,-2 2 0,-4-3-11,-1 0 0,-2-5 205,-2-3 1,-4-1 74,-5-6 1,-1 1 147,-1-5 1,-2 0-144,0-2 1,-3-2-30,1 0 0,-1-5-23,1 1 1,2-3 63,2 0 0,1-1-50,1-2 1,2-1-8,5 0 1,1 0-222,3 0 1,4 3-8,2-1 1,6 0-158,3-2 1,5 3 17,-1 2 1,4 1-205,1 0 0,0 1 11,0 0 1,0 2 443,-3 2 0,3 1 0,-1 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33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68 167 7564,'4'-2'168,"-1"-1"914,-1-2-884,-1 0 1,3 4-370,-2-1-574,-2 1 85,3 1-297,0 0 583,-2 3 374,2 1 0,-3 5 0,0 1 0</inkml:trace>
  <inkml:trace contextRef="#ctx0" brushRef="#br0" timeOffset="198">30 360 7894,'0'4'146,"-1"0"272,-1-1 0,0 2-277,-2-1 0,3 2-150,-2 0 1,1 0 3,-1 1 0,1-1-179,2 1 0,-2-1-326,0 0-576,-3 1 1086,4-1 0,1-8 0,4-2 0</inkml:trace>
  <inkml:trace contextRef="#ctx0" brushRef="#br0" timeOffset="738">645 244 7891,'6'-6'-519,"-2"0"1,2-1 1002,-2 1 1,0-1-63,0 1 1,0-3-172,0 1 0,-1-1-53,-3 0 1,0-1 26,0-3 1,0 1-61,0 1 0,-3 0-106,-1 2 1,-3 1 54,-1 1 0,-2 2-275,-3 1 0,-2 1 25,0 3 1,-3 0 89,1 3 0,1 1 82,-1 4 1,2 3-25,-3 4 1,4 1-28,-4 4 0,6-1-33,-1 0 1,5 2 16,-1 1 1,5-1-4,2-2 0,3 0-100,3-2 0,6-1 7,7-3 1,2-3 19,0 1 0,2-6-134,1-1 1,-1-2 55,-2-2 0,0-1-78,1-1 0,-4-2-34,-1-2 1,-4-3-163,0 1 0,-3-3 459,1 3 0,-11-12 0,-2-1 0</inkml:trace>
  <inkml:trace contextRef="#ctx0" brushRef="#br0" timeOffset="927">485 244 7891,'-6'0'165,"0"0"729,2-2-708,-2 1 0,6-2-218,0 3 0,3 0 145,6 0 0,2 0-122,4 0 1,1 0 57,3 0 1,1 0-135,-1 0 1,3 0-520,1 0 1,0 0 131,1 0 472,-4-3 0,11-6 0,-1-5 0</inkml:trace>
  <inkml:trace contextRef="#ctx0" brushRef="#br0" timeOffset="1132">793 20 7891,'0'-6'0,"1"0"620,1 2 0,2 1-126,5 3 1,1 1-14,5 3 1,2 2-164,2 7 0,1-1 61,1 5 0,1 2-231,2 3 1,-1 3-170,-3-1 1,-1 2-129,-4-2 1,-3-1-355,-6 0 0,0-2-59,-4 0 1,0-4-157,-5-2 0,0-2-1429,-4-2 2147,-2-2 0,-7-17 0,-3-3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36.9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33 110 7818,'-4'-3'680,"2"2"-502,-1-2 1,1 3-45,-2 0 0,2 3-76,-2 1 0,2 5 132,-3 2 0,4 1-168,-1 3 1,1 0-68,1 2 1,1-1-154,1 1 0,1 3-108,4-3 0,0 1-332,1-3 1,0-4 274,3 2 363,0-4 0,21-14 0,6-7 0</inkml:trace>
  <inkml:trace contextRef="#ctx0" brushRef="#br0" timeOffset="259">225 180 7818,'0'4'368,"0"1"0,0-1-216,0 2 0,1 2-137,1 0 0,2 1 47,2 2 0,3 3-57,-1-1 1,0 1-4,-3-1 1,0 0-201,-3 0 1,0-2 76,-2-1 1,0-2-172,0 1 1,-3-3-289,-1-2 1,-4-1 54,-1-3 525,-2 0 0,-13-34 0,-7-9 0</inkml:trace>
  <inkml:trace contextRef="#ctx0" brushRef="#br0" timeOffset="433">200 33 7827,'0'-7'-40,"0"1"-156,0-1 0,0 3-1115,0 0 1311,0 2 0,0 0 0,14 22 0,4 4 0</inkml:trace>
  <inkml:trace contextRef="#ctx0" brushRef="#br0" timeOffset="692">328 65 8739,'0'-4'630,"5"6"-408,1 5 0,5 4 11,0 2 1,2 0-188,2 5 0,-2 2-186,2 3 0,-4 1-194,-3 0 0,-1 0-454,-3-3 0,-2 0-285,-4-4 1073,-1 2 0,-21-6 0,-4 3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41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 9144,'-3'9'10,"-3"4"221,2 7 1,1 3 226,1 7 0,1 6-186,1 9 1,0 2-78,0 3 1,4-5-342,2-5 0,1-1 73,4-3 1,0-3-94,4-5 1,-1-6-95,3-7 1,0-2-335,0-2 0,1 0 153,-3-2 441,0-4 0,15-16 0,4-7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5:41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0 186 8932,'7'-3'461,"-1"3"1,3 4-127,2 4 1,4 3-89,2 4 1,2 4 100,3 5 0,1 4-154,2 4 0,-3 3-13,-2 1 1,-5 1-402,-4-3 1,-5-2-133,-3-2 1,-6-8-390,-1 0 1,-4-7 380,0-3 0,-1 1-185,0-5 0,4-2 102,-1-4 443,1-1 0,-2-16 0,1-2 0</inkml:trace>
  <inkml:trace contextRef="#ctx0" brushRef="#br0" timeOffset="492">334 45 7505,'2'-4'-329,"0"-1"0,0 3 1064,-2-2-255,3 3-283,1-2 0,2 3-46,1 0 0,-1 0 13,0 0 1,2 0-49,0 0 0,-1 3-237,2 1 0,-2 2-93,-1 0 1,1 0 126,-1 1 0,0-1-177,-2 1 0,1-1 168,-3 0 1,0 1 30,-2-1 1,0 1 31,-2-1 1,-4 1-3,-3-1 1,0 0 62,0 1 0,0-2 325,-2 0 0,0 0-29,3 0 1,-1 0-79,3-1 0,-1 2-99,1-2 1,2 0-41,2 0 0,1-2-78,1 2-13,0-2 0,3 3-190,1-3 1,5 1-174,2-1 1,1-2-160,1 3 0,2-2-1013,2 1 1519,2-1 0,29 2 0,7-3 0</inkml:trace>
  <inkml:trace contextRef="#ctx0" brushRef="#br0" timeOffset="1242">700 0 9545,'15'13'555,"3"3"-170,6 4 0,2 6-87,6 8 1,3 7-77,1 9 1,-2 6-1,-1 4 1,-11 0 96,-7 0 0,-5-3 190,-5-4 0,-4-4-314,-5-8 1,-4-7-159,-7-8 0,-1-4 36,-4-5 0,1 0-188,0-4 1,2 0-1011,2-4 1,3-1-1190,1-1 2314,2-1 0,16-14 0,5-3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6:49.7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23 136 9282,'4'0'618,"1"0"1,1 0-440,3 0 1,1 0-154,-1 0 1,2 0-225,0 0 0,1 0-549,1 0 0,0 0 747,0 0 0,11-6 0,3-1 0</inkml:trace>
  <inkml:trace contextRef="#ctx0" brushRef="#br0" timeOffset="716">10 7 7851,'0'5'-1720,"-2"-1"3140,1-3-536,-2 5-473,3-5 133,-3 2-123,2-3 0,4 0-292,6 0 1,0 0-273,2 0 0,-1 0-23,3 0 0,2 0-170,0 0 0,3 0 193,-1 0 143,-1 0 0,14-12 0,0-2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7:51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269 385 7851,'0'4'-1793,"0"-1"1980,0-1 108,0-1-51,0 2 23,3-3-74,-2 0 35,2 0 0,-1-1-21,0-1 1,1 1 88,-1-1-3,-1-1-266,4-1 1,-2 0 98,2 0 0,-2 0-157,-1 0 1,-1-2 78,1 2 0,-1 0-65,-1 0 1,0 0 54,0-3 0,0 1-21,0-1 0,-4 3-31,-2 0 1,-1 0 2,-4 0 0,0-1-6,-2 3 0,0 0 5,-2 2 0,-4 3-27,-2 1 1,-2 2 48,1 3 0,-1 4-15,1 4 0,-1 2-24,4 2 1,1 0-3,6 3 1,2-1-29,1 3 1,5-1-112,2-2 0,2-1 124,2-2 1,4-5-13,5-2 0,2-1 172,2-3 0,1-3-102,3-2 0,3-2 59,-1 0 0,3-4-67,0-2 1,-2-3 15,-1-1 1,-1-2-72,-1-3 1,0 0-163,-2 0 1,-2 0 1,-4 1 1,-2 1-210,-3 0 0,0 0 17,-2-1 1,-1 1 402,-6 0 0,0 3 0,-26-4 0,-6 2 0</inkml:trace>
  <inkml:trace contextRef="#ctx0" brushRef="#br0" timeOffset="200">45 481 7851,'0'4'935,"0"-1"-750,0-3 0,3 0 53,4 0 0,2 0-14,4 0 1,3-3-88,3-1 1,4-2-134,2 0 1,2 1-246,0 1 1,0 0-502,1 0 0,-2 1 742,0 0 0,-1-3 0,1-4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7:54.6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97 7740,'-4'-3'-249,"1"2"291,0-1-50,3-2 170,-3 1 8,3-4-79,0 1 0,3 0 35,1-1 0,2 3-10,0 0 0,1 2-51,-1-3 1,3 4-20,2-1 1,-1-1-8,1 1 0,-1 0-108,3 2 0,0 0 97,0 0 0,-1 2-144,-1 3 1,0 1 72,-2 3 0,-1-2-149,-1 4 0,-2 0 0,-1 2 1,-1 0 119,-3-1 0,0 1-16,-3 0 1,-3 0 35,-5 0 1,-1-1-10,-1 1 1,-2-1 62,1-1 1,-4-2 13,3-2 0,0-1 64,3 1 0,-3-4-25,3-1 0,-2-1-25,5-1 0,3 0-60,2 0 1,2-1 4,0-1 1,1 1-75,1-4 1,3 1-172,-1-2 0,5-1 109,-1 1 1,3 0-36,-1-1 1,2 1 195,3-1 0,0-2 0,28-12 0,8-6 0</inkml:trace>
  <inkml:trace contextRef="#ctx0" brushRef="#br0" timeOffset="273">353 33 7843,'0'-5'-28,"0"1"0,0 2 99,0-2 58,0-1 0,0 1 40,0 0 1,0 2-17,-3 0 1,0 1 5,-4 1 1,0 3-108,-1 2 0,0 0 85,-3 2 1,-2 3-37,-2 3 0,0 0 15,0 4 1,1 0-54,-1 3 0,5-2-3,1-1 1,5 2-99,2-2 0,4-2 85,5 0 0,3-2-72,5-2 1,4-2-156,5-2 1,-1-3-67,3 0 0,-5-2-293,3 0 1,-4-4 214,-3-3 0,-2 0-123,-2-2 1,-6 0 446,-2-1 0,-15-5 0,-5-4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7:57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33 110 7335,'-7'0'-1201,"3"0"1689,0 0 1,2 0 360,-3 0-609,4 0 0,-3 0 299,2 0-1,2 0-191,-3-3-240,3 2 0,0-2 71,3 3 0,0 0-17,4 0 0,3-1-169,2-1 0,4 2 4,3-3 1,3 2 2,2-1 0,-1 1-45,3-1 1,-2 1-252,4-2 0,-2 3-36,-3-2 1,-1 1-232,-5 1 1,-2 0 103,-2 0 0,-3-1-698,-4-1 1158,0 1 0,-11-10 0,1 0 0</inkml:trace>
  <inkml:trace contextRef="#ctx0" brushRef="#br0" timeOffset="273">270 7 7869,'-3'0'51,"-1"0"347,2 0-279,1-3 0,-2 2-232,0-1 203,3 2 235,-3 0 0,9 2-188,2 3 0,1 0-125,2 2 0,0 0 102,2 1 0,-1 0-118,1 0 0,-1 1 33,-1 0 1,0 2-215,-5 0 1,1-1 23,-5 1 1,0-1-86,-4 0 0,-5 2-98,-6-1 0,-3-1-59,-3 1 0,-2-3-81,-1 0 0,1-1 484,2-3 0,8-7 0,2-4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7:59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 20 6741,'0'-3'431,"0"-1"-175,0 2 0,1 1-165,1-1-173,-2 1 541,3 1-464,-6 3 1,2 1 31,-3 2 1,0 1-151,0 2 0,-2-1 71,2 2 0,-2 1-73,0 2 1,-1-3-212,1 1 0,0-1 81,-1 1 0,3 0 24,0-2 0,1-1 231,-1-1 0,3-3 0,-1 0 0,1-2 0,-2-11 0,-1-5 0</inkml:trace>
  <inkml:trace contextRef="#ctx0" brushRef="#br0" timeOffset="256">20 26 7866,'-1'-4'-129,"-1"0"1,1 2 244,-1-2-198,1 2 1,1-1 215,0 0-139,0 3 95,0-3 0,3 6-6,1 1 1,0 2-93,0 0 0,0 1 20,3 2 0,1-1-146,1 2 1,0 1-13,0 2 1,-1-1-152,2-1 1,-2 1 59,1-2 1,0 2-264,0-1 500,-1 1 0,1-8 0,1 2 0</inkml:trace>
  <inkml:trace contextRef="#ctx0" brushRef="#br0" timeOffset="515">13 91 6176,'-4'-3'1624,"0"1"-1034,2 0-571,-1 2 1,4-2 119,1 0 0,2 0 11,2 2 1,1 0-205,2 0 0,-1 2-170,2 0 0,1 1-219,2-1 1,0-1 167,0 4 0,-1-4 275,1 1 0,17 2 0,4-1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8:02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58 290 7735,'-6'0'36,"0"-1"299,2-1-57,-2 1-126,3-5 0,-3 3 66,2-4 0,1 3-13,3 0 1,0 2-62,0-3 1,0 3-106,0-2 0,1 2-13,1-2 0,2 2 87,5 0 0,-2 1-159,4 1 0,0 0 105,2 0 1,-1 0-132,1 0 0,0 3 45,0 1 0,0 3-184,0 1 0,-1 0 69,-2 3 0,0 0-126,-4 1 1,-2 1 7,-2 0 0,-1 0 41,-1 0 1,-5 0 77,-2-1 1,-4 1 37,1-3 0,-5 2-9,-2-4 0,0 0 42,0-4 0,2 1 157,-2-3 1,3 1-132,-1-3 1,4 0 20,3 0 1,1 0-275,0 0 198,4 0 0,0-3-70,3-2 1,3 2 119,4-1 0,0 0 49,3 0 0,-1-2 0,2 2 0,0-3 0,4-1 0,-1 1 0,1-2 0,0 2 0,0 1 0,2-2 0,-2 0 0,2 1 0,-2-2 0,3 1 22,-1 0 1,-1 1 185,-1-2 0,-2 2 48,0 1 1,-1-1-105,-1 1 0,-2 0 311,-2 2-288,-1-2 1,-2 5 112,-2-4 1,-2 4-159,-2-1 1,-2 1 44,-2 1 1,-3 3-23,-2 1 0,1 0-3,-1 0 1,0 1 3,-1 4 0,-1-2 31,0 1 1,3 0 13,1 1 0,2-1-60,1 2 0,0-1-88,2 1 0,1-1-174,3 2 0,4-1-146,5 0 0,2 2-193,9-4 1,-2 1 125,6-3 1,-4 0-151,2-2 1,0-1 56,-1-3 429,-2 0 0,-6-17 0,-4-4 0</inkml:trace>
  <inkml:trace contextRef="#ctx0" brushRef="#br0" timeOffset="290">26 104 7757,'-4'0'956,"0"0"-748,2 0 0,-3-1-13,3-1 21,0 1 0,3-2 13,1 3 0,4-2-67,5 0 1,3 0-118,1 2 1,5 0-563,-1 0 1,3 0-11,-1 0 1,0 0-295,2 0 1,-3 0 234,0 0 586,-1 0 0,-3-9 0,3-1 0</inkml:trace>
  <inkml:trace contextRef="#ctx0" brushRef="#br0" timeOffset="548">212 20 7757,'-6'-3'306,"0"0"-168,-1-1 67,1-1-91,2 4 66,1-2 0,4 3-31,1 0 0,2 0-29,5 0 0,-1 2-73,2 0 1,2 3 35,3-3 1,-2 3-143,2-1 0,-2 0 79,-2 0 1,0 0-60,-2 2 1,-1-1-136,-1-1 0,-3 0 23,0 3 1,-3 1-149,-1 1 0,-3-1-71,-6-1 1,-1 1-236,-3 1 0,-2-1 605,0-1 0,-3 5 0,2 2 0</inkml:trace>
  <inkml:trace contextRef="#ctx0" brushRef="#br0" timeOffset="858">802 78 7769,'-3'0'414,"0"-1"663,3-1-816,-3 1 1,2-1-209,-4 2 1,3 2 6,-2 0 0,0 5-69,-3-1 0,1 4-171,0-1 1,-3 2 108,0 0 1,1 1-141,1 1 1,1 0-78,0 0 0,-1-1-372,1 1 0,0-3 297,2-1 0,-1-2 363,3-1 0,0-14 0,2-3 0</inkml:trace>
  <inkml:trace contextRef="#ctx0" brushRef="#br0" timeOffset="1082">661 84 7769,'-6'0'0,"2"0"319,-1 0 633,4 0-298,-2 0-319,6 3 1,1-1-170,5 2 1,1 2-141,3 3 1,-1 2-136,1 0 1,0 0-321,0 0 0,0 1 253,0-1 1,-1 1-313,-2 1 1,2-1 24,-4-1 1,0-2 462,-4-3 0,2-11 0,-2-3 0</inkml:trace>
  <inkml:trace contextRef="#ctx0" brushRef="#br0" timeOffset="1273">655 161 7825,'-6'0'56,"-1"-3"390,1-1 736,2 1-814,1 1 1,6 2-131,1 0 1,5 0-174,2 0 0,1 0-205,3 0 1,2 0-386,2 0 1,2 0-20,1 2 1,1-1 543,-1 1 0,30-1 0,7-1 0</inkml:trace>
  <inkml:trace contextRef="#ctx0" brushRef="#br0" timeOffset="1583">1065 270 7769,'0'-6'1182,"0"2"-715,0-1-307,3 4 1,3-2 71,3 3 0,0-2-3,-1 0 0,4 0-437,3 2 0,1 0-212,-1 3 1,-1-3-461,3 2 0,-2 1 510,0-1 370,-5 3 0,-12 2 0,-6 3 0</inkml:trace>
  <inkml:trace contextRef="#ctx0" brushRef="#br0" timeOffset="1775">1040 335 6520,'-7'3'1076,"4"0"78,0 0-819,3-2 0,6 2-203,2-1 0,4-1-82,3 1 0,2-1-242,2-1 0,1 0-1002,1 0 1194,2 0 0,14-9 0,3-1 0</inkml:trace>
  <inkml:trace contextRef="#ctx0" brushRef="#br0" timeOffset="2383">1668 116 7769,'4'3'1002,"2"-2"-522,-6 2 124,3-3-453,-9 0 1,-1-1-65,-5-1 0,1 1 59,0-1 0,1 1-89,-1 1 0,0 0 48,3 0 0,-1 0-157,3 0 1,-1 0-6,1 0-225,-1 0 111,1 3 0,2 1 75,2 2 0,1 3-71,1-1 0,0 6 66,0-1 1,0 4-120,0 0 1,3 4 78,-1 0 1,0 3-94,-2-3 0,-1 1 71,-1-1 0,1-1-100,-4-1 1,2-3 466,-1-6 1,0-1 84,2-2 1,1-3 141,-1 0 1,2-2-203,2 0 1,2-1 9,2-1 0,0 0-103,1 0 0,2 0-147,2 0 1,1 0-647,1 0 1,0-1 327,-1-1 1,2 1 328,1-1 0,21-7 0,8-2 0</inkml:trace>
  <inkml:trace contextRef="#ctx0" brushRef="#br0" timeOffset="2758">2008 206 7769,'-3'-6'166,"-1"0"250,2 2 233,1-2 76,-2 5 1,3-1-195,0 4 0,0 5-38,0 4 0,0 1-300,0 3 1,1 2-414,1 2 1,2 0-609,2 0 1,1 1 106,-1-1 1,1 0 720,-1 0 0,12 6 0,2 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8:09.8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52 7377,'-4'0'472,"1"0"463,3 0-805,0-3 1,1 2 12,1-3 1,-1 1-23,4-1 0,-1 2-8,2-2 0,1 2 5,-1 0 0,1-1-155,-1 1 0,1 0-25,2 2 1,-2 0-124,1 0 1,2 0 17,-2 0 0,1 3-95,-3 1 0,0 0 88,-2 3 1,1-2-42,-3 3 0,0 2 165,-2-2 1,-2 4-17,-3-2 1,-3 0 70,0 1 1,-3-3-38,3 0 0,-4-1 125,2 0 1,0-1-65,-1 1 0,3-4 16,0-1 0,1 0-184,3 0-248,-2-1 165,5 2-306,-1-3 254,2-3 1,2 1 150,3-2 0,0 0 123,2 0 0,-1-2 0,21-11 0,4-8 0</inkml:trace>
  <inkml:trace contextRef="#ctx0" brushRef="#br0" timeOffset="274">257 20 7932,'6'-3'-155,"1"2"-69,-1-4 305,0 4-293,1-5 560,-4 6-219,0-3 0,-3 3-3,-3 0 1,-2 0-14,-4 0 0,0 0 4,0 3 0,-1-2 3,-3 3 1,3 1-21,-1 1 0,0 0 43,-1 1 1,1 1 12,0 1 0,3 0-90,0 0 1,1-1 12,3 2 1,1-1-96,3 2 0,4-3 83,2 3 1,4-3-84,5 0 0,2-1-123,5-3 0,-2-1-329,1-3 0,-2 0-37,-2 0 1,0-1 504,-4-1 0,-10-13 0,-7-6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8:13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13 7834,'-4'-1'83,"1"0"36,0-1 0,3-1 123,-2 1-203,1 1 1,2-2 80,1 3 1,1 0-17,4 0 0,-1 0 9,1 0 1,1 0-73,1 0 0,1 0 46,-1 0 0,2 2-81,-3 0 1,3 1 43,-3-1 1,2 1-105,-2 2 0,-1 0-31,2 0 0,-2 1 10,-1 3 1,-1 1 43,-1 2 0,0 4-32,0 1 1,-1 2-112,-3 3 1,0 1 75,3 2 0,-3-1-59,2-1 1,0-2 51,0 0 0,-1-3-101,1-1 0,-2-3 268,0-1-49,0-3 0,0-4 185,0 0 1,-2-2-126,-3-2 0,-3-1 116,-3-1 0,0 1-204,-1 1 1,2-2-59,-2 3 0,0-3 49,-1 0 0,3 0-332,-1 0 356,3 0 0,7-8 0,6-3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9:52.1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1 8101,'-4'0'89,"1"0"1,3 0 6,0 3 0,2 0-78,1 3 1,1 3-9,-2 0 0,3 2-197,-1 0 1,0 1 72,0 1 1,0-1-60,0 1 1,2-1-38,-2-1 0,-1 1-220,2-1 1,-2-2 429,2 0 0,3-11 0,-1-2 0</inkml:trace>
  <inkml:trace contextRef="#ctx0" brushRef="#br0" timeOffset="265">238 13 7738,'3'-2'-211,"0"1"223,-3-2 0,-2 8 34,0 1 0,-3 4-127,3-1 0,-3 0 30,1 0 0,0-1-173,0 2 0,2-1 6,-2 2 1,0-3-79,0 3 0,-1-3 296,3 0 0,-3-1 0,1 0 0,-2-1 0</inkml:trace>
  <inkml:trace contextRef="#ctx0" brushRef="#br0" timeOffset="481">129 20 7820,'-4'-4'154,"1"1"-163,3 3 0,5 0 90,2 0 1,3 3-53,-2 2 0,3 0-98,0 2 0,1 1-200,1 1 0,-2 2-15,-1 0 0,0-1 284,1 1 0,7 2 0,-1 4 0</inkml:trace>
  <inkml:trace contextRef="#ctx0" brushRef="#br0" timeOffset="892">366 33 7820,'-4'-4'9,"1"-1"0,1 2 129,0 0 1,0 1-261,2-3 319,0 4-98,0-5 4,0 6 1,3-3-129,1 3 1,2 0 38,0 0 0,3 0-24,-1 0 1,2 0-92,-2 0 1,-1 0 8,2 3 0,-2-2-41,-1 3 0,0 0 71,-2 3 1,1-3 3,-2 0 1,-1 1-31,1 1 1,-3 1-1,2 2 1,-2-2 37,-2 2 0,1-2 64,-3-1 0,0 0-17,0 1 1,-2-1-77,2 1 1,-2-2-90,0 0 0,1 0 70,1 0 1,0-2-388,0 2 372,-1-1 113,1 2 0,0-2 0,2 1 0,2-4 0,5-1 0,2-3 0</inkml:trace>
  <inkml:trace contextRef="#ctx0" brushRef="#br0" timeOffset="1090">404 155 7820,'-3'-3'449,"0"2"-368,0-2 10,2 3 4,-1 0-30,7 0 0,0 0-211,6 0 1,-3 0 219,3 0 1,0 0 120,2 0-195,0 0 0,19-3 0,6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19:58.0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 58 7814,'0'-6'-473,"3"-1"1,-3 3 327,3 0 239,0 2-65,1-4 0,2 6 0,1-2 0,-1 1 28,0 1 1,1 0-13,-1 0 0,0 1-58,-2 1 0,2-1 7,-2 3 0,2-1-27,0 1 33,1 0 1,-3 3-13,0-1 1,-2 0-10,0 1 0,-2-1-12,0 1 1,-2-1 19,0 0 0,-3 1-1,1-1 1,-2 1 15,0-1 0,-3 1 23,1-1 1,-3-2 3,2 0 0,1 0 33,2 0 0,-2 1 81,0-3-84,1 3 1,-3-2 82,4 2-22,2-3-26,-1-2-20,4 0 226,-2 0-274,9 0-21,-2 0 0,6 0-53,-1 0 1,-2 0-148,1 0 0,2 0 0,1 0 1,1 0-74,1 0 1,0 0-85,0 0 0,2 0 352,0 0 0,5-8 0,0-3 0</inkml:trace>
  <inkml:trace contextRef="#ctx0" brushRef="#br0" timeOffset="366">391 52 7814,'0'-5'91,"0"1"-138,0 3 116,0-2 0,-2 6-150,-3 1 0,2 2 143,-2 0 0,1 0-74,-2 1 1,-1 1-31,1 1 1,-3-1-239,1-1 1,-1-1 49,3 1 0,-1-1-76,1 1 1,-2-1 128,-1 0 1,0-1 176,3-1 0,2-3 0,-1-4 0,1-4 0</inkml:trace>
  <inkml:trace contextRef="#ctx0" brushRef="#br0" timeOffset="573">263 52 7814,'0'-7'0,"0"3"36,0 0 63,0 2-66,0-4 133,3 6 1,1-2-29,2 4 1,0 1-58,1 4 1,2 0-111,2 1 1,0 2 42,0 0 1,1 2-97,-1-1 1,0 1-468,0-2 0,0 2 156,-2-4 1,1 1-283,-1-3 675,0-2 0,-6-7 0,0-4 0</inkml:trace>
  <inkml:trace contextRef="#ctx0" brushRef="#br0" timeOffset="790">475 19 7814,'-3'-6'0,"2"0"593,-4 2-29,4 1-142,-2 3 1,8 5-283,1 2 0,2 3-106,-1-2 0,-1 4-193,0-2 0,1 2-167,-1-2 0,1 2-471,-1-1 0,-2 1 797,1 1 0,-1 6 0,2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06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141 135 7022,'5'-4'-507,"-1"2"869,0-1 0,3 0-98,-1-1 0,-2 0 203,1 2-252,-1 1 0,2-2 236,1 3-667,-4 0 71,0 0 286,-3 0-52,-6 3 0,-1-1-80,-6 2 0,0-2 78,-2 2 1,1-2-30,-3 3 1,2-4 18,0 1 0,2 1 17,0-1 0,1 1-126,1-1 1,2-1 32,2 1 0,1 1-115,0-1 134,2 3 0,1-1-7,3 2 1,0 0 20,0 1 1,3 0-12,1 2 1,2 1-25,0 2 0,1 3 18,-1 0 0,1 3-137,-1-1 1,0 4 119,-2 0 1,1 3 102,-3 0 0,0 1-55,-2 1 1,0-1 15,-2 1 1,0-1-69,-2-2 1,-1 1 2,-4-5 1,2 1 12,-1-5 0,0 1-5,2-3 0,2 1 85,0-6-111,2 1 0,-1-3-131,3 1 0,3-4-35,1-1 1,3 1-219,1-1 1,3 1 72,4-3 1,-1 0-119,3 0 1,0-1 447,3-1 0,33-19 0,9-7 0</inkml:trace>
  <inkml:trace contextRef="#ctx0" brushRef="#br0" timeOffset="536">642 129 7764,'3'-4'-142,"-2"-1"284,3 3 1,-2-2 35,3 1 1,-3-1 25,2 2 0,-2-2-41,2 2 0,0-3-86,0 0 1,1 0 61,-3-2 0,1 1-9,-1-1 1,-1 1 1,1 0 0,-2-3-93,-2 0 0,-4 1 45,-2 2 1,-4-1-149,2 1 1,-3 2 128,-2 2 0,1 1-85,-3 1 1,2 1-90,-2 1 1,2 5 90,-3 3 1,4 2-107,-1 1 0,2 3 42,3 1 0,1 2 30,5 3 0,-1-2-11,3 1 1,0-2-99,5-2 1,3 1 108,5-3 0,3-2-8,1-2 1,3-6-26,-1-1 0,1-3-27,2-1 0,-2 0-109,-1-3 1,-1-1-33,-3-4 0,-1-2-268,-2 0 1,1-4 43,-4 3 477,-2-2 0,-17-9 0,-2-5 0</inkml:trace>
  <inkml:trace contextRef="#ctx0" brushRef="#br0" timeOffset="663">545 129 7764,'-12'-7'69,"2"4"0,0-2 0,4 2 961,0 2-688,2 0-211,1 1 1,4 0-34,1 0 0,2 0 42,5 0 1,2 0-158,3 0 1,3 2-269,2 1 1,2-1-1238,1 1 1522,2-3 0,33 6 0,12-2 0</inkml:trace>
  <inkml:trace contextRef="#ctx0" brushRef="#br0" timeOffset="922">917 109 6556,'0'-3'601,"-2"1"-193,1 1-371,-5 1 1,3 1 98,-1 1 1,-2 1-7,2 4 0,-4 1-42,0 1 0,-1 2-2,3-3 1,-1 3-82,1 0 1,2-1 17,2 1 1,2-3-69,0 3 1,3-5 139,3 0 0,4-4-10,3 0 0,-1-2 20,1-2 0,1-2 88,1-4 0,-5-2-185,1-3 1,-3 0 11,-2 0 1,-2 0-668,-2 0 0,-2 1 123,-2 2 0,-4 0 524,-5 4 0,-27 11 0,-7 3 0</inkml:trace>
  <inkml:trace contextRef="#ctx0" brushRef="#br0" timeOffset="1417">738 578 7764,'4'-7'77,"0"1"152,-1-1 1,1 1 91,-2-1 1,3 1 114,-1 0 1,-1-1-167,-1-2 1,1 1-22,-1-3 0,0 1-103,-2 0 0,0-2-14,0 4 0,0-1-81,-2 0 0,-3 2 9,-3-2 1,0 5-151,-3 2 1,0 1 54,-1 1 0,-3 1-104,0 1 1,-2 2 55,2 5 1,-3 3-22,1 3 1,-1 5-24,1-1 1,1 2 71,3-2 1,3 3-92,2 2 1,3-3 82,3-2 1,3 0-14,3-4 1,4-1 82,7-3 1,2-3 115,2-3 1,0-3-160,0-2 0,1 0 15,2-2 0,-5-5-130,3-4 0,-5-1-164,0 0 1,-2-1-302,0 0 0,-3 0 145,-2 0 0,-3 3 36,-3-1 1,-3 1 434,-3-1 0,-3 2 0,-6 2 0,-37 7 0,-9 0 0</inkml:trace>
  <inkml:trace contextRef="#ctx0" brushRef="#br0" timeOffset="1529">597 552 7873,'-13'0'0,"1"0"0,1 0 0,3 0 1215,0 0-739,2 0-307,2 3 0,7-2-36,3 3 0,5-1-124,2 1 1,3-3-663,3 1 1,3-1 178,2-1 0,4 0-545,2 0 1019,-2 0 0,9-8 0,-1-3 0</inkml:trace>
  <inkml:trace contextRef="#ctx0" brushRef="#br0" timeOffset="1672">905 578 7764,'0'4'513,"0"0"179,0 0 0,0 5-276,0-1 1,0 4-155,2-1 0,-1 1-225,1 1 1,1 1-328,-1 1 1,1 3-425,-1-3 1,0 2 183,2-2 1,-3-1 529,2-3 0,0-14 0,1-4 0</inkml:trace>
  <inkml:trace contextRef="#ctx0" brushRef="#br0" timeOffset="2273">1245 39 7741,'0'-7'0,"0"1"446,0 0 128,0-1 0,0 1-150,2 2 1,2 1 47,2 3 1,4 0-164,0 0 1,2 3 85,1 1 0,1 3-4,1 1 0,-1 2-225,3 3 1,-3 1-13,1 1 1,-3 2-22,-1 4 0,-4 4-165,-1 3 1,0 3 20,-4 1 0,-1 3-204,-3 4 0,-1 1-34,-4 1 1,3-1 172,0-4 1,2-1 46,0-3 0,1-1 82,1-3 0,1-4 149,1-7 0,-1-1-136,1-3 1,-2-1 3,-2-2 0,-2 0-185,-2-1 0,-3-4-207,-2 1 0,-1-1-726,-1-1 1,0-1 259,-2-3 1,1 0-73,-1 0 1,4 0 859,3 0 0,15-17 0,4-5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04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251 296 7750,'6'-3'-30,"-2"2"118,1-1 0,-4 1-67,1-1 1,0 0 145,0-2 0,-1 2 18,1-2 1,1-1 141,-1-1 1,0 2-81,-2-1 0,0 1-51,0-2 0,0-1-79,0 1 0,-1-1-147,-1 1 0,-2 0 66,-2-1 0,0 1-119,-1-1 1,-1 4 111,-1 1 1,-2-1-91,0 1 0,-1 0 17,-1 4 1,-2 2-89,0 2 1,-2 3 5,2-1 0,-2 6 107,2-1 0,0 4 59,2 0 0,1 2-27,1 0 0,3 0 8,3 0 0,3 3-28,2-1 0,0-2 4,2-2 0,5-4-6,4-1 1,3-3-9,1-1 0,3-1 19,-1-3 1,1-1-9,-1-3 0,1-3-66,-1-1 1,1-2-91,-1 0 0,1-3-216,-3 1 1,0-4 87,-2 2 0,-3 0-63,-2 2 1,-1-2-173,-3 2 0,1-1 525,-3 3 0,-25-6 0,-9-2 0</inkml:trace>
  <inkml:trace contextRef="#ctx0" brushRef="#br0" timeOffset="165">52 334 7774,'-13'0'128,"0"-2"1,3 1 665,2-1-383,3-2-219,3 3 0,4-1-54,3 2 0,3 0-10,3 0 0,1 0-168,1 0 0,3 0-61,1 0 1,1 0-62,1 0 1,1 0-245,-1 0 1,0-1 405,0-1 0,12-5 0,3-3 0</inkml:trace>
  <inkml:trace contextRef="#ctx0" brushRef="#br0" timeOffset="568">161 14 7774,'-4'0'0,"2"2"5,-1 0 188,2 0-33,-5 1 0,3 1 16,-4 2 0,3-2-100,0 1 1,2-1 1,-3 2 1,3 1-304,-2-1 207,2 0 1,0 1-108,2-1 0,-1-1-344,-1-1 107,1-3 281,-2 2-14,3-3 54,3-3 1,-2 2 19,4-3 1,-3-3 9,2-1 0,0-1 32,0 3 1,1-1 114,-3 1 1,3-1-74,-1 1 1,1 0 99,0-1 0,0 1-209,0 2 1,0-1-13,2 3 0,-1 0-168,1 2 1,1 0 90,1 0 1,3 3-124,1 1 1,0 2 257,4 3 0,17 15 0,7 7 0</inkml:trace>
  <inkml:trace contextRef="#ctx0" brushRef="#br0" timeOffset="1010">732 270 7878,'6'0'480,"1"0"1,0 0-334,1 0 1,2 0 14,3 0 1,3 0-311,1 0 1,1 0-191,2 0 0,-1 0-227,0 0 1,-2 2 195,-3 1 369,0-1 0,-15-2 0,-4 0 0</inkml:trace>
  <inkml:trace contextRef="#ctx0" brushRef="#br0" timeOffset="1183">700 379 9135,'3'4'387,"1"-2"1,5 1-308,4-1 0,3 0-576,6-2 1,1 2 331,5 0 1,-1 1 163,3-3 0,6-3 0,3-1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15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 7964,'0'-4'708,"3"2"0,0 1-521,3-1 1,4 1-193,0-1 1,3 1-59,2 1 0,2 0-265,2 0 0,0 0-99,0 0 1,0 0-955,-2 0 1381,-1 0 0,-4-6 0,1-1 0</inkml:trace>
  <inkml:trace contextRef="#ctx0" brushRef="#br0" timeOffset="173">13 122 7880,'-3'0'1267,"0"-3"0,7 3-1179,2-2 1,4 1-143,5 1 0,1 0 12,4 0 0,-1 0-206,0 0 0,2 0 248,1 0 0,14 0 0,1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53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83 7968,'-4'0'-72,"0"0"1,-1 0-369,-1 0 1,2 0 437,-1 0 1,3 0 328,-2 0 51,0 0-18,-3 0 16,1 0 70,2 0-24,-1 0-174,4 0 1,-2 0-111,9 0 1,1 0 8,6 0 0,-1 0-66,1 0 0,3 0-86,1 0 1,2 0-274,0 0 0,0 0 147,0 0 0,1 0-565,-1 0 1,-1 0 139,-1 0 1,-1 1 41,-3 1 1,-1-1 513,-1 1 0,-2-1 0,-3-1 0</inkml:trace>
  <inkml:trace contextRef="#ctx0" brushRef="#br0" timeOffset="483">218 13 7966,'-3'-7'179,"3"4"-26,-3 0 0,6 3-5,1 0 0,1 3-22,2 1 0,0 1-220,2-1 0,-2 2-63,4-2 0,-1 2-104,1 1 1,-1 1-7,-2 1 1,-1-1-238,2-1 0,-2-2 91,0 0 413,-1 0 0,-2-1 0,-2 2 0</inkml:trace>
  <inkml:trace contextRef="#ctx0" brushRef="#br0" timeOffset="690">359 103 7966,'-6'3'-80,"2"0"107,-1-3 0,1 2-11,-2 0 1,-2 3 111,0-3 0,1 2-95,-2-2 1,0 3-60,0-1 1,-2 1-288,0 0 0,2 0 12,0 0 0,2-2 301,1 2 0,5-4 0,2 2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57.9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58 103 7796,'-6'-1'-5,"-1"0"0,1-2 61,-1-1 0,1 2 202,0-2-122,-1 2 334,1 0-44,2 2-258,1 0 0,4 0 5,1 0 0,3 0-26,3 0 0,3 0-17,4 0 0,1 0-36,3 0 1,3 0-21,2 0 0,-1 0-171,0 0 1,-1 0-22,1 0 1,-2 0-188,0 2 1,-4-1-262,-2 1 1,-1-1 60,-1-1 0,-3 1-754,-2 1 1259,-3-1 0,-3 1 0,-13-7 0,-3-2 0</inkml:trace>
  <inkml:trace contextRef="#ctx0" brushRef="#br0" timeOffset="257">238 19 7796,'-4'-6'429,"1"0"-6,3 2-272,0 1 0,2 3 60,2 0 0,0 0 13,5 0 0,1 3-52,1 1 1,1 2 13,0 0 1,-1 4-79,0 0 1,-1 0-92,1 1 0,-3 0-195,-4 2 1,-1-1 100,-3 1 1,-1-1-86,-4-1 1,-2 0-16,-5-2 0,-4 0-138,-1 0 1,1-4 43,1 1 1,2-3-67,0 1 1,3-2-835,1 0 1171,5-1 0,12-10 0,7-2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0:59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84 7903,'0'-7'143,"1"4"-165,1 1 1,2 1-207,5 1 0,4-2 280,4 0 0,4 0-43,3 2 1,3-1-12,1-1 1,4 1-78,-2-1 1,-1 0-142,-3 0 1,-1 2 3,-1-3 1,-3 2 215,-4-1 0,-4-5 0,-4-3 0</inkml:trace>
  <inkml:trace contextRef="#ctx0" brushRef="#br0" timeOffset="217">308 13 7898,'-4'0'-60,"-1"-3"0,4 2-112,-1-3 166,1 2 1,2-1 1,1 3 0,2 0 141,5 0 0,-1 0 252,2 0 0,-1 3-129,2-1 1,-3 2 60,3-2 0,-3 3-371,0-1 1,-1 2-133,0 0 1,-4 3-116,0 0 0,-3 1-13,0-1 0,-3 2-262,-1-3 0,-4 3 172,0-3 400,-4 4 0,-3-5 0,-5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04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36 7892,'0'-6'0,"0"-1"475,0 1 722,0-1-472,0 1-382,0 3 1,0 3 190,0 4 1,0 2-98,0 3 0,2-1-102,3 5 0,0-1-173,2 5 1,-1-2-14,1 2 0,1 1-293,1 1 0,-1 2-493,-1 1 1,-2-1-38,0-2 0,-2 0-1875,-1 1 2549,-1-4 0,-1-3 0,-4-4 0</inkml:trace>
  <inkml:trace contextRef="#ctx0" brushRef="#br0" timeOffset="195">7 395 7892,'-4'0'1707,"1"-3"0,6 3-1201,1-2 1,6 1-299,2 1 0,5 0-163,4 0 0,4-1-12,3-1 1,3 1-229,-2-4 1,0 2-205,-1-1 0,-3-1-200,-1 2 0,-7 1-701,-4 2 1,-7 0 364,1 0 935,-5 0 0,-14 3 0,-5 1 0</inkml:trace>
  <inkml:trace contextRef="#ctx0" brushRef="#br0" timeOffset="598">141 498 7892,'-3'0'1767,"0"3"0,3 0-1370,0 4 1,0 0-223,0 1 1,2 0-109,0 3 1,2 0 64,-1 2 0,1-1-129,-2 1 1,1 2-133,-1 0 1,-1-1 55,1-3 1,-2 0-1,0-2 0,0 0 62,0-3 0,0-2-347,0 1 263,0-4 0,0 1-167,0-4 0,0-2 52,0-5 0,0 0-141,0-2 0,0-2 67,0 1 0,0-1 147,0-2 0,3 1 17,-1 1 0,1 1 39,-1-1 1,-1 1 151,3 1 0,1 2-73,1 2 1,3 1 152,-1-1 1,4 3-52,-2 0 0,5 2 134,0 0 1,2 4 28,0 3 0,-1 1-203,-1 3 0,-1-2-43,-2 4 1,3-1-26,-2 1 0,-2 0-139,-5-2 1,-1 1-44,-1-1 1,-3 0-902,2-3 648,-3 0 443,-3 1 0,-6-9 0,-4-3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01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148 296 8007,'0'-7'287,"0"1"1,0-1-49,0 1 1,0 0 160,0-1-223,0 1 0,-2 0-95,-3 2 1,0-1 57,-2 3 1,1-1-180,-1 3 0,-1 1 2,-1 1 1,-2 4 115,0 3 1,0 1-141,0-1 0,0 3 43,2 1 1,0 0-105,0 2 0,4-1 127,-1 1 0,4-2-116,0 2 1,1-1 33,1-1 0,3-3-160,4 1 1,2-3-9,4 0 0,0-3 39,2 0 0,0-4 48,2 1 0,-3-1 52,1-1 0,-1-3-20,-2-1 1,-1-4-42,0-1 1,-3 0-6,0 1 0,-3-2 39,-1-3 1,-1 1 2,1 1 0,-3-1 106,1 1 1,-1-1 176,-1-1 1,-1 3-8,-1-1 1,1 3 196,-3-1 0,2 4 573,0 1-375,-2 3-381,4-2 0,-3 4-30,3 1 1,0-1-11,0 3 0,1 1-63,1 1 1,-1 3-236,3-1 1,1 1-269,4-3 1,-2 3 26,2-1 1,1 1-176,0-3 0,2 1 154,-2-1 440,2-2 0,10-10 0,5-5 0</inkml:trace>
  <inkml:trace contextRef="#ctx0" brushRef="#br0" timeOffset="318">366 238 8007,'5'0'-206,"-1"0"0,-2 0 251,2 0 0,-1 0-82,1 0 1,-1 1 73,2 1 1,0 2-93,0 5 1,0-2 59,2 4 1,-3 0-114,0 2 1,1 0 53,1 2 1,-2-1 60,1 1 0,-4-4-7,1 0 1,0-3 396,0 0 101,-2-4 0,3-1-94,-6-3 1,2-3 126,-3-4 1,0-2-150,0-4 0,-1-3 9,3-1 0,0 1-263,2-1 1,0 0-74,0 0 1,2 0-202,3 2 0,1-1-137,3 1 1,3 4-439,3-2 1,2 6 32,-2 1 1,2 4-1355,-2 0 2042,3 4 0,12 24 0,7 9 0</inkml:trace>
  <inkml:trace contextRef="#ctx0" brushRef="#br0" timeOffset="794">841 283 8007,'-2'-10'168,"0"0"1,-3 0 315,1-1 1,-3 1-189,-1-1 1,0 2-21,0 3 1,-2-1-149,-1 1 0,0 2 61,0-1 0,-1 4-48,1-1 0,-1 2-72,-1 2 0,3 2-224,-1 2 0,3 3 59,0-1 1,0 1-184,2 0 1,3-2 77,0 2 0,3-2-17,0 2 1,0-2-98,0 2 1,0-2 32,3 2 0,0-4 110,3 1 1,2-1 59,0 2 0,-1-1-5,2-2 0,0-1 36,0-3 1,1 0 131,-1 0 0,-1 0-103,-1 0 150,2-3 0,0-1 147,-1-2 0,1 2-96,-5-1 0,0 1 37,0-2 0,-3 1-97,1 1 1,1 2-30,-1-2 0,1 2-24,-1 0-32,2-2 0,2 4-11,1-2 1,-1 3-16,1 1 1,0 4-14,1 0 1,-1 1-154,2 4 0,-1 0 104,0 2 1,-1 2-69,-1 2 0,-2 0 168,-4 0 0,-1-1-44,-1 1 1,-4 1 5,-5-3 0,-4-2-57,-2-2 0,-5-3-72,-1 0 0,-1-1-18,0-3 0,2-1-246,3-3 0,2-1 415,2-1 0,16-16 0,4-6 0</inkml:trace>
  <inkml:trace contextRef="#ctx0" brushRef="#br0" timeOffset="1559">1104 193 7984,'-2'-6'1076,"0"-1"-643,0 1-144,2 2 0,0 2 43,3 4 1,-2 2-107,3 2 1,0 1 27,3 2 1,1 1-224,1 3 1,0-1 76,0 1 1,-2 2-337,2 0 1,-2 0-31,-1-2 0,0 0-64,-2 0 0,-1-3 204,-3 1 1,2-3-247,0 0 58,0-3 103,-5-2 173,0-3 0,-3-4-59,2-2 1,0-2 8,2-2 0,1 0-27,-1-1 0,2-1-13,0 1 0,0 0 45,0 0 1,0-1-3,0 1 0,0 0 73,0 0 1,0 2-52,2 3 1,0-1 101,2 1 0,0 0-65,3 2 1,0 1 85,2 3 0,-2 0-41,4 0 0,-1 3 119,1 1 0,1 2-103,-1 0 1,0 1 8,0 2 0,0-1-174,-2 2 1,-1 0 100,-1 1 0,-1 1-87,0-1 0,-1-1 164,-1 1 0,-3-4-7,2 2 0,-3-2 30,0-1 0,-2-1 155,0-1 1,-1-3-31,1 2-115,1-3 1,-2 0-295,1 0 163,1-3 1,-2 0 46,3-4 0,0 1-24,0 0 1,0-1-170,0 1 1,0-1 107,0-2 0,0 2-25,0-2 0,0 0 105,0 1 0,0-1 121,0 3 0,3-1 146,1-2 0,0 4-29,0-1 0,0 1-21,3 1 0,0-1-74,1 3 0,0 0 38,3 2 1,-3 1-51,3 1 0,0 1 12,2 4 1,-3-1-114,1 0 0,-1 3-206,1 0 0,0 1-526,-2-1 1,-1 2 83,-1 0 1,-1-2-223,0 0 1,1-2 267,-1-1 572,1-2 0,-1-7 0,0-4 0</inkml:trace>
  <inkml:trace contextRef="#ctx0" brushRef="#br0" timeOffset="1742">1643 238 7984,'3'-4'288,"-2"1"360,3 1-540,1 1 0,1-2 310,1 3 1,-3 1 621,0 1 0,0 1-675,3 4 0,-3 0-209,0 2 0,-2-2-225,3 1 1,-3 1-383,2 0 0,-2 0-254,0-3 1,1 0 704,-1 1 0,0-6 0,-2-2 0</inkml:trace>
  <inkml:trace contextRef="#ctx0" brushRef="#br0" timeOffset="1892">1681 39 7975,'-6'-11'1247,"0"1"-939,-1 2-397,4 1 306,0 5-217,3 2 0,14 14 0,4 4 0</inkml:trace>
  <inkml:trace contextRef="#ctx0" brushRef="#br0" timeOffset="2236">1816 206 7968,'0'4'1680,"0"0"-1266,3 1 0,-2 1-34,1 0 0,-2 1-152,0-1 1,3 1 13,-1-1 1,0 1-165,-2-1 1,1-2-50,1 0 0,-2-1-276,3 1 243,-3-3 1,1 4-346,1-3 252,-1 1 0,2-6-69,-3-2 1,0 0 82,0-2 0,0 0 38,3-1 0,-3 0 164,2-3 1,2 1-109,0-1 1,2-1 21,0 2 0,1 0 20,-1-1 1,1 3-5,2 0 1,-1 1 86,2 3 0,1 0 167,2 2 1,0 1-151,0-1 1,-1 4-11,1 3 1,1 3-189,-1 0 1,1 3-326,-6-3 0,3 3-529,-2-2 1,-1-1 128,-1-1 1,-3-1 769,0 0 0,-8-5 0,0-2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06.6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160 347 7856,'4'0'-38,"0"-1"1,-1 0-116,1-1 1,-2 0 108,2 2 0,0-1 377,3-1 20,-1 1 1,1-4-77,-1 3 0,0-1 30,1 1 0,-3 1 36,0-1 52,-2-1-281,4-1 0,-9 0-143,1 0 0,-3 2-111,-4 0 0,-3 1 9,-3 1 1,-3 0 5,1 0 0,-2 1 81,0 1 0,0 1-39,0 1 0,2 2 62,2-2 1,2 2-2,0 0 1,3 3-54,2-1 1,3 2-3,3-2 1,2 0 30,2 3 1,3-3-41,3 0 0,3 1 19,4 0 1,-1 0-46,3 0 0,-3-2-3,1 1 0,-1 0 18,-1-2 0,-3 0-91,-2 1 0,-1-1 66,-3 1 0,-1-3-99,-3 0 1,-2 0 259,-2 3 0,-1-1-27,-6 1 0,1 1 76,-3 1 0,1 2-52,1-3 1,0 3 99,2-3 0,-1 3-35,4-2 1,-1 2 98,4 0 1,1-2-126,2-1 0,4 2 6,2-2 0,6 1-9,5-3 0,3 1-69,4-1 0,1-2-7,7-2 0,-1-1 71,6-1 0,-2 0-10,2 0 1,-5 0-121,-4 0 1,-5 0-162,-2 0 1,-6-3-125,-5 1-328,-2 0 676,-4 2 0,-10-3 0,-5 0 0</inkml:trace>
  <inkml:trace contextRef="#ctx0" brushRef="#br0" timeOffset="316">211 892 7856,'0'4'1041,"0"-1"-799,0 0 1,0-2 26,0 3 1,2 1-70,0 4 1,1-1-36,-1 2 1,2 1-71,2 2 0,-1 0-2,-1 0 1,-1-1-178,2 1 1,-2 0 43,-1 0 1,-1 1-224,1-1 1,-4-2 18,-2-4 0,-2-1-148,0 1 0,-4-3-465,0 0 1,-2-2 76,-1 0 780,0-2 0,-8-20 0,-3-4 0</inkml:trace>
  <inkml:trace contextRef="#ctx0" brushRef="#br0" timeOffset="483">140 822 7855,'-3'-7'0,"-1"1"375,2 0 1,2 1-238,-3 1-1053,3 3 760,0-2 0,8 14 1,3 3-1</inkml:trace>
  <inkml:trace contextRef="#ctx0" brushRef="#br0" timeOffset="717">397 880 8076,'1'-4'760,"1"2"0,1 1-998,4 1 1,2 0-121,2 0 0,1 0-500,1 0 1,0 0 333,-1 0 524,1 3 0,6 1 0,1 2 0</inkml:trace>
  <inkml:trace contextRef="#ctx0" brushRef="#br0" timeOffset="892">397 976 7685,'6'0'728,"1"2"-801,-1 0 0,4 0-440,0-2 0,5 0-33,2 0 1,5 0 545,1 0 0,19-6 0,5-1 0</inkml:trace>
  <inkml:trace contextRef="#ctx0" brushRef="#br0" timeOffset="1075">692 931 7855,'7'0'266,"-1"0"0,0 0 424,1 0 1,-1 0-245,1 0 0,-2 3-22,1 1 1,-1 2-251,4 0 0,-2 0-137,-1 1 1,-2 1-110,1 1 1,-2 2-296,1-3 1,1 3-401,-2-3 0,-1 3 577,1-2 190,-3-1 0,3-1 0</inkml:trace>
  <inkml:trace contextRef="#ctx0" brushRef="#br0" timeOffset="2043">83 33 9701,'0'6'201,"3"1"1,-2-1-213,3 1 0,-2-1 79,3 0 0,-4 1-147,1-1 1,1 1 141,-1-1 0,1 0 133,-1 1-288,-1-1 0,2 1-377,-3-1 239,0-2 64,3-2 83,-3-2 0,5 0 34,-2-2 1,-1-2-7,-2-2 1,2-1 33,0 1 0,1-1-1,-1 1 1,-1-3-1,1 1 1,1-3 0,-1 3 1,2-2 151,-2 2 1,2 1-18,-1-2 0,2 2 82,-1 1 1,-1 1 133,2 1-46,-1 3 1,2-2-92,1 3 1,-1 2 81,1 0 0,-1 5-133,0 0 0,3 3-196,0-2 0,0 4-141,-1-2 1,0 0-305,0 1 1,1 0-410,0 1 1,2-1 907,-3 0 0,6-1 0,0 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12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20 328 7833,'-3'-4'113,"1"-1"0,0 3 289,2-2 80,-3 3 53,3-5-215,-3 2-257,3 1 0,0-2 111,3 3 0,-1-1-27,4 3 0,-1 0-23,4 0 0,0 0-116,-1 0 0,3 3-95,-2 2 1,0 0-97,0 2 1,-2-1-60,1 1 1,-1 1 48,-3 1 0,1 1 140,-3-1 0,0 2-5,-2-3 0,0 4-28,0-2 0,-5 0 76,-1 1 0,-3-3 15,1 3 0,0-3 13,-3 1 1,1-2-76,-1-1 1,0-2-185,3 1 1,-1-3 109,3 2 0,-1-3-301,1 2-58,2-3 26,1 0 1,6-3 249,1-1 0,3-2 214,1 0 0,11-9 0,4-2 0</inkml:trace>
  <inkml:trace contextRef="#ctx0" brushRef="#br0" timeOffset="274">283 302 7534,'0'-6'-652,"0"2"670,0-1 1,0 3 356,0-2 1,-1 3 170,-1-2-176,-2 3 0,-3 0-113,-2 0 1,2 2-64,-1 0 0,-2 3 0,2-1 1,-1 4-35,0 1 0,2 1-91,-2-1 1,3 2 70,2 0 1,1 1-26,3 1 1,0 0-33,0 0 1,3-1-193,4 1 0,5-1-205,5-1 0,2-2-108,0-2 1,2-2-352,1 0 1,-2-3 269,-3-2 1,1 0-590,-3-2 1092,0-2 0,-5-19 0,-1-5 0</inkml:trace>
  <inkml:trace contextRef="#ctx0" brushRef="#br0" timeOffset="692">45 129 7823,'0'-4'197,"0"0"404,0-1 0,0 1-388,0 0 1,4 2 47,2 0 1,2-1-2,5 1 1,1 0-165,5 2 1,4-2-204,3 0 1,-1-1-143,3 1 1,-4 1-433,-3-1 1,-1 1 188,-1-2 1,-3 3-966,-3-2 1457,-3 1 0,-7-8 0,0-1 0</inkml:trace>
  <inkml:trace contextRef="#ctx0" brushRef="#br0" timeOffset="932">276 7 8109,'1'-3'585,"1"1"1,2 1-336,5 1 1,-1 2-1,2 0 1,1 3 47,2-1 1,-1 2 99,-1 1 1,-3-1-250,-4 0 0,1 3 26,-2-1 1,-2 2-339,-3-2 1,-2-1-194,-5 2 1,-1-1-438,-3 0 1,-2-1 139,0 2 1,0-3 652,3-1 0,-1-2 0,0-3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22.1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141 38 7849,'2'-7'253,"0"0"1,1 1 1097,0-1-890,-3 3 1,3 0 392,-3 2-112,0 1-452,0 4 0,0 3-48,-3 5 0,0-1-82,-4 3 1,2-1-130,1 3 1,-1 3-55,-1-1 1,-3 1-309,0-1 0,0 1-602,2 2 0,-2 0 476,0-2 1,1-2-466,4-2 1,-2-1-424,1 0 385,2-5 960,0-2 0,9-27 0,2-5 0</inkml:trace>
  <inkml:trace contextRef="#ctx0" brushRef="#br0" timeOffset="224">20 44 7849,'-4'-7'175,"-1"-2"0,4 4 818,-1-2-461,1 2-82,1 1-79,0 1 0,3 6 33,1 2 1,3 4 0,2 2 0,1 1-249,4 2 1,1 2-112,1 2 1,0-1 104,0 1 1,0 2-159,2 3 1,-1-3-231,-4-2 1,-2-1-523,-3 1 0,-1-3-424,-2-4 1,-2-1 540,-3-3 1,-1-4-540,-1 0 1182,-2-3 0,-12-23 0,-2-7 0</inkml:trace>
  <inkml:trace contextRef="#ctx0" brushRef="#br0" timeOffset="440">7 152 7849,'-4'-1'1271,"2"-1"1,1-2-775,1-3 0,0 3 67,0-1 0,3 3 410,2-2 0,4 2-449,5 0 0,2 1 13,4 1 0,3-2-555,2 0 1,3 0-645,1 4 1,0 0-126,-2 2 1,-1-1-899,-1 1 0,-3-2 1684,-4 3 0,-5-7 0,-3 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17.2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107 174 7977,'-6'-1'349,"-1"-1"129,0 1 0,0-1-163,1 4 0,-1 0 74,0 5 1,0-1-207,-2 5 1,2 1-82,-2 4 0,1-1-21,1 5 1,1 0-263,2 4 1,1 1-485,3 2 0,0-3 241,0 1 1,1-2-63,1-1 1,5-2 14,4-7 1,2-3 470,3-4 0,28-26 0,9-9 0</inkml:trace>
  <inkml:trace contextRef="#ctx0" brushRef="#br0" timeOffset="784">268 261 7977,'0'-7'1301,"-3"0"-948,2 4-402,-2 0 0,3 4 143,0 1 1,0 1-43,0 4 0,0 3 7,0 1 0,0-1-208,0 2 1,0-1-132,0 2 0,0 1 41,0-1 0,3-2-24,-1 0 0,3-2 90,0 2 1,1-2 95,0 0 0,2-5-2,1-2 1,-2-1-23,2-1 0,1-1 37,-1-1 0,2-2 13,-2-5 1,2 0 93,-2-2 1,0 0-60,-3-2 1,-1-1 180,-1 1 0,-1 2-62,1 0 1,-2 0 32,0 0 1,-1-1-33,-1 3 1,0 2 82,0 3 0,0 2-158,0-3-107,0 4 1,0-1 69,0 4 0,0 1-171,3 4 1,-3 0 50,3 0 0,-3 2 58,0 2 1,1 0-96,1 0 0,0-1 70,2 2 0,0 0 23,0-4 0,2 4 49,-1-3 0,1-1 141,0-4 1,3-1-35,0-3 1,0 0 217,-2 0 0,0-1-138,-1-1 1,2-4-148,1-3 1,-2-3-114,2 1 1,-2-1 123,-3 1 0,2-1-10,-1 0 1,-2 3-61,-1 0-255,2-2 202,-4 4 0,4-1-245,-2 4 254,-1 2 95,5 2 0,-2 4 0,3 3 0,-3 0-24,0-1 0,1 0-1,2-1 0,0 1 51,2-2 1,-2 1 135,2 0 0,0-1-9,0-2 1,-1-1-70,3 1 0,-2-1-51,2-1 1,-3 0-48,1 0 1,1-1-15,-1-1 1,2-1-8,-2-2 0,0-1-159,-2 2 1,1-5 162,-2 1 0,3-1-25,-5 2 1,-1 0 56,-1 0 1,-1 1 15,-1-1 1,0 0 138,0 1 1,-3 1-105,-1 1 1,-5 2 130,0 0 0,-2 1-16,2 1 0,-3 0 123,1 0 1,-1 3-86,-2 2 1,4 1 85,1 0 0,-1 3 1,1 0 1,0 3-123,3-1 0,0 3-163,1 1 1,2 0 90,3 3 1,1-3-162,1 1 0,5-2-37,4-1 1,5-2-230,2-2 0,2-3-178,2-1 1,-1-2-544,1-3 1,-1-3 1040,-1-2 0,9-16 0,2-4 0</inkml:trace>
  <inkml:trace contextRef="#ctx0" brushRef="#br0" timeOffset="1367">1213 254 7851,'0'-4'812,"0"-1"-388,0 4 1,-1-2-115,-1 3 1,1 1-140,-1 1 0,1 1-4,1 4 0,0 1-6,0 1 0,0-1-160,0 3 1,3 0-46,-1 3 1,3-1-212,0 0 1,1-2-169,0 1 0,2-2 180,1 1 1,-2-1 29,2-3 1,1-1 29,-1-2 1,0-1 45,0-3 0,-1 0-12,4 0 1,-4-1 19,1-1 0,-2-2 14,0-5 0,-3 1 7,1-1 1,-1 2 173,0 0-1,-1 0-51,-3-2 1,0 1 107,0-1-121,3 2 26,-2 0-104,2 1 58,-3 2 8,-3 1 1,2 6-8,-1 1 1,1 0-36,1 0 0,0 1-26,0 2 0,0 0-15,0 2 1,1-2 71,1 2 1,2-2-8,2-2 1,2 1 148,1-2 0,-1-1 246,3-1 1,0-1 136,3-1 1,-1-1 378,1-1 1,-1-2-31,0-2 1,-2-3-340,-2 0 0,-2-3-224,0 1 0,-3-2-318,-2 0 1,-1 1-296,-1 1 1,-6 2-213,0-2 1,-2 3-709,1-1 0,-3 2 1244,-1 3 0,-2-2 0,0 2 0</inkml:trace>
  <inkml:trace contextRef="#ctx0" brushRef="#br0" timeOffset="1585">1635 288 8553,'7'0'1245,"0"0"0,-3 0-839,1 0 0,-1 2-236,3 0 0,-3 3 142,1 0-339,-1 1 1,2 1-710,-1-1-1595,1 1 2331,-6 0 0,0-4 0,-3 0 0</inkml:trace>
  <inkml:trace contextRef="#ctx0" brushRef="#br0" timeOffset="2026">1642 127 7915,'0'-7'252,"-2"0"-66,0 1-281,-1-1-576,3 3 331,0 1 1,12 18 0,3 4 0</inkml:trace>
  <inkml:trace contextRef="#ctx0" brushRef="#br0" timeOffset="2568">1796 134 7915,'0'-7'400,"0"0"70,0 0 834,0 4-901,0 0 1,3 6-139,-1 4 0,2 3-205,-2 3 0,4 1-99,-2 2 1,2 1-212,1 3 1,0 0 153,-1 0 1,3 3-92,0-1 0,2-2-46,-2-2 0,2-3-206,-2 1 0,2-4 117,-2-3 0,0-1-80,-2-5 1,0-1 216,-1-2 0,1-3-16,0-2 1,0-3 250,-1-1 1,0-3 73,-1 1 1,1-4 94,-2 0 1,0-2-98,0 2 0,-2 1 7,0-2 1,-1-1 94,-1-1 0,0 1 142,0-1 1,-2 2 9,-1-2 0,-2 4 190,1 1 0,-2 0 89,2 4 0,-2 3 253,2 1-340,1 4-380,-3-2 1,5 3-88,-1 3 1,1 0 100,1 4 1,0 0 13,0 2 0,1 3-164,1 3 0,2 0 12,5 3 1,2 0-498,2 2 0,3 0-403,-1 0 1,5 0-735,0 0 0,0 1 632,2-1 938,-1-3 0,14-10 0,4-5 0</inkml:trace>
  <inkml:trace contextRef="#ctx0" brushRef="#br0" timeOffset="3026">2460 33 7963,'-1'-9'822,"-1"0"-223,1 0 40,-2 5 1,3 3-139,0 5 1,3 2 1,2 5 0,1 2-115,0 3 1,2 3-204,1 1 1,-1 3-160,3 1 1,-1 2-88,2-1 1,0-1-343,-1 0 0,-1-1 68,-1 0 1,-2-2-289,-3-8 0,-1-1 47,-3-5 252,0-1 1,0-3 128,0-3 0,-1-3-31,-1-3 1,1-2 53,-4-1 0,4-1 57,-1-4 1,-2 3 138,-1 0 1,-1 0-51,0-3 0,-1 2 116,0 1 1,1 0-25,-1 2 0,-2 2 184,0-2 0,-2 4 83,2 0 0,-3 4-90,1-2 0,-1 6-20,1 1 0,1 5-115,3 2 1,4 2 31,0 0 1,3 4-172,0 1 0,3-2-231,4 0 0,4 0-116,4 0 0,2-1-395,3-4 1,0 0-167,1-4 0,-4-2 939,1-5 0,12-15 0,5-4 0</inkml:trace>
  <inkml:trace contextRef="#ctx0" brushRef="#br0" timeOffset="3569">2688 207 7963,'-5'-12'564,"1"0"1,2 3 81,0 2 97,1 0-204,1 4-256,0 0 1,1 4-41,1 4 0,2-1-15,3 5 1,0 1-255,2 2 1,-1 0 104,4 2 1,-4-1-349,4 0 0,-4 1 41,1-1 1,0 1-168,0-1 0,1 1 186,-1-1 1,-4 0-88,2-2 0,-3-2 69,1-2 1,-2-2-78,-3-1 367,0-2 0,0-7-331,0-4 1,-2-2 188,-1 2 1,0 1-6,1-3 1,1 0 74,-1 0 1,-1-2-5,1 2 1,-3 1 73,3-1 0,0 2 236,2 1 1,0 0-90,0 1 0,1-1-47,1 1 0,2 0-99,2 5 0,2-3 6,1 3 1,-1 0-108,3 2 0,0 0 60,0 0 1,-1 1-23,-1 1 0,-1-1-59,0 4 1,0-1-74,-1 3 0,-1 0 116,1-1 0,-1 2-188,-2 1 0,0-1-237,-2 3 0,-1 0 129,1 0 0,0 1-4,0 0 1,-1-2 166,1 1 1,2-2 21,0 2 1,2-3 33,1 1 1,0-4 157,-1-3 1,4-1 693,1-1 1,2-1-110,0-1 1,-2-4 188,1-3 0,-1-3-386,2 1 0,-2 0-40,-2 0 0,-3 0-385,-1-2 0,0 2-217,-3-1 0,0 4 90,-5-1 1,-3 2-117,-2 0 0,-4 0-888,0 1 1,0 2 214,-2 2 1,1-1-548,0 0 1436,2 1 0,7 8 0,5 2 0</inkml:trace>
  <inkml:trace contextRef="#ctx0" brushRef="#br0" timeOffset="4236">3224 241 9633,'0'-4'1800,"0"1"1,1 3-1307,1 0 1,-1 4-156,4 3 1,0 0-27,4 4 0,-1 3-638,3 4 1,-2 4 82,3 0 0,-4 3-65,4 0 1,-4-2-157,1-1 1,-3-1-572,-1-4 1,-1-1 354,-2-5 0,-1-1-157,1-3 0,-2-4 319,-2 0 1,0-5 142,-2 0 0,2-4 374,0-1 0,-1 0 0,1-1 0,0-2 0,2 1 0,-3-3 0,1 1 0,-3-1 0,0 1 0,2-3 0,-2 1 0,1-1 0,-3-4 0,0 2 104,1-2 0,0 1 263,1-4 1,0 0 161,3 1 1,-1-2-37,3 4 0,0 2 167,0 0 1,6 1-240,0 1 1,3 1-6,-3 6 0,2 0-146,1 4 0,-1 1-28,3 2 0,-2 1-61,2 1 1,-2 3-55,2 4 0,0 1-35,3 3 1,-3 1-30,0-1 1,0 3-143,0-1 1,1 3 7,-3-2 1,-3 0-115,-4-3 0,-1 0-60,-1 1 0,-1-4-115,-1-1 1,-5-4 30,-4 0 0,-2-4-190,0 2 1,-1-3-741,1 0 1,0 0 1258,2 0 0,-2-15 0,3-3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1:24.4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20 167 7848,'0'-3'-548,"2"-1"919,0 2 253,3 1 0,-1-2-401,5 1 1,-1 1-119,3-1 0,-2-1-135,4 1 0,-2-2 65,4 2 1,1-3 23,-1 0 1,0 2-75,-3-2 0,-2 1-227,-1-2 0,-3-1 65,-1-2 1,-2 1-142,-3-2 1,-4 1 190,-2-2 1,-2 3 112,-2 0 1,-1-1 97,-2 0 1,1 1-63,1 4 0,1-1 162,2 3 1,1 0 13,-2 2-108,2 0 0,1 3 56,2 1 1,-1 4-13,3 3 1,0 2-83,2 2 1,1 2-7,1 4 1,-1 3-11,3 4 1,1-1-59,1 3 0,0-1-135,1 1 1,-1 0 75,-2-2 0,2-1-85,-2-3 0,-1-3-85,2-4 1,-4-3-684,1-3-271,-1-6 1205,-1 0 0,-6-30 0,-1-7 0</inkml:trace>
  <inkml:trace contextRef="#ctx0" brushRef="#br0" timeOffset="350">7 264 7712,'0'-7'-339,"-2"2"408,0-1 1,0 3 534,2-3-309,0 3-211,3-2 1,2 4-56,4-1 0,2 1 28,0 1 1,3 0-19,1 0 1,5 2 0,-1 0 0,5 3-76,-1-3 1,2 3-65,-2-1 1,-2 0-243,-3 0 0,-6-2 153,-3 2 1,-2 0-35,0 0 198,-4 2 0,-3-2-21,-4 2 1,-2 1 137,0 2 1,-1-2-127,1 1 1,0 2 107,2-2 0,1 4-100,3-2 0,1 0 26,1 1 1,4-3-9,5 0 0,3-1-31,1-3 1,3-1 66,-1-3 1,-1-1 64,-1-1 0,-2-2 136,-3-2 0,-3-3-101,-5-2 0,-1-1-103,-1-1 1,-3 1-238,-2 1 1,-1-1-366,-3 1 0,0 1 577,-2 0 0,-6-4 0,0-2 0</inkml:trace>
  <inkml:trace contextRef="#ctx0" brushRef="#br0" timeOffset="616">398 257 7848,'7'0'135,"-1"0"1,1 2 399,-1 1 1,0-1-81,1 1 1,0 0 76,2 4 1,-2-1-347,1 0 0,1 3-179,0-1 1,0 4-426,-3-1 1,-2-1 288,1 0 1,-4-1 227,1 1 1,1-2 73,-1 1-50,0-5 0,-5-1-220,-1-3 331,-2 0 0,0-3 570,0-1 0,0-4-189,2-1 1,-1-1-472,2 1 1,1-1 18,-1 1 1,3-2-750,-2 3 1,4-3 131,2 2 0,5-1-187,1 1 1,3 1-142,2 1 1,4 3-1713,2 0 2494,0-1 0,7 5 0,2 0 0</inkml:trace>
  <inkml:trace contextRef="#ctx0" brushRef="#br0" timeOffset="1033">1207 232 7848,'-4'-10'0,"-2"3"0,2-1 474,-2 3 0,0 0-89,-1 0 0,1 3-174,0-1 1,-1 1 52,-2-1 0,0 2-27,-2 3 1,-1 2-82,1 2 1,1 1 26,0 2 0,1 0-195,-2 2 1,3 2 101,0-1 1,3 1-416,1 2 0,2 1-26,0-1 1,2 0-158,2-2 0,3 0 104,3 2 1,2-3-235,3 0 0,3-3 219,1-1 1,1-3 83,1 0 0,1-4 335,-1 1 0,0-1 0,37-21 0,10-5 0</inkml:trace>
  <inkml:trace contextRef="#ctx0" brushRef="#br0" timeOffset="1623">1431 315 7848,'10'-10'37,"-3"0"0,-3 2 160,-1 0 1,1-2 15,-2 2 0,-1 1 5,-3-2 1,-1 4 13,-4 1 0,-2 2-48,-2-3 0,-1 4-95,-1-1 0,1 1 16,-1 1 0,-2 3-187,0 1 1,0 2 6,2 0 0,0 2-50,0 0 0,3 1-130,2 2 1,1 1 28,3-1 1,1 0-120,3 0 0,1 0 42,1-2 0,2 2-53,5-3 0,1-1 59,3-3 1,0-3 296,-1 1 0,3-1 0,0-1 0,0-3 0,-5-1 0,2-2 0,-1 0 0,-1-1 0,1-2 0,-3 1 0,0-2 0,-1 0-63,0-1 0,-3-1 86,0 1 1,-2 1 186,0 0 0,-1 2 250,1-1 0,-1 2 453,1 1-261,-1 2-484,-1-2 0,0 6-14,0 0 0,1 3-77,1 4 1,-1-1 28,1 0 1,1 3-180,-1 0 0,2 2 96,-2 0 0,2 0-134,-2 0 0,1 1 22,-1-1 1,-1-1 108,1 0 0,-1 0-20,-1 1 0,0 0 68,0-2 0,0-1 223,0-1-203,0-1 0,-1-2 340,-1-2-240,1-1 14,-1-1-366,2-3 1,0-3 55,0-2 1,0-2 48,0 2 0,0 0 64,0-3 1,0 3-28,0-3 1,2 0 84,3-2 0,-2 1 113,2 2 0,-1-3-92,2 3 0,1-2 0,2 2 0,-1 0-102,2 4 0,1 0 27,2 2 1,0 1-96,0 3 1,-1 3 89,-2 1 1,2 5-88,-4 2 1,1 1-133,-3 1 1,0-1-324,-2 1 0,1 0-47,-3 0 0,3-2-876,-3-1 1461,0-2 0,-5 4 0,0-2 0</inkml:trace>
  <inkml:trace contextRef="#ctx0" brushRef="#br0" timeOffset="2307">1784 225 7848,'-7'-10'225,"1"2"0,0 1 940,2 0-353,-2 4 12,6 0 200,-3 3-755,8 5 1,0 0-148,6 3 0,-2 2-135,1 1 1,-1 1-3,2 1 1,-1 2-311,3 0 0,-1 2-16,-1-2 0,0 1-382,-2-1 1,-1-2 352,-1 2 1,-1-2-504,1-2 699,-4 1 137,0-5 259,-3-1 0,2-7-240,0-5 1,1-2-56,-1-3 0,0-1-16,2 1 0,-2-1-116,2-1 0,-2 0 153,0 0 1,-1 1-138,2-1 0,-3 0 118,2 0 0,-1 0 70,-1 0 0,0 3 228,0 2 1,0 1-48,0 0 1,0 3 164,0 0 0,1 2-105,1 0 0,-1 2-5,1 2 1,1 2-101,2 2 1,0 2-51,2 0 1,1 0-78,1 3 1,2-4 60,0 2 0,-1 0-30,1 0 0,-3-1 15,3-4 1,-1 2-16,1-2 1,0-1-14,-2-1 0,1-1 6,-1-1 1,2-1-36,-3-1 0,1-2-88,-3-2 0,0-1-182,1 1 1,-4-3 72,0 1 1,-3-1-43,0 0 1,0 0 144,-3-2 1,-1 0 22,-4 2 1,-2-2 64,-3 3 1,1 0 206,1 4 0,0 1-163,2 3 0,0 0 77,3 0 1,0 1-39,-1 1 0,3 3 162,0 4 1,2 2 8,0 0 1,1 2-166,1 2 0,1-2-180,1 2 0,2 1-11,2-1 0,3 1-270,2-1 1,-1-4-19,1 2 1,0-5-251,1 1 0,2-3 12,1-1 0,-2-2 637,2-3 0,-2-1 0,-2-1 0,10-19 0,-1-7 0</inkml:trace>
  <inkml:trace contextRef="#ctx0" brushRef="#br0" timeOffset="2750">2265 219 7848,'-4'-7'210,"-1"1"525,4 0-176,-2 2-306,3 1 1,0 4 19,0 1 0,0 2 26,0 2 1,0 0-220,0 1 1,3 2 112,1 2 0,0-1 26,0 0 0,0 0-48,0 1 1,2 1-7,-2-1 0,-1-1-93,2 1 0,-4-3-243,1 3 1,1-3-25,-1 0-96,0-1 123,-2 0 57,0-4-187,0 0 189,0-3-59,0-6 0,0 0 73,0-5 1,0 0-133,0 2 1,0-1 175,0 1 1,0-2-45,0 3 1,0-3 245,0 3 0,0-3 46,0 2 1,3-1 105,-1 1 0,3-2-199,-1 3 1,2-1 82,0 3 0,0 0-37,1-1 0,-1 4-40,1 0 0,0 3 39,1 0 0,-1 0 40,2 3 0,-2 1-155,0 4 0,-1 2-26,0 3 0,1 0-145,-1 0 1,0 0-66,-2 0 0,0-1-264,-2 1 0,-1 0 135,1 0 0,1-3-65,-1-2 1,0-1-151,-2 0 0,0-3-1206,0 0 745,0-2 1007,3 1 0,9-20 0,5-5 0</inkml:trace>
  <inkml:trace contextRef="#ctx0" brushRef="#br0" timeOffset="2949">2541 232 7836,'0'-10'-12,"0"3"391,3-1 684,-3 3-320,6 3-399,-2 2 1,1 2-84,0 3 0,-2 3 74,-1 3 0,1 1-20,1 1 1,1 0-110,-3 0 0,3 1-141,-3 1 1,2 0-265,-2-2 0,3 0-546,-3 0 0,1 0 95,-1 0 1,-1-3-1924,3-2 2573,1-4 0,4-18 0,1-7 0</inkml:trace>
  <inkml:trace contextRef="#ctx0" brushRef="#br0" timeOffset="3082">2528 58 7848,'-7'-6'226,"1"0"-226,0-1 0,5 12 0,2 3 0</inkml:trace>
  <inkml:trace contextRef="#ctx0" brushRef="#br0" timeOffset="3535">2682 257 7835,'6'4'317,"1"-1"-42,-1-3 1,0 0-14,1 0 0,-1 2-239,1 0 0,0 0 25,1-2 1,0 0-5,0 0 1,-1 0 22,0 0 1,-1-2-250,0 0 0,-1-3 164,-1 1 1,-3 0-93,2 0 0,-3-1 82,0-1 1,0 0 168,0-1 1,-3 1-26,-1-1 1,-2 3-11,-3 0 0,2 2 20,-2 0 0,2 2 8,-2 0 1,2 0 131,-2 2 0,2 2-200,1 2 0,2 2 6,-1 0 0,4 2-81,-1 3 0,1-2-195,1 2 1,3-2 17,1 4 1,5 1-134,1-1 1,5 2-593,2-2 1,4-3 322,1-3 0,1-2 249,-2-1 1,1-2 338,-3-2 0,3-18 0,1-6 0</inkml:trace>
  <inkml:trace contextRef="#ctx0" brushRef="#br0" timeOffset="3944">2887 212 7848,'-6'-3'0,"1"-2"0,1 3 1055,0-3-251,-3 4-539,4-2 0,1 7-46,4 2 1,1 1-28,4 4 1,0 0-7,1 1 1,0 1 26,3 0 0,0 0-108,2 0 0,-1 0 70,-2-1 0,2 1-293,-4-3 1,1 2-61,-3-4 35,1 1 1,-3-6 56,0-1 74,-2-1 1,1-2-53,-3-1 0,-3-1-155,1-4 0,-3-1-205,1-1 0,0 0 174,0 0 1,2 2 52,-2-4 0,2 2 162,-3-1 1,4 1 157,-1-2 0,-1 3-33,1-3 0,0 1 263,2-1 1,0 0-197,2 3 1,2-2 110,2 2 0,1 3 10,-1 1 1,3 3-56,-1 1 0,4 1 28,-2 3 1,3 4-34,2 4 0,-1 2-329,1 1 0,-2-1-227,0 3 0,-2 0-284,0 0 0,-4-2 45,2-2 0,-1 0-454,0 0 1,-3-1 467,2-1 0,-2-4 563,1-3 0,3-11 0,1-1 0</inkml:trace>
  <inkml:trace contextRef="#ctx0" brushRef="#br0" timeOffset="4428">3349 206 7858,'-2'-9'123,"0"1"1,-3-1 197,0 3 1,-1 2 130,-3 2 0,2 1-46,-4 1 0,0 1-8,-2 1-1,1 5-190,2 3 1,0 3 12,4-1 0,2 2-92,-1 1 1,4 1-165,-1 1 1,4 0 14,2-2 0,2 2-256,0-4 1,4 0-101,0-4 1,2 1 170,1-4 1,2 1-18,0-5 1,0 3 72,-2-3 1,0 0-79,2-2 0,0-3 162,2-1 0,-3-2 126,1 0 1,-1-1-178,1 1 0,-1-1 38,1 1 0,-2-2-37,0-1 0,-1-2-21,-1 3 1,0-4 101,-2 2 1,-1-2 86,-1-1 1,-4 2 86,-1 0 1,1 1-89,-1 0 0,-2-2 113,-5 4 0,-3 0-96,-3 4 0,-1-1 164,-1 2 1,3 1-23,-1 2 0,0 1 130,-2 1 1,1 2-32,2 5 1,0-1 103,4 3 0,2-1-78,-1 3 0,4 0-205,-1 0 1,3 0 14,1 2 0,5-1-3,0 1 1,4-2-207,-1-3 1,3 2-143,2-4 0,-1 0-415,1-4 0,1 1 54,1-3 1,1 1-476,-1-3 1,2 0-726,-2 0 1767,-2-3 0,27-24 0,3-8 0</inkml:trace>
  <inkml:trace contextRef="#ctx0" brushRef="#br0" timeOffset="4675">3644 26 8187,'0'-6'723,"1"0"-392,1-1 1,2 4 250,5 0 1,-2 3-51,4 0 1,1 3 101,3 4 0,-1 3 381,3 5 0,0 2-359,2 4 1,-2 4-144,0 3 1,-5 2-572,-1 0 1,-6 3-581,-3 1 0,-3-2 328,-3 0 1,-4-6-208,-7-4 1,1-5-423,-4 1 0,2-5 939,-1 0 0,-24-9 0,-4-5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38.9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10 8342,'-3'-5'904,"-1"0"1,-4 7-605,-1 6 1,0 4 15,0 7 1,-3 4 109,-3 7 0,0 6-198,2 5 0,1 2-57,2 8 0,1-4-413,5 3 1,2-7-75,7-2 1,5-8-1010,7-3 0,4-6 144,3-2 1181,3-8 0,6-5 0,2-6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37.6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294 411 7684,'4'-3'-199,"1"-1"-50,-3-2 0,3 0 415,-1 2 0,0-2 404,0 2 0,-3-2-271,1 0 1,1-1-185,-1 1 1,1-3-81,-3 1 1,0-1 97,0 3 1,-3 0-8,-2-1 1,-1 1-29,-3-1 0,-1 1 4,-2-1 0,-4 4-54,-1 1 1,-2 1-112,0 1 1,-1 4-1,-1 2 1,-1 4 73,-3 5 1,3 2 8,-4 4 1,7 2-14,-1 3 1,5 2-82,1-1 1,6 1 37,3-2 1,5-3-4,5-2 0,2-2 21,6-4 1,4-3-9,3-6 1,5-2-49,1-2 0,4-2 9,0-2 1,-2-5-102,0-3 0,-2-3-32,-3-2 1,1-2-197,-5-2 0,-2 3 19,-6 1 0,-4-1-158,-3 1 1,-2 0 532,0 2 0,-7 3 0,-19-5 0,-11 2 0</inkml:trace>
  <inkml:trace contextRef="#ctx0" brushRef="#br0" timeOffset="156">108 430 7698,'-12'4'142,"1"-2"1,2 1 312,3-1 1,2 1-326,2-1 0,2-2-245,2 3 0,4-3 156,5 0 1,4 0 20,2 0 1,2 0-135,0 0 1,1-2-250,1 0 1,1-1-605,2 1 925,-5-2 0,17-19 0,2-5 0</inkml:trace>
  <inkml:trace contextRef="#ctx0" brushRef="#br0" timeOffset="616">204 109 7717,'-6'0'94,"-1"0"664,1-3-537,2 3-247,2-3 218,2 3-66,5 0 0,0-1 11,6-1 1,2 1-34,2-1 0,3 1-89,-1 1 0,1 0-98,1 0 1,1 0-375,-1-2 1,2 1 61,1-1 1,-3-1-938,-2 1 1332,0-3 0,2-10 0,1-6 0</inkml:trace>
  <inkml:trace contextRef="#ctx0" brushRef="#br0" timeOffset="823">435 7 7461,'-6'-3'-183,"-1"2"1,3-2 1287,0 3-733,2 0-732,-1 0 523,6 3 1,3 1 67,3 2 0,0-2 159,-1 1 0,0-1-206,3 2 1,-3-1-109,3-1 1,-4 0-73,0 3 0,-2-1-218,-2 0 0,-1 1 102,-2 2 1,-1-2-117,-1 2 0,-5 0-795,-6 0 0,-1-1 1023,-3-1 0,-17 2 0,-7 1 0</inkml:trace>
  <inkml:trace contextRef="#ctx0" brushRef="#br0" timeOffset="1974">698 148 7762,'0'-7'863,"1"4"-638,1 1 1,-1 1-55,4 1 0,-3 1 134,2 1 1,0 4-1,3 5 1,1 4 96,1 2 0,0 5-188,0 4 1,-3 3 12,1 5 1,-2 0-51,-3 5 1,-1-6-14,-5 2 1,-3-3-118,-6-5 1,-3-2 8,-1-3 1,-1-3-121,-2-2 0,2-3-349,1-4 0,1-2-1735,3 1 1582,3-2 566,1-4 0,17-8 0,3-6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42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7620,'-6'0'667,"2"0"-200,-1 0 0,4 0-12,-2 0-48,0 0 14,2 0-186,4 0 1,4 0-142,6 0 0,1 0-166,1 0 1,2 1-322,4 1 0,-1-1 131,2 1 0,0-1-667,-1-1 929,0 0 0,1-3 0,1-1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45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71 7731,'3'-7'242,"0"4"-217,-3-3 232,0 5-161,0-2-2,-3 9 1,3-2 1,-2 5 1,-1 0-29,1 0 1,-3 2-151,3 0 1,0 3 124,2 1 0,0 1-81,0-1 1,0-1-481,0 3 1,0-3 156,0 1 1,1-1-57,1-1 0,-1-3 417,4-2 0,-1-1 0,2-3 0,6-13 0,2-5 0</inkml:trace>
  <inkml:trace contextRef="#ctx0" brushRef="#br0" timeOffset="291">116 128 6943,'0'7'131,"0"-1"0,3 1-106,-1 2 0,0 1-2,-2 3 0,2-1-31,0 1 0,0 2-8,-2 0 1,0-2-31,0-2 0,-3-1-14,-1 0 1,1 0-173,-2-4 0,1 0 81,-2-2-240,-1-1 391,1-3 0,-3-26 0,-1-6 0</inkml:trace>
  <inkml:trace contextRef="#ctx0" brushRef="#br0" timeOffset="440">104 13 7762,'0'-4'-494,"0"1"494,0 1 0,0-2 0</inkml:trace>
  <inkml:trace contextRef="#ctx0" brushRef="#br0" timeOffset="826">206 51 7764,'4'0'458,"1"1"-312,-3 1 1,1 0 26,-1 2 1,1 0 25,1 3 0,1 2-231,-3 2 0,2 1-23,-1 3 1,-1 1-20,-2 1 0,-1 3-49,-1-3 1,-2 2-259,-5-4 0,2 3 139,-2-4 0,2 1-368,1-5 610,-1 0 0,-2-12 0,-1-3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51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33 334 7733,'0'-5'16,"0"1"0,0-1 1,0-1 393,0 0-343,0 2 1,0 1 245,0 1-157,0 1 0,-2-1-1,0 4 1,0-1-116,2 4 1,0 0 4,0 3 0,0-1 30,0 2 0,0 1-146,0 1 0,0-2 48,0 2 1,0-2-54,2 1 1,-1-1-64,1 2 0,2-4 32,0 2 1,0-2-9,0 0 1,0-2 22,3 0 1,-1 0-126,0-3 0,1 0 108,-1-2 1,3-3-132,-1-1 1,3-2 184,-2 0 0,-1-4-7,-1 0 0,-1-2 30,0 2 0,-2-3 148,-2 3 1,1 0-2,-1-1 1,0 3-34,-2 0 1,0 1 122,0 0 0,-2 3-95,0 0 1,-1 2 93,1 0-136,1 1 1,-2 4-4,3 1 1,0 3 12,0 1 0,1 2-20,1 3 0,0 2-7,2 0 1,-2 3-30,2-1 0,1 4-82,1 3 1,-2-1 21,1 0 1,-4 0-121,1 1 0,-1 0 86,-1-3 1,-1 0 10,-1-4 0,-2-1 76,-5-4 1,-1 1-3,-3-3 1,1-1 20,-1-5 1,0 1 144,0-3 1,0 0-48,-2-2 1,3 0-28,-1 0 1,3 0 139,-1-2 0,2-2-69,2-2 0,4-1-13,1 1 1,1-1-99,1-2 0,1 1-110,4-2 0,0 1 23,5-2 1,3 1-176,2-3 1,3 2-24,-1 0 1,2 4-105,3-2 1,-2 0-138,1 0 0,-2 1-17,-2 1 0,0 4 478,-4 1 0,-1 1 0,-6 1 0</inkml:trace>
  <inkml:trace contextRef="#ctx0" brushRef="#br0" timeOffset="940">334 109 7746,'0'-4'-377,"-2"1"754,0 1 1,-1 1-155,1-1 1,1 1-22,-3 1 0,1 3 8,-1 1 1,2 4 10,-2 1 0,2 2-79,-3 0 0,4 3-147,-1 1 0,1 2-262,1-2 1,0 3-20,0-1 0,1 1-221,1-1 0,2-1 256,5-4 0,1 0-142,5-4 1,1 1 392,1-5 0,22-15 0,2-4 0</inkml:trace>
  <inkml:trace contextRef="#ctx0" brushRef="#br0" timeOffset="1216">578 160 8561,'7'7'517,"-1"-1"1,0 3-607,1-1 0,-1 4 61,1-2 0,-3 3-167,0 2 1,-2-1 40,0 1 0,-2-2-196,-2 0 0,-2-2 149,-2-1 0,-1-2-128,-2 1 0,-1-5-112,-3-2 0,3-1 441,-1-1 0,-8-26 0,-5-6 0</inkml:trace>
  <inkml:trace contextRef="#ctx0" brushRef="#br0" timeOffset="1366">559 38 7746,'0'-6'280,"0"-3"144,0 2 1,-1-2-1777,-1 5 434,1 1 918,-1 3 0,13 11 0,3 4 0</inkml:trace>
  <inkml:trace contextRef="#ctx0" brushRef="#br0" timeOffset="1625">674 38 7746,'0'-4'331,"0"0"696,0 3-644,0-2-264,3 6 0,2 3 79,3 5 0,0 3-103,3 1 1,-1 3-136,3 2 1,-3 0-153,-1 3 1,-3-2-407,-2 0 0,-1-1 376,-3-1 222,-5-2 0,-23 4 0,-9-1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54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115 1 7716,'-4'0'12,"1"0"167,0 0 0,2 0 50,-3 0 0,2 0 0,-3 0 1,1 3 225,-2 1 1,-1 5-119,-2 4 1,1 4 129,-3 7 0,1 9-71,-3 9 0,3 5-103,1 5 1,5 1-133,2 1 0,2-3-99,2-2 0,5-8 28,3-3 1,2-9-149,1-3 0,0-5-462,0 1 0,-3-6-96,-2-3 0,2-3-386,-2-4 1,1 1 292,-3-1 0,-2-2 709,1-2 0,-10-7 0,1-2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2:59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27 154 7718,'-3'-6'0,"-1"-1"80,1 1 1,-1 0 504,2 2-351,1-2 1,-2 3 284,0-1-78,3 1-110,-3 1-207,3 1 0,3-1 110,1 4 1,2-1-1,0 4 1,3 2 6,2 3 0,1 3-25,1 2 1,2 2-72,0 5 0,2 3 20,-2 5 1,2 4-133,-2 3 1,-3 3-64,-3 0 0,-5 0-163,-2-3 1,-5-1-26,-3-4 0,-4-5-201,-5-8 0,1-1-5,-3-5 0,2 0-214,0-4 0,3 0 62,1-3 0,2-2-1151,2 1 1727,1-4 0,16-21 0,5-9 0</inkml:trace>
  <inkml:trace contextRef="#ctx0" brushRef="#br0" timeOffset="384">476 52 7718,'-1'-9'159,"-1"1"0,1-1 338,-1 3 1,1 1-301,1 1 1,1 3-227,1-2 1,2 1 220,2-1 0,2 1 85,1 2 0,2 0-166,0 0 0,1 3-109,1 1 1,0 3-216,0 1 0,-1 0 79,-1 3 0,-4 0-53,-3 1 0,-3 1-14,1 0 1,-4 0-194,-2 0 0,-2 0 49,0-1 1,-3 1-123,-2-3 1,2 0 150,0-1 0,0-2 316,0 1 0,1-1 0,1-3 0,1-1 0,5-6 0,2 0 0</inkml:trace>
  <inkml:trace contextRef="#ctx0" brushRef="#br0" timeOffset="574">514 218 7718,'0'-3'495,"0"0"0,1 3-36,1 0 0,1-1-91,4-1 1,0 1-206,1-1 1,5 2-200,2 0 0,2 0-174,1 0 1,0 0-452,1 0 0,0 0 525,-2 0 1,-1-3 135,-4 1 0,-2-3 0,0 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02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1 7586,'-7'0'0,"1"0"-491,-1 3 0,1-3 357,0 2 0,0 0 184,2 0 0,-2 1 111,2 1 1,0 2-130,0-2 1,2 2-4,-3 0 0,4 1 9,-1 2 0,1-2 0,1 2 0,0 0-36,0-1 1,0 4-3,0-2 1,1 1-30,1 2 0,2-3 49,2 5 0,-1-3 0,1 3 0,-1-1 0,4 1 1,-2 2-3,-1 2 1,1-2 16,-1 0 1,0 0 3,-2 2 1,1-2-8,-3 1 1,1-4 6,-3 1 0,0 0 94,0 0 0,-3 0-95,-2-5 0,-1 0-31,-3-1 1,2-3-39,-1 1 0,0-2-276,-1-2 234,2 2 0,-2-5-265,3 2 62,-1-1-376,1-1 652,2 0 0,1 0 0,3 0 0,0 0 0</inkml:trace>
  <inkml:trace contextRef="#ctx0" brushRef="#br0" timeOffset="308">13 495 7738,'-3'-4'385,"0"1"-274,3 3 1,0 4-147,3 1 1,0 2 118,4-3 0,-1 2-92,0 0 0,2 1 42,0-1 0,-1 3-150,2-1 1,-2 4 66,-1-2 0,1 2 53,-1 1 0,-2 1 19,1 1 0,-4-1 40,1 3 0,-1 0 86,-1 2 1,0-2-48,0 1 0,0-2 128,0 1 1,0 1-67,0-3 0,0 0 123,0-2 0,0-1-278,0 1 0,1-1 76,1-1 1,-1 1-70,3-4 1,1 1 61,1 0 0,3-2-501,-1 2 0,2-2-111,-2-1 1,0-2-934,3-2 1467,-1-1 0,6-7 0,0-1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04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33 7721,'0'-4'-457,"0"-1"0,-2 3 487,0-2 667,0 3-522,2-5 0,0 4 45,0-2-140,0 3 158,0-2-30,3 3-133,0 0 1,4 0 8,-1 0 1,0 0-21,1 0 1,1 3-80,1 1 1,0 2 53,-3 0 0,1 1-131,2 2 1,-2 1-46,1 3 1,-1 2 75,0 2 0,-3 2-43,0 0 1,-2 0 53,0 1 1,-1 1-105,-1 0 1,-3 1 62,-1-3 0,-2-3-110,-1-1 1,2-1 70,0-1 0,0-1-108,0-1 0,3-1-33,-1-2 1,3-1-19,0 2 289,0-2 0,0-1 0,0 1 0,8-6 0,3-2 0</inkml:trace>
  <inkml:trace contextRef="#ctx0" brushRef="#br0" timeOffset="344">155 379 7721,'-5'1'-224,"1"1"331,0-1 0,-3 5-55,1-2 0,2 2 96,2 0 1,2 3-96,0-1 0,0 4 7,0 1 0,0 0-225,2 2 0,2 1 9,2-1 0,2 2 75,0 0 0,0-1 15,3-1 1,-3 1 92,0-1 1,0 2 31,0-2 1,-1 0-6,-1-2 0,0-1 120,-4 1 0,1-2-12,-1 0 1,-1-1 183,1 0 1,-4 2 56,-2-4 1,-3 3-110,-1-3 1,0 1 4,-3-3 0,3 1-208,-3-1 0,1 0-244,-1-2 1,0 1 39,2-3 0,0 3-374,0-3-20,2 0 1,1-3 506,4-1 0,12-19 0,5-6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04.2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58 7746,'0'-9'75,"0"-1"1,0 1 326,0-1 1,0 3-79,0 1 0,-1 4 720,-3-1-688,3 2 1,-3 2 47,4 2 1,0 2-4,0 5 0,0 5-148,0 4 1,3 1-62,0 6 0,5 1-62,-2 5 1,3-2-126,1 2 1,-1 1-42,1-1 1,-2 0-261,-1-3 0,0 3 47,-4 0 1,4-4-253,-4-5 1,0-4 14,-3-3 0,0-2-188,0-4 662,0-5 0,0-2-17,0-6 0,0-2 8,0-5 0,0 0-21,0 1 1,0-5 120,0-2 0,1 1-40,3-1 0,-3 1 10,2-1 0,1-1 41,-1 4 0,2-3-42,-2 3 1,-1 0-42,4 3 1,-2-1-31,2 1 0,-3-2 10,4 6 0,-1 0-18,4 0 0,3 4-109,-1-1 0,2 3 129,-1 3 1,-1 2-13,4 5 1,0 1 169,3 1 0,-3 3-110,0 5 0,-4-2 83,1-2 1,-7 2-58,-2-2 1,-3 1 8,-1-1 1,-9-2-18,-4-4 1,-4-4 7,-2 1 1,-5-5-659,-1 1 0,0-2-20,-1-1 1,5-1-284,-1-2 0,2-1 898,4-3 0,24-23 0,9-2 0</inkml:trace>
  <inkml:trace contextRef="#ctx0" brushRef="#br0" timeOffset="351">453 386 7746,'9'0'0,"2"-3"0,2-1 0,-1 1 826,4 3 0,-5 0-404,2 0 0,2 0-343,1 0 0,-1 0 16,1 0 1,-4 0-147,1 0 0,1-3 23,-1 0 1,-1-4-232,-2 4 1,0-1 21,-1 1 0,-2-2-264,-1-1 0,-4-3 92,2 3 1,-3-3 150,-1 0 0,-5 2 119,-1 1 1,-3 1 33,0-2 0,-5 2 92,-2 2 1,-4 2 46,-2-3 0,-2 3 302,-1 1 1,-2 5 125,5 1 0,-2 3 382,2 0 1,4 1-168,-1-1 1,7 5-123,3 2 0,5 4 3,7 2 1,6-1-243,7 5 0,11-1-102,5 0 0,5 2-156,1-4 0,3-5-208,-3-5 1,3-7-150,-6-3 1,-2-3-441,0-3 0,-8-3-1101,-2-7 0,-7-2 1840,-3-4 0,-20-13 0,-5-4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02.6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29 298 7784,'-5'-7'34,"2"1"277,-3 4 141,5-3 1,-6 6-170,3 3 0,1 1 76,3 5 0,0 0-250,0 3 0,0 2-148,0 4 1,0 1-125,0-1 0,1 0 64,3 0 0,-2 4 3,4-1 1,-3 1 32,4-4 1,-4-3-152,3 0 1,0-4 40,0 1 0,3-6 70,-3 0 1,-1-5 64,2 1 1,0-3-74,6-3 1,-2-6 6,2-4 1,-3-4 38,0 1 0,0-2-1,-1-1 0,1 0 12,0-1 1,-2 1-13,-1 0 0,1-3 65,-1 3 1,-3-1-132,-1 7 187,2-4 1,-4 6 26,3-2 103,-3 7-178,-1 2 0,-3 5 5,-1 2 1,0 2-21,1 5 0,2 3 1,-2 0 1,-2 4-101,2-1 0,0 1-24,3-1 0,0 2-90,0-2 0,0 2 87,0 2 1,4-2 106,3-2 1,1-2 111,2-5 0,3 0 264,-1-3 1,4-1-85,-3-5 0,3-5 121,-3-1 0,1-7 368,-1-3 0,-3-2-288,-1-1 0,0-1-224,-6 1 1,0-3-210,-3-1 1,0 1-215,0 2 0,-1 2-128,-2 2 0,1-1-1296,-5 4 994,1 0 0,-1 5-1027,1 1 1638,4-1 0,6 15 0,7 0 0</inkml:trace>
  <inkml:trace contextRef="#ctx0" brushRef="#br0" timeOffset="183">607 336 7784,'10'0'0,"-1"0"1109,1 0 1,-4 4-430,1 3 0,-2-1-264,1 4 1,2-3-229,-5 6 1,1 2-151,0 1 1,-3-1-726,2 1 0,-2 0 192,-1 4 0,0-1-71,0 0 1,-3-4 182,0-2 383,-5-2 0,-2-15 0,-5-2 0</inkml:trace>
  <inkml:trace contextRef="#ctx0" brushRef="#br0" timeOffset="395">636 192 7781,'0'-13'-309,"0"0"0,0 0 65,0 4 1,0-1-143,0 0 0,1 4 386,2-1 0,-2 5 0,12 11 0,-2 7 0</inkml:trace>
  <inkml:trace contextRef="#ctx0" brushRef="#br0" timeOffset="884">877 105 7781,'-7'-16'1516,"1"0"-1115,4 4 0,-4-1 462,3 7-330,2-3-307,-3 8 0,4 2 38,0 9 0,0 1-26,0 5 1,0 3-212,0 3 1,0 5-72,0-1 1,0 6-137,0 3 1,1-2-39,2 0 0,-1-2-206,4 1 1,1-2 103,3 2 0,2-2-189,1-1 0,1-5 210,-1-1 1,-1-7-26,4-3 1,-4-7 269,0-3 0,0-7 3,1-6 1,-2-4 49,2-5 0,-3-4-44,0-3 0,-1-3 101,1-3 0,-3 2-20,-1-2 1,-3-1-38,4 1 0,-4-5-21,3 2 0,-3 1-2,4-2 0,-5 6 86,1 2 1,-2 0 423,-1 5 459,0 5-470,0 8 1,-3 7 147,0 6 1,-5 4-137,2 6 0,1 2-22,-2 4 1,5 4-181,-1 3 1,2 2-63,1 1 0,1 3-75,2 0 0,2 4-114,5 0 1,1-3-242,2-1 1,0-2-227,3-1 1,3-1-543,-3-3 0,1-1 90,-1-5 1,-2-7-1746,-5-2 2630,1-7 0,8-25 0,3-10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01.6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73 7784,'0'-10'-23,"-1"1"1,-1-1 0,-1 0 979,1 1-718,1 4-396,1 0 285,0 18 0,0-1 71,0 10 0,0 3-155,0 1 0,1 2-24,2 5 1,-1-3-126,5 2 0,-2-2 44,1-2 1,3 5-166,-3-1 0,2-3 139,-2-4 1,3-4-89,-3-2 1,-1-1 105,2-5 0,-4-1-14,4-6 0,-4-2 161,3-4 0,0-4-47,0-2 1,2-6-31,-1-1 0,-2-5-8,2-1 1,-2-2 17,1-4 0,3 2-45,-3-3 0,0 1-3,0-4 0,0 0-4,0 0 0,3 1-77,-3 3 0,3-2 2,0 4 0,-2-1 81,-1 4 1,-3 7-56,4 6 28,-5 5 1,2 5 15,-4 7 1,0 7 50,0 2 1,0 2 129,0 4 0,0 1-113,0 3 0,0-4 85,0 1 1,1-1-87,2 0 1,-1 2-31,5-4 1,-1 1-8,4-4 0,0 0 37,-1-7 0,0 0-14,-3-4 0,3-3 157,-3-3 1,3-8 248,0-4 1,1-5-95,0-5 1,-2-5 81,-1-2 1,1-6-198,-1-3 1,-2 1-234,1-2 0,-2 5-327,2-1 0,-3 1 133,4-1 0,-4 5-154,3-1 0,1 8-609,2 1 986,-3 6 0,2 21 0,-3 9 0</inkml:trace>
  <inkml:trace contextRef="#ctx0" brushRef="#br0" timeOffset="349">511 285 7929,'5'4'452,"3"-2"-266,-5 5 1,5-4 12,-2 3 0,3-2 5,0 2 0,1-4-13,-1 1 0,1 2-8,0-2 1,3 0-70,-1-3 1,2 0-173,-1 0 1,-2-3-108,2 0 1,-3-5-144,0 2 0,0-3 41,-1-1 0,1 0-192,-1-3 1,-3 1 172,-3-4 1,1 3 110,0-3 1,-1 1 50,-3-1 1,-5 1 33,-1 2 1,-3 4 364,0-1 0,-5 2-13,-2 4 1,1 1 169,-1 3 1,1 5-61,-1 5 1,-1 1 162,4 5 1,-3 0-86,3 3 1,3 0 23,4 1 0,4 2-168,-1 1 1,2 3-81,1 0 1,2-2-120,4-2 0,5-2-100,8 0 0,0-2-313,1-2 0,0-3-270,2-7 0,-1 2-670,1-5 1,-2 0 1245,0-3 0,12-43 0,3-10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1.4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174 99 7838,'7'-8'0,"-1"0"-206,0 0 1,-3-1 1898,2 1-1113,-3 0 0,1 0-160,-6 3 0,-2-1-195,-3 3 0,-1 0-140,-2 3 0,1 0 42,-4 0 0,0 1-156,-2 2 1,0 2 97,3 6 0,-3-1-94,2 4 1,3 0-148,0 2 0,1-2-153,2 0 0,1-1-152,1 4 1,3-3 106,3-1 1,0-2-47,0 3 1,3-4 199,3 1 1,5-4 66,3-2 1,1-3 7,2 1 0,-1-3 97,1-3 1,-1-4-2,0-4 1,0-3 255,-2 3 0,0-7 139,-3 2 0,3-3 6,-3 0 1,0 1 192,-3-1 1,0-1-110,-3 1 1,2 2 185,-5 3 1,1 7-253,-3-1 0,1 5 367,2 0-692,-2 2 0,6 6-51,-2 3 1,3 1-120,0 5 1,0-1-220,1 1 1,2 1-522,3-1 1,-1 1 132,1 2 1,-1-1-469,4 1 1,-1-4 1195,1-2 0,32 2 0,9-1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9.0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9 7934,'-1'-4'442,"-2"1"746,2 2-810,-6 1 0,3 8-152,-1 6 0,1 3-16,4 8 0,0-1-85,0 6 1,3 0-211,-1 3 0,5-1-50,-2-2 0,0 2-320,0-5 1,-3 2 79,1-4 0,-2 0-507,-1-9 1,0-1-100,0-7 981,0 0 0,-11-29 0,-3-7 0</inkml:trace>
  <inkml:trace contextRef="#ctx0" brushRef="#br0" timeOffset="350">0 207 7934,'0'-8'0,"0"-1"466,0 1 1,1 1-101,2 1 1,-1 0-279,3 3 0,1 1 48,2 2 1,4 0-130,2 0 1,3 0 60,5 0 1,0 0-119,6 0 0,0 0-303,-1 0 1,5 2 134,-2 1 0,-2 0-51,0-3 1,-6 1-3,-3 1 1,-5-1-398,-3 2 485,-2 2 1,-5-1 135,-1 4 1,-6 1-152,-2-1 0,-3 1-9,0 2 0,0-1 514,0 4 0,0-3-26,3 3 0,1-2 101,4 2 1,0-1-213,0-2 1,8-4-135,3 4 1,3-7-19,3 1 0,2-3-19,0-2 0,4-3 276,-1-3 1,-5-2 316,0-3 0,-4-2 231,-2-3 1,-1-1-410,-8 1 0,1-1-299,-3 1 0,-3 0-66,-3 2 1,-4 0-276,-1 3 1,-4 1-386,2 4 1,-2 3 610,1 3 0,-1 10 0,2 4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6.0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223 140 7936,'4'-4'27,"0"-3"0,-4 1 26,0-1 1,-1-1 156,-2 3 1,-2-1-101,-6 3 1,-2-1-51,-3 1 0,-5 2 46,-1-1 1,1 1 89,-1 1 0,1 1-40,-1 1 0,3 2 145,5 2 0,3 1-232,6-2 1,1 6 13,4 3 0,1-1-113,2 1 1,2-1 101,6 4 1,3 2 36,5 0 0,0 1-80,3-4 0,-1 3-151,1 1 0,1 2 75,-4-3 0,-1-1-72,-4-4 1,-3 0 50,-6-3 20,-1 0 1,-9-3-170,-3-3 1,-4-1-164,-4-4 0,-3-1-203,-1-2 1,0 1 183,1-3 1,2 0-41,1 0 0,0-3-67,5 3 506,4-2 0,22-9 0,8-1 0</inkml:trace>
  <inkml:trace contextRef="#ctx0" brushRef="#br0" timeOffset="259">420 256 8386,'0'-6'1809,"0"1"-1701,0 3 1,0-2 84,-3 4 1,1 1-1,-4 2 1,5 3-32,-2 5 1,2-1-167,1 3 1,4 1-72,1 3 1,3-2 111,3-1 1,-1 0-126,1-3 0,0 0 111,0-6 0,0 1 103,-2-3 1,-1 0-354,0-3 1,-3-5-366,-3-3 0,-1-1 241,-1-5 0,-6-2-184,-2-3 0,-6 2-851,0 3 1386,-1 1 0,-5 0 0,-2 1 0</inkml:trace>
  <inkml:trace contextRef="#ctx0" brushRef="#br0" timeOffset="542">536 83 8164,'-4'-8'492,"2"2"230,-3 1 932,3 3-1081,-2-2 0,5 8 6,2 1 0,2 6-167,3 3 0,3 2-218,0 0 1,3 4-1,0 2 1,2 1-368,0-1 1,0 2-561,-3-2 1,-1 1 93,-3-1 1,-2 1-829,-2-4 1,2-1 696,-4-4 0,-1-2 770,-2-4 0,0-11 0,0-2 0</inkml:trace>
  <inkml:trace contextRef="#ctx0" brushRef="#br0" timeOffset="977">791 239 8064,'0'-4'1413,"0"0"-1116,0 4 0,3 1-50,0 2 0,2 4-250,-2 4 1,2 3-6,-2-3 0,4 3 5,-2 0 0,0-1 22,0 1 0,0-3-225,0 2 0,3-2 166,-3 0 0,0-5-20,0-1 25,1 1 0,2-2-110,0-1 0,-2-3-283,-1-3 1,0-1 166,0-4 1,2-1 2,-1 1 1,-1-3 151,0 0 0,0 0 25,0 3 1,2-3 55,-5 0 1,2 0 178,-1 3 1,-1 0 160,3 3 580,-3-2-517,5 2 0,-5 1 248,3 1-359,-3 2 0,3 5-177,-2 1 0,-2 2-1,5 2 1,-3-1-32,2 0 0,-2 3-205,2 0 0,0 0-14,1-3 0,0 3-240,-3 0 0,3 0-395,0-3 1,0-2 190,-1-1 1,3-2 116,-3 3 1,3-5 487,0 2 0,0-2 0,0-1 0,-3 0 0,21-36 0,1-10 0</inkml:trace>
  <inkml:trace contextRef="#ctx0" brushRef="#br0" timeOffset="1220">1154 75 8008,'-3'-20'0,"0"1"0,1 4 516,2 4 937,0 5-540,0 2-628,3 15 1,-1-3 63,3 8 1,0 3-238,1 2 0,0 3-173,-3 1 1,2 1 61,-2 1 1,0 1-226,-3-1 1,2 1 30,1-7 0,0 3-138,-3 1 0,0-4-762,0-2 0,0-1 303,0-2 0,0-3-238,0-2 1028,0-2 0,4-15 0,0-4 0</inkml:trace>
  <inkml:trace contextRef="#ctx0" brushRef="#br0" timeOffset="1446">1137 289 8008,'0'-13'174,"0"2"0,0 2 216,0 1 1,1 0 599,2 3 0,-1-2-427,3 5 0,2-1-311,4 3 1,-1 0-161,3 0 0,1 0-208,3 0 1,0 1 151,2 2 0,-4 1-115,1 4 1,-1-2 14,2-1 1,-2 2-204,-1 4 1,-2-2-128,-4 2 0,-1-1-46,-1 1 1,-3-1-210,-3 4 0,0-3-9,0 2 1,0-2-66,0 3 0,-2-4 723,-1 1 0,-3-2 0,1 0 0</inkml:trace>
  <inkml:trace contextRef="#ctx0" brushRef="#br0" timeOffset="1673">1368 149 8006,'-4'-21'972,"3"1"-664,-1 3 0,1 4-374,1 2 1,1 6-236,1 2-231,-1 2 0,6 5 412,-5 1 120,1 6 0,5 13 0,1 6 0</inkml:trace>
  <inkml:trace contextRef="#ctx0" brushRef="#br0" timeOffset="2204">1623 289 8006,'9'-3'0,"-1"0"0,-4 0 277,-1 0 1,1 1 445,-1-3 1,-2 3-367,-3-1 1,-4 2-322,-5 1 1,-2 0-104,-3 0 0,-1 0-44,1 0 0,-1 3-129,1 0 1,0 4 136,3 1 1,-2 0-51,4 3 0,1 1-214,5-1 1,1 1-135,4-1 1,0-2 166,0 2 1,4-2 18,1-4 0,5 1 392,1-3 0,3 0 35,-3-3 0,3 0 114,0 0 0,-2-1-176,-1-2 1,1 1 45,-1-3 0,0 0-51,-3 0 0,0-2 73,1 1 203,-1-1 0,-1-2-82,-1 1 0,-2 0 56,-1 0 0,-2 0-78,2-1 0,-2 4-116,2-1 1,-2 4 112,2-4-220,-2 4 158,-1-1-39,0 3-104,0 7 1,0-2-119,0 6 0,0-1-115,0-2 1,1 3 85,1 0 0,-1 1 118,2-1 1,-2-2 26,-1 2 0,0-2 9,0-1 1,1-2-4,2-1 0,-2-2 27,1 2-38,-1-3 26,3 2-86,-3-4-114,3-4 0,-4 0 286,0-5 0,0 1 26,0 0 1,0-1 151,0-2 1,3 2-13,3-2 1,1 1 241,1 2 1,1 0-137,2 0 1,-1 0 23,4-1 1,-1 4 43,1-1 1,1 4 1,-1 0 1,2 2-486,0 2 1,-2 3-321,0 3 1,-3 4-375,2 2 0,-3-1-16,1 0 1,-2 0-1870,-4 1 2608,-1 2 0,-30 4 0,-6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3.9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238 173 7920,'17'0'-429,"-4"3"-54,1 0 1,-1 0 420,1-3 0,0 2 342,-3 1 0,0 0 371,-3-3 0,0-4-192,-3-1 1,2-3-69,-5 0 1,0-1-209,-5-2 1,-4 1-44,-4-4 1,-4 1 33,-2-4 1,-3 1-90,-5-1 1,-3 4-148,-2 2 1,-2-1 55,-1 1 0,3 4-15,3 4 1,2 2-17,3 1 1,3 5-71,5 3 0,3 5 80,6 6 1,2 3 7,6 6 0,2 2 1,6 6 1,5-2 1,3 5 0,8-1-248,0 4 0,3 2-112,1-1 0,-3-3-118,-3-7 0,-4-1 52,-2-5 0,-9-7-667,-5-6 1109,-3-4 0,-5-6 0,-3-4 0,-16-33 0,-4-12 0</inkml:trace>
  <inkml:trace contextRef="#ctx0" brushRef="#br0" timeOffset="400">40 297 7920,'0'-8'676,"0"0"430,0-1-768,4 1 0,1 1 6,3 1 1,1 3-175,2 3 1,2-3-123,3 0 0,1 0 56,-1 3 0,2 3-178,1 0 1,2 3-218,4 0 0,-1 0 140,1 0 0,0 1-20,-1-1 0,1 0-26,0-1 1,0 3-106,-1-3 1,-2 0 57,0 0 1,-3-2-264,0 3 136,-2-5 62,-4 7 1,-2-6 467,-5 3-86,-3-3 1,-4 4-7,-1-3 1,1 3-101,-2 0 189,2 1 1,1 1-199,0 1 0,4 2 30,1 0 1,2-3 16,2-3 0,2 1-6,0 2 1,3-3 279,0-3 1,-1-1 49,1-1 0,-2 0 67,2 0 0,1-3-164,-4-3 1,0-1-66,-3-1 0,-3-1-157,-3-2 1,-1 0-229,-1-2 1,-3 0-79,-3-1 0,-5 0-472,-3 3 1,-1-3-634,-2 3 1401,1 0 0,-15-1 0,-4-1 0</inkml:trace>
  <inkml:trace contextRef="#ctx0" brushRef="#br0" timeOffset="741">716 256 7920,'8'0'0,"-2"1"360,-1 2 1,3-2 529,3 5 1,1 0-423,-1 5 1,1-1-304,2 4 1,1 0-249,-4 2 0,0 1 114,-3-1 1,0 1-115,0-1 0,-2 0 164,-1-3 0,-3-1-87,1-3-349,-2-5 166,-1 0 0,-1-4 94,-2 0 0,-1-1 117,-1-2 0,-2-1 26,1-5 0,-1-2 98,-1 0 0,3 0 223,2 0 1,0 0-108,0-2 1,0 3 147,3-1 1,3-1-156,0 1 0,6-3-28,-1 3 0,7-3-422,1 3 0,1 0-236,5 3 1,0 0-377,3 0 0,-3 2 117,0 1 1,-5 3-564,0-1 0,-4 2 1253,-5 1 0,0 11 0,0 3 0</inkml:trace>
  <inkml:trace contextRef="#ctx0" brushRef="#br0" timeOffset="1492">1087 256 7949,'0'-8'1756,"0"3"-1818,3 1 1,1 5 281,2 2 1,1 4 84,-2 4 0,3 4-111,0-1 1,3 4-40,0 1 0,0 3-121,-3-3 0,0 1-35,1-4 1,-2 1-242,-2-1 0,2-3-135,-4-2 49,-1-6 237,-2-1 0,-3-6 56,-3-3 0,2-1-58,2-5 0,-2-1-49,1 1 0,1-2-147,2 2 0,0-3 134,0 3 1,0-3-91,0 3 0,0-1 191,0 1 1,1 2 65,1-2 1,0 5 24,4 0 213,-1 1 0,3-2 390,1 1-436,-1 2 1,0 5-119,0 2 0,1 2-48,-1 3 1,0 0-2,0 0 1,1 1 20,2 2 1,-1 1-131,1 2 0,-2 2 200,-1-3 1,0 2-109,0-1 1,0 0-59,-3-3 0,2 0 54,-5-2 0,1-1 31,-3 0 130,0-3-93,0-2 1,0-4-123,0-1 1,-3 0-145,1-4 0,-4 1 46,3-3 0,1-1-100,2 1 0,0-3 264,0 0 0,-3 0 161,0 3 1,0-3 269,3 0 0,0-3-143,0 3 1,1-3 92,2 0 0,0 1 130,5-1 1,-2 4-101,5-1 1,3 5-214,3 0 1,0 5-119,5-2 0,0 6-169,3 6 0,-2 3-175,-1 4 0,1 1-588,-3 3 1,-5-3 298,-4 2 1,-2-1-979,0-2 1503,-5 1 0,-8-1 0,-5 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1.8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157 335 7907,'-9'-8'345,"-1"-1"182,-1 1 1,-1 1-214,1 1 0,-1 0-73,-2 3 1,-1 1 34,4 5 0,-2 2 0,2 3 0,0 1-243,2 2 0,5 2 136,1 3 1,2 1-286,1-1 1,1 2 36,2 1 1,2-2-119,6 3 1,2-3-116,4-1 0,3 1-300,2-1 1,2-3 68,4-2 1,1-2-339,4 0 1,-3-5 880,1-1 0,10-24 0,5-7 0</inkml:trace>
  <inkml:trace contextRef="#ctx0" brushRef="#br0" timeOffset="244">379 137 7907,'-8'-7'204,"0"1"0,2 0 905,1 3-872,3 0 0,-2 4 50,4 2 0,0 3-27,0 5 1,4 1-138,1 5 1,6 2-114,3 0 1,2 7 104,0-1 1,2 1-64,1-1 0,-1 2-262,4 1 1,-4 2-790,2-2 0,-3-4-910,-1-2 1909,1-3 0,-4-10 0,-1-7 0</inkml:trace>
  <inkml:trace contextRef="#ctx0" brushRef="#br0" timeOffset="491">857 310 7907,'-8'-8'0,"0"2"156,-1 1 0,1 3 316,0-1 1,-1 2-260,-2 1 1,1 1 52,-4 2 1,1 2-14,-1 3 1,0 3-87,3 0 1,1 4-127,4-2 0,3 3 26,3 0 1,0-2-199,3 0 0,2-4 63,3 1 1,3-3 31,0-2 1,3-3 160,-3-3 1,3 0-180,0 0 1,-2-3-170,-1-3 1,-2-4-177,-1-1 0,-2-1-452,-1 1 0,0 2 357,0-2 494,-1-2 0,0-3 0,0-5 0</inkml:trace>
  <inkml:trace contextRef="#ctx0" brushRef="#br0" timeOffset="783">1022 195 7907,'-1'-8'683,"-2"3"-522,2 1 1,-3 2-105,1-1 1,1 0 115,-3 3 0,2 3 48,-3 0 0,4 3-203,-4-1 0,3 4 62,-2 2 1,3-1-336,-1 4 0,2-2 128,1 2 1,1 2 7,2-3 0,-1 3 6,3 0 1,4 1 72,2-1 1,0 0 160,-3-2 1,0 1 222,0-1 0,1-1-167,-1 0 0,-4-2 139,-1 0 1,-2-2-196,-1-1 0,-1-1-111,-2-1 0,-1-3-224,-4-3 1,-3 0-424,0 0 0,-3 0 637,3 0 0,-4-25 0,2-7 0</inkml:trace>
  <inkml:trace contextRef="#ctx0" brushRef="#br0" timeOffset="1108">1178 302 7907,'12'-5'-4,"0"-2"252,2 2 1,1 1 406,-4 1 0,2-1-311,-2 2 1,3-1-173,-3 3 0,0 0-138,-3 0 1,0-1-277,1-2 1,-4 1-241,1-3 336,-4-1 0,4-2 84,-3 0 0,-1 0 147,-2 0 0,-3 2-45,-3 1 1,-1 2 60,-1-3 1,-1 4 203,-2 0 1,0 1-112,-2 1 1,2 3 85,-3-1 1,4 6 230,-1 0 1,2 1-139,1 5 0,2-3-271,1 2 1,3 1 93,-1 3 0,2-1-665,1 1 0,1-1-77,2 1 1,1-1-374,5 1 1,2-1 356,0 0 1,3-2-819,0 0 1380,2-8 0,22-6 0,6-9 0</inkml:trace>
  <inkml:trace contextRef="#ctx0" brushRef="#br0" timeOffset="1592">1722 46 8034,'-3'-12'714,"2"-4"1092,-7 7-1252,7 1 0,-2 9 4,3 7 0,3 4-180,3 4 0,1 2-29,1 1 0,2 5 39,1 3 1,1 2-270,5-2 1,-3 0-138,-1 3 1,0-3-142,1 3 1,-2-4-398,-4-1 0,-1-4 102,-1-5 1,-3-3-531,-3-2 1,-3-5 131,-3-4 1,-1-1 291,-1-1 1,-3-3 102,0-3 0,0-2 103,3-3 0,-1 2 354,1-2 0,-3-2-141,0-1 1,-4 2 140,2 1 0,-3-1 71,0 1 0,-4-2 94,1 2 1,0 0 840,3 2 1,-3 5-352,3 1 0,-3 2-27,6 1 1,4 4-43,0 1 0,7 6 127,-1 3 1,3 2-180,3 0 1,5 2 43,6 1 0,5-2-273,3 2 1,2-4-126,4-1 0,-2-4-862,5 1 0,-7-3-243,4-2 1,-9 0-756,0-3 0,-5-1 789,-6-2 0,-3-3 891,-2-3 0,-17-16 0,-4-4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20.2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0 165 8255,'0'-5'1534,"4"2"1,1 6-1395,3 3 0,0 2-56,0 3 0,1 2-113,-1 3 0,0 1-225,0-1 1,0 1-605,-3-1 0,2 1 858,-1-1 0,1-3 0,2-1 0</inkml:trace>
  <inkml:trace contextRef="#ctx0" brushRef="#br0" timeOffset="240">83 33 7912,'-8'-8'579,"3"0"-609,-2-1-630,6 5 244,-3 0 416,11 8 0,21 19 0,11 8 0</inkml:trace>
  <inkml:trace contextRef="#ctx0" brushRef="#br0" timeOffset="459">421 99 7912,'-10'-6'-154,"0"2"0,-1 0-84,1 2 653,-2-2 1,1 3 0,-1-2-4,0 2 0,-2 2-244,3 2 1,-3 1-15,3 1 1,1 2-244,5-1 1,1 4-26,4 1 1,0 1 117,0-1 1,5-2-83,3 2 0,1 1 78,5-1 0,2 3-129,3-3 0,4-1 102,-1-1 1,-1 0-4,1 2 0,-2-2 146,2 2 0,-7-2-57,2-1 0,-6 0 113,0-3 1,-6 3-85,-2-3 1,-2 0 16,-1 0 1,-7-2-208,-1 2 0,-8-3-217,-1 1 0,-2 1 137,0-2 182,1 1 0,-13-10 0,1-2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18.5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75 25 8000,'-8'-3'349,"-1"-3"1,1 0 1543,0 0-1803,0 3 0,3 9 140,2 2 0,3 9 165,3-1 1,2 10-170,3 1 1,3 5-164,0 4 1,3 2-125,0 3 1,-1 3-341,1 0 0,-4-1-670,1-5 0,-2-5 226,-1-5 0,0-4-717,-3-2 1562,-1-2 0,-8-29 0,-1-6 0</inkml:trace>
  <inkml:trace contextRef="#ctx0" brushRef="#br0" timeOffset="1245">17 248 7966,'-4'-11'0,"-1"0"0,1-3 575,2 3 0,1 0-121,1 3 0,1 0-135,1-1 0,4 1-213,5 0 0,-1 0-177,4-1 0,0 1 121,5 0 0,3 0-204,2 0 0,1 0 166,0 3 1,2 1-76,1 4 1,-2 0-272,-4 0 0,-3 4 110,-5 1 0,-2 7 4,-4 5 0,0 0 135,-3 5 1,-1 1 149,-4 4 1,1 3-101,1 3 1,-1-3 96,2 0 1,2-1-147,0 1 1,0-1 18,0-4 0,1-2-284,2-1 1,1-4 49,2-5 1,-2-5 52,2 0 0,-2-6 166,0-2 0,-1-4 88,0-4 1,0-4-7,1-2 0,-4-1 227,0-2 0,-2-2-103,3 0 0,-2 0 76,2 2 0,1 1-256,-1-1 0,1 3 22,1 1 1,0 3-288,1-1 392,-1 1 0,0 3 91,0 2 0,-2 2-3,-1 6 1,0-1 227,0 7 0,0-3-80,-2 5 1,-1 1 124,3-1 0,0 3-81,0-3 0,2 1-146,-1-1 0,4-2-26,1 2 0,1-2-20,-1-1 1,-1-1-163,4-1 0,-1 0 82,4-3 0,-2 0-213,-1-3 0,2-1-32,-2-2 0,4-1-296,1-5 0,0-2-251,-2 0 1,-4-3 269,1 0 0,-1 1 81,1-1 0,-5 2 116,-4-2 1,-3-1 29,1 4 0,-3-2 83,-3 2 1,-1 2 190,-5 4 0,-2 3-61,0-1 0,-2 3 261,2 3 0,-3 2 107,3 3 0,0 0-145,3 0 0,2 4 35,1 2 0,3-1-87,-1 0 0,2-2 100,1 3 0,0-1-176,0 1 0,1 0 5,2-3 1,4 0-37,4-2 1,5 1-144,0-2 0,1-1-265,2-4 0,1-2 151,-1 2 0,3-6-23,-2-3 1,0-2 91,-1-3 0,-2 2-97,3-2 1,-4-2 73,-2-1 1,0 2-19,-3-2 1,0 4 135,-2-1 0,-1-1 201,0 1 0,-1 0 109,-1 3 0,0 2 33,-3 1-201,4 3-87,-3-2 0,3 5 51,-1 2 1,0-1-22,-3 3 0,3 1-40,0 2 0,-1 1-22,0 2 1,0-2-22,0 2 0,2-1 254,-1 1 1,0-2-51,0 2 0,1-1 60,-1-2 1,1-1-140,1-1 0,-2 1-110,-1-2 1,-2-1 248,2-1 17,-3-2-315,6-1-212,-8-4 0,4-1-218,-4-6 1,0 2 210,0-2 0,0 0 77,0 0 0,0 2 123,0-2 0,3-1 126,0 1 1,2 0-136,-2 0 0,3 4 84,0-1 1,1 2 76,1 1 1,3-1 224,0 3 0,0 0 149,-2 3 1,2 0-115,3 0 1,-1 4 18,1 1 1,-1 2-199,4-2 0,-1 2-53,1-1 1,-3 0-23,-1 0 0,0 0-172,1-3 0,1 1 119,-1-2 1,-2-1-112,-1 2 0,-1-2-249,1-1 1,-2-3-30,2 0 0,-2-3-147,0 1 0,-1-3 83,0 0 1,-2 0-173,-1-1 0,-3 1 216,1 0 0,0-1 385,0-2 0,0 2 0,-3-2 0,-4 2 0,-1 0 0,-5 5-136,-1 1 0,-4-1 366,1 2 1,-1 0 254,-2 5 0,2 1 10,1 4 0,-1 1 470,4 2 1,0 0-353,3 2 0,0 1 53,0 2 0,3 1-505,2-1 1,4 1 61,5-1 0,3-2-177,7 0 0,4-4-117,2 1 1,2-3-90,1-2 1,2-3-22,1-3 1,2 0-314,-2 0 1,-1-3-124,-2-3 1,-4-1-1462,-2-1 2078,-2-4 0,-4-34 0,-1-12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13.6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17 131 7911,'0'-8'0,"-3"2"908,0 1 50,0-1-165,0-2-214,2 3 271,-3 2-548,8 14 1,0 0-36,5 11 0,2 1-28,0 4 1,3 1-27,0 3 0,-1 1-672,0-2 0,0 2-99,1 1 1,1 2-529,-4-2 0,-3-5 359,-3-6 1,-3-5-1402,1 0 2128,-2-4 0,-8-20 0,-3-3 0</inkml:trace>
  <inkml:trace contextRef="#ctx0" brushRef="#br0" timeOffset="368">321 279 7911,'0'-5'231,"0"-1"123,0 4 0,1-1-174,2 3 1,-2 3-57,2 3 1,0 5-101,0 3 1,4 1-200,-2 2 0,2-1-82,2 1 1,2-2 139,0-1 0,0 1-33,-3-4 0,0 2 31,0-2 0,1-3 3,-1-6 0,0-1 45,0-1 0,0 0-12,1 0 1,-1-4-18,0-5 1,-2 0 6,-1-4 0,1 2 209,2-3 1,-3 0-52,1-2 1,-2-1 77,2 1 0,-1 2-47,-3 0 1,0 1 374,4 0 1,-5 1-114,2 4 1,1-1 369,-1 1-504,3 4 0,-1 0-128,3 4 0,-3 4 12,1 1 1,-1 5-158,4 1 0,-1 4-321,0-2 0,0 3 122,1 0 0,-4 1-42,0-1 1,1-2-169,2 0 0,3-1-878,0 0 1336,4-1 0,-2-11 0,3-2 0</inkml:trace>
  <inkml:trace contextRef="#ctx0" brushRef="#br0" timeOffset="625">923 238 7911,'-6'-7'2172,"1"1"-1719,-1 3 0,-5 3-215,0 0 1,0 1 15,3 1 0,0 6 100,0 3 1,-1 3-373,1 0 1,4 2-88,1 0 1,2 3-60,1 0 0,1 2-52,2-2 1,4-5-319,4 3 1,4-3 165,-2-1 0,3 1-71,0-6 0,4 2-148,-1-4 0,0-2-230,-2-2 0,-1-1 817,1-1 0,6-29 0,3-8 0</inkml:trace>
  <inkml:trace contextRef="#ctx0" brushRef="#br0" timeOffset="918">1178 90 7911,'0'-17'534,"0"4"175,0 3 0,0 0 257,0 2-72,0 4-563,0 0 1,4 10 61,1 3 1,3 4-125,0 1 0,3 5-118,0 3 0,4 6-122,-2 2 1,0-1-199,1 1 1,-3 1-380,3 2 0,-4-1 52,1-2 1,-5-2-469,0-3 1,-5-4 273,2-2 0,-6-5-1033,-2-3 1045,-2-6 678,-2-1 0,1-22 0,0-5 0</inkml:trace>
  <inkml:trace contextRef="#ctx0" brushRef="#br0" timeOffset="1201">1434 180 7911,'5'-2'272,"1"-1"571,-4-3-740,1 5 1,-6-3 99,-3 4 1,-5 1-24,-3 2 1,-1-2 38,-2 5 1,-2-1 28,0 4 0,1-1-107,4 0 1,-1 3-106,4 0 0,3 1 11,2-1 0,5 2-249,1 3 1,5 1-326,6-1 1,6 1 154,5-1 1,2 1-73,4-1 1,-2-3-42,4-2 1,-3-3-88,0-2 1,-2-3 571,-3-3 0,2 0 0,19-33 0,9-8 0</inkml:trace>
  <inkml:trace contextRef="#ctx0" brushRef="#br0" timeOffset="1413">1697 263 7911,'0'-6'186,"0"1"0,0 2 365,0-2-201,4 3 1,-2-2 57,3 4 1,-2 4-126,3 1 0,-4 3-73,4 0 1,-3 1-47,2 2 0,0-1 0,0 4 0,0-1-189,-3 4 0,0-1-323,4-3 0,-4 3-248,0-2 1,3-2 595,0 2 0,14-15 0,3-1 0</inkml:trace>
  <inkml:trace contextRef="#ctx0" brushRef="#br0" timeOffset="1623">1722 73 7911,'-8'-16'535,"3"3"1,3 2-449,1 2-730,1 4 1,0 3 642,0 4 0,7 18 0,2 6 0</inkml:trace>
  <inkml:trace contextRef="#ctx0" brushRef="#br0" timeOffset="1835">1895 32 7924,'0'-12'2049,"0"3"-1847,0 1 1,4 5 65,1 6 0,3 6 111,0 7 0,4 5-339,1 3 0,3 5-47,0 1 0,4 3-125,-1 3 0,0-2-327,-2 5 1,-3-4-671,-3 0 1,-1-5 409,-7-2 719,0-6 0,-3-13 0,0-6 0</inkml:trace>
  <inkml:trace contextRef="#ctx0" brushRef="#br0" timeOffset="2237">2200 189 7924,'0'-5'972,"0"-2"0,0 7-400,0 0 1,0 3-315,0 6 0,4 3-211,1 1 0,2 3-153,-2 0 0,2 0 31,-1-2 0,2 1 22,3-1 1,-2 1-53,2 2 1,-1-1-289,1-3 1,-2-2 212,2-5 1,1 0 95,-1-3 0,0-1 66,-2-5 0,-1 0 160,0-5 1,-1 2 21,-1-5 1,1-1-12,-1 1 0,-3-3 14,0 3 1,-2-4-43,-1 2 1,3 1 153,-1 1 1,1 2-18,-3 0-146,4 1 1,-2 1-69,3 1 1,1 3-113,2 3 1,0 3-45,0 3 1,2 5 6,1 2 1,-2 3-8,2 1 1,1 3 45,-1 2 0,2 1-145,-2 2 1,1 1 132,-1 1 1,-2 1 29,2-1 0,-5 1 166,-3-6 0,-3-2 256,-3-1 0,-3-3-34,-5-2 1,-4-6-96,-4-5 0,-4-2-1007,1-1 0,-2-1 58,-1-2 0,3-2 700,0-6 0,15-38 0,0-14 0</inkml:trace>
  <inkml:trace contextRef="#ctx0" brushRef="#br0" timeOffset="2720">2917 40 7911,'0'-8'205,"0"3"0,0-1 1633,0 0-1363,0 2 1,1 0-56,1 4 1,0 2-168,4 4 0,2 3-28,3 7 1,4 4-78,-2 2 0,3 6-276,0 2 1,1 5-178,-1 1 1,1 0-77,-1 0 0,-3-2-555,-2 2 0,-2-4 256,0-1 1,-5-7-316,-1-4 0,-3-8 995,-3-3 0,-1-5 0,-8-26 0,-1-5 0</inkml:trace>
  <inkml:trace contextRef="#ctx0" brushRef="#br0" timeOffset="3086">2925 205 7911,'-4'-8'0,"3"2"120,-1 1 0,1-1 321,1-2 1,3 3-187,-1-1 0,5 4 74,-2 0 0,6 1-119,3 1 1,6 0-97,5 0 1,3 1-81,5 1 0,4 3-17,1 3 0,-2 0-169,-3 1 0,-4-2-26,-4-2 1,-4 3-359,-2-3 0,-5 0 234,-3 0 1,-5-2-149,0 3 1,-4-4 172,0 4 1,-1-1 107,-1 4 0,-3-1 224,-3 0 0,1 0-21,0 1 0,0 2 12,0-1 1,-1 2-105,3-1 0,0-1 34,3 4 0,4-4-74,1 1 0,5 0-150,1-3 0,5 2 240,0-8 1,1 1-23,2-3 1,-2-1 726,0-2 0,-1-1-180,1-4 1,-4-4 44,-2-2 0,-3-2 5,-3 0 0,-1-1 210,-4 1 1,-6 0-530,-3-1 0,-5 1-359,-3 3 1,0 1-265,-5 4 1,4 0-1274,2 3 1648,0 1 0,14 19 0,-1 3 0</inkml:trace>
  <inkml:trace contextRef="#ctx0" brushRef="#br0" timeOffset="3777">3930 147 7898,'-4'-3'465,"1"-3"165,2-1 1,0 0 190,-2 1-321,2 3-301,-2 3 0,3 0 13,0 3 1,2 2 9,1 3 0,4 4 13,-2 2 1,2 1-105,2 2 0,0 3-168,2 2 0,-2-1-199,2 1 0,2 0 12,0 2 0,0-2-170,1 0 0,-3-4 128,3-2 1,-3 0-150,2-5 0,-2-4 181,3-4 1,-3-3-74,3-3 0,0-2 123,2-6 1,1-2 66,-1-4 0,-3 0-155,-2-2 1,-2 0 167,-1-3 0,-3 3 164,-2-3 1,-2 3-21,-1-3 1,0 3 255,0-3 1,-1 5-31,-2 0 1,1 5 574,-3 7-325,3 1-194,-2 4 1,4 4-135,0 1 0,0 3-73,0 3 1,4 2-163,1 4 1,3 0-11,3 2 0,-1 1-352,1 2 0,-3-1 6,-3-5 0,3 0-479,-3 1 0,2-1 79,2-3 1,-1-1 802,0-4 0,11-7 0,3-2 0</inkml:trace>
  <inkml:trace contextRef="#ctx0" brushRef="#br0" timeOffset="4103">4655 123 7898,'-8'-8'362,"0"-1"1,-3 1 50,0 0 1,-1 0-47,1 3 0,-1 0-106,-2 3 1,-1 1 27,1-2 0,-1 3-136,2 3 0,1-1 0,3 3 0,5 1-33,1 2 0,2 0-218,1 0 0,1 3-206,2 0 0,2 1 158,6-1 1,-1-1-44,4 4 0,0-4 136,2 1 1,1 1 3,-1-1 0,1 1 69,-1-1 0,0-2 148,-2 2 0,0-1-65,-3 1 0,-1-2 211,-4 2 0,-3-2-218,-3-1 0,-1 0-198,-5-3 1,-4 2-330,-9-5 1,-2 4-205,-4-3 1,0 0-569,1 0 0,3-2 1203,1 2 0,25-6 0,6-2 0</inkml:trace>
  <inkml:trace contextRef="#ctx0" brushRef="#br0" timeOffset="4336">5092 296 8040,'0'-11'1374,"0"0"1,1 3-983,2 2 1,1 4-180,4-1 1,-2 3 661,-1 3 0,1 5-401,2 6 1,0 5-267,1 3 0,-2 3-434,-2 3 0,2-2-589,-4 4 1,2-3-144,-2 0 0,0 2 958,-3-2 0,-19 8 0,-4-1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10.3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107 83 7931,'-3'-11'0,"-3"0"1931,-1 0-1289,2 2 1,2 6-187,3 3 0,3 4-127,3 7 0,1 2-31,1 4 0,4 3-109,2 2 0,1 3-103,-2 2 1,3 0 55,-2 3 0,1-2-137,2 5 1,-5-3-716,-1 3 0,-1-1 64,-2-4 1,-1-4-256,-1-2 1,-3-7-475,-3-1 451,0-8 1,-2-3 923,-1-6 0,-22-56 0,-2-18 0</inkml:trace>
  <inkml:trace contextRef="#ctx0" brushRef="#br0" timeOffset="294">25 140 7931,'-8'-9'607,"-1"-2"533,5 2-799,0-3 1,8 5-164,1 1 0,7 3-31,5 3 1,4 0-79,6 0 1,3 0 41,6 0 1,2 0-136,3 0 0,3 0-216,0 0 1,-1 2-571,-5 1 0,-6 3-256,-7-4 0,-5 1 94,-6-3 972,-2 0 0,-37 0 0,-8 0 0</inkml:trace>
  <inkml:trace contextRef="#ctx0" brushRef="#br0" timeOffset="576">91 223 7943,'-8'0'435,"-1"0"-183,5-4 1,1 3 867,6-2-877,5 3 0,8 0 1,7 0-11,4 0 0,5 0-261,4 0 1,4 0-53,1 0 1,3 0-264,3 0 0,-3 0-16,-6 0 1,-6 0-270,-7 0 0,-5 2-541,-6 1 791,-2 0 0,-9-3 351,-3 0 99,-3 0 0,-8 1 131,0 1 1,0 3-156,2 3 0,1 0 30,0 1 0,2 0 23,1 2 1,3-1 122,-1 4 0,3-1-180,0 4 1,3-3-317,3-1 0,5-3 37,2 1 0,4-1 227,2-2 1,-1-4 334,4-1 1,-3-4-84,0-4 0,-2-2 150,0-6 1,-5 2 57,-4-3 0,-1 0 279,-4-2 0,-1 2-391,-5 0 0,-2 1-327,-6 0 1,-2 1-247,-4 3 0,4 2-524,-1 2 0,1-2 757,-1 4 0,6 4 0,4 4 0</inkml:trace>
  <inkml:trace contextRef="#ctx0" brushRef="#br0" timeOffset="860">775 239 7943,'8'0'355,"0"0"1,0 1 516,1 2 0,-1-1-428,0 3 0,3 2-211,0 4 1,0 1-121,-3 1 0,1 3 61,-1-2 0,0 4-142,0 1 1,0 0 112,-3-2 1,0-4 40,-3-2 0,-1-2 283,2-1 1,-2-3 812,-1-2-937,-4-10 1,3-1-249,-1-6 1,1-2-62,1 3 0,1-3-290,1 0 1,1-1-164,5 1 1,0-4-535,5 1 0,1 0-66,3 2 1,0 1-33,2 0 0,1 0-1193,2 2 2242,2-1 0,12 5 0,7-1 0</inkml:trace>
  <inkml:trace contextRef="#ctx0" brushRef="#br0" timeOffset="1426">1599 132 7943,'-5'-5'1482,"2"-1"-795,2 4-422,1-1 0,1 4 69,2 1 1,1 3-182,1 3 0,3 3-137,1 0 1,-1 3 39,3-3 1,-4 3-178,1 0 1,-4 1 41,4-1 1,-2 1-228,-1-1 0,0-1-96,-2 0 1,-2-3 194,1 1 1,-1-4-152,-1-2 262,0-3 62,-3 2 1,1-8 0,-4-1 1,3-4 31,-2-2 0,2 1 89,-2-3 1,3 2-59,-1-3 1,2 1-35,1-1 0,0 2 18,0 1 1,0 1-1,0-1 0,4 2 23,1 1 0,3 0 4,0 0 1,4 2 16,2 1 0,1 3 93,2-1 1,-1 2-54,1 1 0,2 0 25,0 0 1,3 4-156,-3 1 1,-2 5-173,-4 1 1,-2 3-657,-1-3 0,1 4 272,-2-2 1,1 0-283,-5 1 870,-1-4 0,14 13 0,1-1 0</inkml:trace>
  <inkml:trace contextRef="#ctx0" brushRef="#br0" timeOffset="1701">2225 140 7943,'0'-8'236,"0"0"200,0 0 0,-4 0-266,-1 3 0,-3 1 14,0 4 1,-1 4-1,-2 1 1,-1 4-114,-2 2 1,0-1-170,3 3 0,-1 1-107,1 3 0,4-1-138,-1 1 1,5-1 191,1 0 1,1 1-118,1-1 0,1-3 224,1-2 0,6-3 197,3-2 0,3-2-96,0-4 1,2-1 158,0-2 0,-2-2 44,0-3 1,-3-3-185,2 0 0,-3-3-320,1 3 0,-4-3-48,-2 0 1,0 1-457,0 0 1,2 2 325,-5 0 422,5-1 0,-10-1 0,2-4 0</inkml:trace>
  <inkml:trace contextRef="#ctx0" brushRef="#br0" timeOffset="2121">2357 116 9780,'0'8'340,"0"0"1,0 3-279,0 0 0,0 1 58,3-1 1,-1 1-183,4 2 0,-1 0 145,3-3 0,1 0-68,-1-3 0,1 0 46,2-3 1,-1 2-2,4-5 1,-3 1-314,2-3 0,-2-3 51,3 1 1,-1-7 57,1 0 1,-2-1 74,-4 2 0,2-3-185,-2 0 0,2-1 114,-4 1 0,-3 2-75,0-2 1,1 2-134,-1 1-219,-1 3 367,-2 1 1,-1 4 151,-1 0 0,1 1 234,-2 2-228,2 2 1,-2 3 78,1 0 0,-1 0-52,3 1 1,3-1 139,-1 0 0,5 0-15,-2 1 0,3-1 157,0 0 1,4-3 392,1 1 1,6-4-50,0 1 1,1-3 217,-1 0 1,-1-3-372,1-3 1,-2-4-175,0-1 1,-4-3-168,-2 0 1,-3-2-126,-3 0 0,-1-1-292,-4 1 0,-2-2-566,-3-1 1,-2 2-2194,-6-2 3059,-1 1 0,-25 2 0,-5-1 0</inkml:trace>
  <inkml:trace contextRef="#ctx0" brushRef="#br0" timeOffset="2427">3090 206 10880,'0'-4'2225,"1"0"-1805,2 4 0,-3 4 5,3 1 1,-1 5-270,1 1 0,-2 4-178,1-1 0,-1 1-1017,-1 2 0,0 2 391,0 0 648,0 0 0,-11 16 0,-2 4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08.5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42 7962,'0'-8'243,"0"-1"0,0 1 1101,0 0-429,0 3-522,4 2 1,1 4 30,3 5 0,0 0-238,0 8 1,1 1-72,-1 4 1,0 2 75,0 4 0,3 3-146,0 2 1,-2 1-85,-4 0 0,0 1-390,0-2 1,-1 1-130,-4-1 1,0-2 263,0-6 1,0-5-304,0-3 147,-4-4 465,3-2 1,-5-5-69,3-6 0,0 0 9,3-5 1,0 2-59,0-5 0,0 1-2,0-1 0,0-1-68,0-2 0,3-1 99,0 4 1,2-3-31,-2 0 0,3-1 52,-4 2 1,4-3 121,-3 2 1,3 2-25,-1-2 0,3 4 226,0-1 1,0 3-115,0 2 1,1 0 30,-1 3 0,-3 0 116,1 3 1,-1 5-110,4 3 0,-1 4-84,0 4 0,-1 1-129,-1-1 1,1 1-236,-1-1 1,1 1-163,1-1 1,1 0-435,-1-2 0,0 0 336,0-3 1,1 0-482,2-3 992,-1-3 0,20-20 0,1-8 0</inkml:trace>
  <inkml:trace contextRef="#ctx0" brushRef="#br0" timeOffset="359">470 305 7962,'8'0'0,"1"0"117,-1 0 0,3 0 289,0 0 1,1 0-182,-1 0 0,-1 0 0,3 0 0,1 0-207,3 0 1,-4 0 21,1 0 0,0 0-110,2 0 1,-3-2 36,-2-1 0,-2-2-158,0 2 1,-2-4 92,-2 2 0,-1-2-154,-4-2 1,0 0 87,0-2 0,-1 2 69,-2-2 0,-5 2 320,-6 1 1,-1-1-12,-2 1 1,2 1-8,1 1 1,-1 3-30,1 3 0,2 0 168,1 0 1,2 3-77,0 3 1,2 1 29,2 1 1,1 4-185,4 2 1,0 2-168,0 0 1,4 1-367,1 3 0,5-3 141,1 2 1,5-1-82,0-2 1,1-2-37,2 0 0,-1-5-215,1-1 1,-1-3 194,1-5 1,-1 0 32,-2 0 1,0-4 379,-3-2 0,2-2 0,-4-3 0,-4-16 0,-3-8 0</inkml:trace>
  <inkml:trace contextRef="#ctx0" brushRef="#br0" timeOffset="942">824 264 7962,'0'-8'125,"0"0"0,0 0 460,0-1 9,0 1-325,0 0 1,1 3 64,2 3 1,-1 1-87,3 1 0,-2 3-28,3 3 0,-1 1-31,3 1 1,1 1-1,-1 2 0,0 0-14,0 2 1,1-2-86,-1 3 0,0-3 4,0 3 0,0-1-188,1 0 0,-5-1-148,-1-4 0,1 2 31,-2 1 1,2-5-100,-1 2 1,-2-4-156,2 1-190,-3-3 369,0 2 0,0-5-87,-3-2 1,2 1 16,-2-3 1,2-1-70,1-2 1,-3-3 337,1 0 0,-1-1 80,3 1 0,0 1 109,0-4 0,0 3-218,0-2 1,3 2 392,-1-3 0,5 4-66,-2-1 1,0 5 57,0 0 1,1 1-16,2 0 0,0 1 56,1 4 0,0 0-51,2 0 1,-2 1-54,2 2 0,2 1-88,0 1 0,0 2 42,1-1 1,-3 1 11,3 2 0,-3-4-102,2 1 1,-2-4-129,0 4 1,-1-4 130,1 0 0,-2-1-19,2-1 1,-2 0-56,-1 0 0,3-3-173,0-3 1,0 1-105,-3-4 0,3 3 101,0-5 0,0 1-77,-3-1 1,-2 2-24,-1-2 1,-3-1 118,1 1 1,-2-3 77,-1 3 1,-4 0-4,-1 3 0,-5 2 70,-1 1 1,-4 3 253,1-1 0,-1 3 165,-2 3 1,2 2-116,1 3 0,-1 1 81,4 2 0,0-1-177,3 4 0,0 0-55,0 2 0,0 3-10,3 1 0,1-1-97,4-3 0,4 1 27,1-1 1,4 0-219,2-2 0,1-3-456,5-2 0,0-2 316,3-2 1,0-1-683,2-4 0,1 0 236,-1 0 1,2-4 743,1-1 0,14-21 0,4-5 0</inkml:trace>
  <inkml:trace contextRef="#ctx0" brushRef="#br0" timeOffset="1162">1657 305 7962,'8'0'885,"0"0"1329,0 0-1980,0 4 0,1-2-151,-1 3-297,0-3 0,0 3-1010,-3-2-1284,-1-2 2508,-4 2 0,-19-6 0,-3-2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06.6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9 104 7934,'-3'-12'631,"2"3"0,-3-3-301,4 4 43,0 3-161,0 2 0,0 4-8,0 1 0,1 6 0,2 3 0,1 4-42,4 2 0,1 0-103,-1 5 0,0 1 21,0 4 1,3 0-266,0 3 1,0 0-296,-2 3 1,-1 0 182,0 0 1,-1-3-31,-1-3 0,0-2 132,-3-3 0,0-6-70,-3-5 240,0-5 0,0-4 137,0-4 1,-1-6-102,-2-3 1,2-3 113,-2 0 1,3-2 95,0-4 1,-3 3-35,0-2 0,0 1-97,3 2 0,0-1-65,0 1 0,0 0-1,0 3 0,1-2-24,2 4 0,-1 0-150,3 3 0,4 3 130,1 2 0,5 0-10,-1 0 1,4 1 105,1 5 1,4 1-98,-1 5 1,1 3 11,-1 1 0,1 0-32,-4 1 0,0 0-95,-6 2 0,-4 1 162,-7-1 0,-2-2-9,-2 0 0,-10-4 21,-8 1 1,-3-3 124,-5-3 0,-2 2-512,-6-5 1,3 1-214,0-3 1,8 0 561,5 0 0,40-18 0,9-5 0</inkml:trace>
  <inkml:trace contextRef="#ctx0" brushRef="#br0" timeOffset="384">685 269 7934,'-4'-12'439,"0"2"165,-5-4 0,1 7-254,0-1 0,2 5-138,1 0 0,-1 2-135,-2 1 0,-3 4-255,0 1 0,0 5 190,3 1 1,0 4-74,-1-1 1,1 1-73,0 2 0,1-1-10,1 1 1,0-3 2,3-1 1,0 1 5,3 3 1,1-5 43,2-1 1,1-5 75,5-3 0,2-3 30,0 0 1,2 0 18,-2-3 0,3-2 10,-3-3 1,3-4 149,-3-2 1,0 2-34,-3-2 0,0 1 62,1-1 1,-1 0-106,0 3 1,-2 0-21,-1 2 1,-3 1 0,1 0-267,-2 3 133,-1 2 1,0 4-207,0 1 1,0 6 94,0 3 1,0 3-120,0 0 0,2 2-573,1 0 0,3 1 39,0 3 798,1-7 0,23 18 0,6-5 0</inkml:trace>
  <inkml:trace contextRef="#ctx0" brushRef="#br0" timeOffset="633">1023 252 7934,'-6'-12'372,"1"1"0,-1 2-70,-2 4 1,-3 0-98,0 3 0,-4 1 76,2-2 0,-3 6 122,-1 2 0,4 6-211,-1 3 1,4 1-139,-1 2 0,5-1 36,0 1 1,4-1-183,-1 1 0,3-1-347,3 1 0,5-1 197,6 1 0,5-2-33,3-1 0,6-2-189,2-4 0,-1 0-365,2-3 1,-4-1 181,3-4 647,-3 0 0,27-52 0,3-12 0</inkml:trace>
  <inkml:trace contextRef="#ctx0" brushRef="#br0" timeOffset="866">1204 22 7934,'-8'-8'779,"-1"3"1,4 0-213,-1 3-473,5 1 0,-2 2 241,6 7 1,1 1 137,4 5 1,2 2-250,1 3 0,1 4-50,5-1 0,-3 5-533,-1 0 0,0 4-123,1-4 1,-2 4-414,-4-1 1,-3-2 370,1-3 0,-4-2-220,1-3 0,-3-1 58,0-3 686,0-3 0,0-5 0,19-33 0,4-12 0</inkml:trace>
  <inkml:trace contextRef="#ctx0" brushRef="#br0" timeOffset="1091">1492 162 7934,'-12'-6'246,"-1"1"1,0 3 431,-1-1 1,-2 2-172,-4 1 0,0 5 35,1 3 1,3 1-161,-1 5 0,2-1-135,7 1 0,2 1-199,6-1 1,4 4-108,5 1 0,6 1-282,7-4 0,2-2-155,1 0 0,-1-5-613,1-1 1,-1-1 401,-2-4 1,-2 0-821,-4-3 1527,-3 0 0,10-33 0,-1-8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35.6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223 421 7859,'14'0'-643,"-1"0"1,0-1 764,1-2 1,-1 1 579,-2-3 1,1 2-112,1-3 0,3 1-165,-2-3 0,-2-1-108,2 1 1,-3 0-41,3 0 0,-5-1-27,-1 1 1,0-1-78,-6-2 1,1 2 27,-3-2 1,-4 2-84,-1 1 1,-6 0-143,-3 3 0,-5 1-281,-3 4 0,-5 0 78,0 0 0,-4 4-86,1 1 0,-2 3 164,-1 3 0,1 2 71,1 4 1,4 0 38,5 2 1,0 3-15,6 6 0,-1 0-27,9 2 0,1 1 19,7-3 0,8-1-20,3-2 0,7-5 59,4-3 1,3-3 1,2-5 0,2 0-27,4-6 1,-3-2-5,-3-3 0,2-3-71,-2-3 0,1-4-4,-4-2 0,-3-1-61,-1-2 0,-5 1-207,-4-1 0,0 1-267,-5-1 1,-3 3 254,0 1 1,-9 3 404,-2-1 0,-9 2 0,-2 4 0,-5-1 0,-4 3 0,-1 0 0,-4 3 0,0-1 0,0-2 0,4 2 200,1-1 1,3 1 345,0 1 0,3 0 628,0 0 1,7 0-544,2 0 0,4 1-224,3 1 1,2 0-255,4 4 0,5-3-213,3 2 1,5-2 121,6 2 1,4-3-111,7 1 0,1-2-204,4-1 1,3 0-607,0 0 0,0 0 858,0 0 0,-7-19 0,1-3 0</inkml:trace>
  <inkml:trace contextRef="#ctx0" brushRef="#br0" timeOffset="375">173 116 8067,'-4'-4'1679,"0"3"-1123,1-3-65,2 4 54,-3 0-505,0 0 0,2 0-47,-3 0-102,3 0 148,-2 0-271,1 0 340,2 0 82,-3 0 0,4-3-28,0-3 0,4 2 271,1-2 1,3-2-52,0-3 0,1 0 3,2 3 0,2-1 169,3-2 1,5 2-269,1 1 1,2 1-186,4 4 0,1 0-347,4 3 0,4 7-664,1 1 0,-1 6-162,-2-1 1,0 3 1071,1 1 0,16 14 0,8 3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4:31.1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66 7936,'0'-8'0,"0"-1"148,0 1 1,0 0 285,0 0 1,1 0 215,2 3 208,-2-2-587,2 6 0,-3-2 61,0 6 0,3 2-6,0 6 0,0 2-115,-3 3 0,-3 5-14,0 1 1,-1 2-55,2 4 0,-2-2-185,-1 4 1,-3-3-100,3 1 1,0 0-378,0-1 1,0 3-52,0-6 0,-2 2-556,4-7 1,0 0-705,0-6 1829,2-1 0,-3-29 0,4-7 0</inkml:trace>
  <inkml:trace contextRef="#ctx0" brushRef="#br0" timeOffset="692">1 255 7936,'0'-11'108,"0"1"0,0-1 168,0 2 0,0 1 469,0 0 0,0 2-242,0 1 0,4 2-92,1-2 0,3 2-336,3-3 1,2 2-9,4-2 0,0-1-90,2 1 1,3-1 44,6-1 1,0-3-214,2 0 0,0 0 63,-3 3 1,-2-3-39,0 0 1,-5 1-434,-7 4 103,-1 2 0,-7 5 178,-2 2 0,-3 3 160,-3 5 1,-2-1 167,-3 3 0,0 4-114,0 2 1,0 3 159,3-3 1,-2 3-110,5-3 1,-4 4 36,3-1 0,1 1 3,2-1 1,-3-1-15,0-2 1,0-1 38,3 1 1,0-4-31,0-2 1,1-5 3,2 0 0,-1-5 29,3 0 1,1-3 116,2 0 0,0 0-136,1-3 0,0-2 9,2-3 0,-1 0 0,3-1 0,-2 4 12,3 0 1,-4-1-26,1-2 1,-2 2 7,0 1 1,-1 3-5,0-1 0,0 2 6,1 1 1,-1 0-3,0 0 1,0 0-1,1 0 0,0 0 3,2 0 1,1 3-1,1 0 1,3 0-2,-2 0 1,-2-2 128,2 2 0,0-2-65,2-1 0,1 0 116,-1 0 0,-2 0-156,0 0 0,-3-4 3,3-1 1,-3 0-103,2 0 1,-2-1-219,3-2 1,-3 0 48,3-1 0,-4 1-40,1 0 1,-2-3-110,-1 0 1,-1-1 212,-1 1 1,0 2 20,-3-2 300,0 2 274,-3 0 0,-4 5-64,-1 1 0,-5 2 233,-1 1 1,-3 1-78,3 2 1,-4 2 335,2 6 1,1-1-280,1 1 0,2 0-117,0 0 1,5 3-21,1-3 0,2 3-153,1-3 1,2 3-37,3-3 1,5 0-175,6-3 0,7 0-255,2 0 1,5-3-656,0-2 1,5-3 262,1-3 0,-2-2-116,-3-3 0,-4-3-122,-5 0 0,-2-4 819,-3 2 0,10-21 0,3-6 0</inkml:trace>
  <inkml:trace contextRef="#ctx0" brushRef="#br0" timeOffset="1226">1616 41 7866,'0'-8'438,"0"0"735,0-1-262,0 1-470,4 4 1,-4 1-137,3 6 1,-1 5 73,1 6 1,-2 5-191,1 3 0,-1 4 0,-1 2 1,0 3-254,0-1 0,0 2-244,0 1 0,-1 0-303,-1 0 1,1-3 98,-2 1 0,1-6-488,-1 0 1,3-5-272,-3-6 1271,2-2 0,1-26 0,0-5 0</inkml:trace>
  <inkml:trace contextRef="#ctx0" brushRef="#br0" timeOffset="1910">1525 272 7866,'0'-13'130,"0"2"249,0 2 0,0 3-234,0 1 0,4-1 133,1-2 1,3 3 0,0-1 0,4 2-72,2-2 1,2 3-28,3 3 1,1-3 88,4 0 0,-1 0 84,5 3 1,-3 4-243,0 1 0,-1 4-147,-2 2 0,-2 1-75,-4 5 1,0 0-84,-2 3 1,-3-2-153,-6 4 1,2 0 118,-5 3 1,1-4-62,-3-2 0,0-2 108,0 0 1,0-4-33,0 1 261,0-7 1,-1 3 258,-2-8 1,2 1-12,-5-3 0,4-4-106,-1-1 0,3-2-121,0-2 1,0 1-71,0 0 1,0 0-141,3-1 0,3-2 43,5 0 1,-1 0-165,3 0 0,2-1 2,4-2 0,2 1-134,4 2 1,1 1 61,1-4 0,-1 4 115,1-1 1,1-1 72,-4 1 1,3 0-3,-5 3 0,-6 3 65,-2-1-84,-4 4 296,-1-1-116,-5 3 0,-5 3 109,-7 3 0,-1 2 39,-5 3 1,0-1 23,-2 4 1,-1-3 91,1 3 1,-1-1-155,-3 4 0,6-3 62,-3-1 0,6 0-163,0 1 0,2 1 0,1-1 0,3-2-23,2-1 1,3-2-152,3-1 0,3 0-198,5-3 0,-1-1 6,3-4 1,1-1-186,3-2 0,1-1 194,-2-5 1,3-3 167,-5-1 0,1-3 214,2 0 0,-5-1-83,-1 1 1,0-3 181,-2-1 0,1 0 124,-5 1 1,0 2 310,0 1 0,-3 0 153,1 5 58,-2 4-630,-1 3 0,0 5-14,0 2 1,0 3 39,0 5 0,1-1-145,1 3 1,-1 1 31,2 3 1,-2-4-176,-1 1 0,1 0-52,2 2 1,-2 0-46,1-2 1,-1 0-68,-1-3 0,0 3 29,0-3 0,0-3-174,0-2 1,0-4-319,0 4 300,4-4 1,0 0 423,5-4 0,14-25 0,3-9 0</inkml:trace>
  <inkml:trace contextRef="#ctx0" brushRef="#br0" timeOffset="2202">2440 255 9786,'0'9'624,"0"-1"1,0 1-427,0 2 0,0 2-90,0 3 0,-1 2-191,-2 1 1,2-2 93,-2 3 1,2 0-212,-2-1 0,2-3-987,-2-2 0,2-4 101,1 1 1086,0-5 0,19-28 0,4-10 0</inkml:trace>
  <inkml:trace contextRef="#ctx0" brushRef="#br0" timeOffset="2483">2497 148 7866,'-3'-13'0,"-1"-1"-202,-1 3-362,-3 0 367,7 6 197,-2 2 0,3 17 0,0 5 0</inkml:trace>
  <inkml:trace contextRef="#ctx0" brushRef="#br0" timeOffset="2979">2654 247 7065,'0'8'554,"0"1"0,0 0-66,0 2 0,3-2-182,0 2 1,-1 1 393,-2-1-573,0 3 0,0-4 1,0 2-65,0-1-94,0-1 1,0 1-111,0-2-46,0-1 214,0-3-227,0-2 79,0-3-118,4-7 0,-2 0 89,3-6 1,1 2-91,2-3 1,1 3-133,2-3 1,-1 3 67,4-2 1,-3 2 32,3-3 0,-3 4 156,2-1 1,0 2-15,1 0 0,-2 2 52,-4 2 1,0 1 144,1 4 0,-4 0-22,1 0 1,-4 1 192,4 2 1,-4 4 53,0 4 0,-1 1-103,-1-1 1,0 1-36,0 1 0,3 2-115,0-4 0,0 4 7,0-2 1,-1-1-2,3-1 1,1 1-7,2-1 1,0 0-24,1-3 1,-1 0-13,0-3 0,3-1-62,0-4 1,4 0 20,-1 0 0,-2-1-7,2-2 1,-1-1-37,1-5 0,1 0-146,-1-2 1,1 1 78,-2-4 0,2 4-98,-4-4 1,3 1 15,-3-1 1,-3 0-110,-3 3 1,-3-4 302,1 1 0,-2 2 106,-1 1 0,-1 3 215,-2 3 0,-2 1-25,-6 4 1,1 0 223,-4 0 0,3 1-194,-3 2 0,4 1 128,-1 4 0,2 2-52,1 1 0,2-1 79,1 3 1,3-2-381,-1 3 1,2-1-147,1 1 1,4 1-83,1-1 0,6-1-121,3 0 1,4-2-364,2 0 0,3-2 128,-1-1 1,1-4-352,2-1 0,0-2 868,-1-1 0,-2-4 0,42-33 0,7-12 0</inkml:trace>
  <inkml:trace contextRef="#ctx0" brushRef="#br0" timeOffset="3403">3511 74 7906,'0'-4'2189,"0"0"-1682,0 4 0,0 6-267,0 3 1,0 4-80,0 1 0,0 3 13,0 2 0,0 2-29,0 4 0,0 2-146,0 0 0,-1 5-63,-2-2 1,2-2-302,-1 0 0,1-4-78,1-2 1,0-2 230,0-7 0,0-1-238,0-4 89,3-3 0,2-1-168,3-4 0,-1-1-13,-1-2 1,1-2 27,-1-3 1,-2-1 513,2-2 0,-4 1 0,0-4 0,2 3 0,-1-3 0,0 4 0,-3-4 0,-4 3-85,-2-3 1,-2 4 148,-3-1 1,1 3 62,-4 2 0,1 2 242,-4 1 1,1 2 345,-1-2 1,2 7-144,1 4 0,-1 1 193,4 5 0,1 0-290,5 2 1,1 1-179,4-1 0,4 1-206,1-1 1,3-3-19,3-2 0,2-2-88,4-1 1,-1-3-318,1-2 0,-2-2-688,-1-1 1,1 0 1019,-4 0 0,7-30 0,-1-6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6:19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93 7811,'0'-6'1557,"0"-1"-1497,0 4 388,0 0-93,0 11 0,2 1-172,0 8 1,3 0 11,-1 2 0,2 1-172,0 2 0,1 0-25,-1 4 1,0-1-132,1-1 0,-3 0 64,0-3 1,0-2-159,0-4 1,0-5 35,-2-1 1,-1-4-53,1-1 0,-2-3 62,0-1 0,-2-1 18,-3-6 0,2 1-180,-1-4 0,-1 0 91,-1-1 1,-1-1 237,1 1 0,-1 1-20,-2 0 1,1 1 212,-2-2 1,0 3-84,-1 0 0,-1 1 141,1 0 0,0 4-66,0 1 0,-1 1 42,1 1 1,2 1 121,1 4 0,1 0-107,3 5 1,-1-1-95,3 2 0,0-1-105,2 3 1,0 0-183,2 0 0,5-1-69,4-1 1,1 0-333,3-2 0,0-3 9,2-2 1,1-2 544,3 0 0,16-16 0,6-4 0</inkml:trace>
  <inkml:trace contextRef="#ctx0" brushRef="#br0" timeOffset="614">398 266 7811,'4'-6'656,"-1"2"-450,-3-1 0,0 3-151,0-2 1,-1 2 92,-1 0 1,-2 2-1,-2 0 1,-3 0 40,-2 2 1,-2 3-114,-2 3 0,2 0 49,-2 3 1,1-1-113,1 3 1,3-1-356,2-1 0,3 1 130,0-4 0,4 3-57,-1-3 1,4 1 53,2-3 1,5-2-104,2-2 0,1-1 14,1-1 1,1-1-41,1-1 0,3-2 117,-3-2 1,-1-1 132,-1 1 1,0-3 189,0 1 0,-3-3-60,-1 3 1,-2-2 146,-1 2 1,-2 0-63,1-3 0,-4 3 64,1 0 0,-2 1 57,-2 0 0,-2 2 164,-2 0 1,2 0-170,-1 3 0,1 0-104,-2 2 1,2 3-153,-1 1 1,4 2 5,-1 0 1,1 3-107,1-1 0,0 3 73,0-2 0,1 0-103,1 0 1,-1-2-88,4 4 1,0-3-45,3 0 0,-1-1 219,2-3 1,1 1 104,0-3 0,0 0 68,1-2 1,-2 0-86,1 0 0,-1-3-36,2-4 1,-4 0-36,2-3 1,-2 1-79,0-2 0,-1 0-1,0-4 1,-1 1-244,-1 0 0,-3-3 164,1 0 1,-1 0 201,-1-2 0,-1 1 28,-1-4 1,1 3-91,-3-1 1,-1 0 530,-1-1 1,0 4-18,2 0 1,-2 3 203,2 4 1,0 2-291,0 4 0,2 3 37,-2 1 0,2 4-80,0 5 0,1 0-104,1 4 1,0 4-75,0 2 1,3 1-98,2 3 0,1 1-118,3 2 1,0-1-69,1-2 1,3-1-164,-3-3 1,2 2 146,-2-2 1,0-1-117,-4-5 0,2-1-108,-2-1 0,2-2-251,-4-3 1,0-2 272,0-2 0,-2-1 356,3-1 0,-7-14 0,2-4 0</inkml:trace>
  <inkml:trace contextRef="#ctx0" brushRef="#br0" timeOffset="789">501 234 7811,'-6'-6'715,"2"1"181,2 1 1,3 3-552,3-1 0,4 1-179,7 1 1,2 0-273,4 0 0,5 2-341,4 0 0,4 3-527,2-1 0,-1 0 974,-1 0 0,25 1 0,5 1 0</inkml:trace>
  <inkml:trace contextRef="#ctx0" brushRef="#br0" timeOffset="1134">944 221 8014,'-3'-3'661,"1"-2"-534,-2 3 1,0-1-124,-3 3 1,1 0 140,-1 0 1,0 3 21,-1-1 1,1 3-102,-2 2 1,0-1-7,0 3 0,1 0-185,1 0 1,1 2 79,-1 0 1,3-1-134,0 0 0,3 0 16,-2 1 1,3 1-59,0-4 0,3 1 1,1-3 1,1 0 45,2-2 0,2-1 142,2-3 0,-1 0-22,1 0 0,-1-3 8,3-1 1,-2-2 5,-1 0 0,-1-2 105,2 0 0,-6 0 131,2-3 0,-3 3 342,0-3 1,0 3 394,-2-3 1,-1 3 106,1 0-111,-1 0-247,-1 2-264,0 2-221,2 2 1,1 4-96,2 3 0,0 3-49,0 0 1,-2 1-167,1 0 0,1-2-237,1 2 0,0-2-538,-2 2 1,2-2-2224,-2 2 3110,2-2 0,6-7 0,1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6:09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7 231 7906,'0'-6'431,"-3"2"-125,2-1-64,-2 4 403,3-2-535,0 9 0,0 0-32,0 5 0,0 1-136,0-1 0,0 1 144,0 3 1,0-1-105,0 1 0,0 1-28,0-1 1,1 2-220,1 1 0,-1-3-88,1 0 0,1-1 124,-1-1 1,3-3 9,-1-2 1,0-2 110,0-1 0,0-2-2,3-3 1,-1 0-21,1 0 0,-1-5 4,1-2 1,-1-3-14,0-1 0,1-1 44,-1-1 0,1 0 175,-1 0 0,-2 0-36,1 1 1,-4-1 66,1 0 1,0 3-75,0 1 1,-2 2 205,3 1-254,-3 2 20,0 1 1,0 4-3,0 1 0,0 0-50,0 5 1,0-1-73,0 4 0,2 1 31,1 2 0,1 0-129,-2 2 1,2-1 108,-2 1 0,3-1 20,0 1 1,0-4 135,2 2 1,-1-6 67,1-1 1,1-4-5,1 0 1,1-7 161,-1-3 0,0-6 250,0-4 1,-2-3-119,1-2 1,0 0 18,-2-1 1,0 4-208,-2-2 1,-1 2-252,-3 1 0,0 3-108,0 3 0,0 1-390,0 4 0,0 1-319,0 3 846,0 3 0,5 4 0,3 4 0</inkml:trace>
  <inkml:trace contextRef="#ctx0" brushRef="#br0" timeOffset="340">404 372 7906,'7'0'-349,"-1"0"351,1 0 1,-1 0 199,1-2 0,-1 0-186,0-2 1,1 2-131,-1-3 0,1 3 93,-1-2 0,0 2-45,1-2-7,-1-1 1,1-1-141,-1 0 0,-2-1-70,-2 1 0,-1-1 93,-1 1 0,0-1 92,0 1 1,-1 0 170,-1 2 0,-2-1 201,-2 3 1,-1-2-127,-2 2 0,1-1 48,-3 3 1,3 3 74,-3 1 0,3 1 199,0 1 0,-1-1 118,3 4 1,-2 0-132,4 0 0,-1 4-105,0 0 0,3 1-233,2-1 1,0 0-119,2 0 0,3 2-102,3 0 1,2-3-329,3-4 1,3-1 167,1 0 0,1-4-727,-1-1 988,1-1 0,10-18 0,6-4 0</inkml:trace>
  <inkml:trace contextRef="#ctx0" brushRef="#br0" timeOffset="842">1110 295 7880,'0'-4'0,"0"0"142,0-1 0,-2 1 320,0 0 1,-3 2-145,3-2 1,-3 2 74,1 0 1,-2 1-285,0 1 0,-1 0 70,-2 0 1,1 3 0,-2 1 0,2 2-30,-1 1 1,0-1-164,1 0 1,-1 4 0,3 0 0,1 0-212,1 1 0,3 0-28,-2 2 0,3-3-202,0 1 0,0-2 28,3 1 0,3-2-165,5 1 1,2-2 5,1-1 1,3-2 245,2-2 0,0 1 339,1-1 0,33-11 0,9-6 0</inkml:trace>
  <inkml:trace contextRef="#ctx0" brushRef="#br0" timeOffset="1175">1309 366 7514,'3'-6'-55,"0"-2"0,-2 1 703,1-2 1,-1 3-233,1 1 1,-1 1-10,-1-2 0,-3 0-217,-1 2 1,-1-1-23,-1 3 0,1-1-152,-4 1 1,1 1-67,0-1 1,0 2-90,-3 2 1,3 1 167,-3 4 0,3-1-83,0 1 0,1 0-74,0 1 1,1 0-115,-1 3 1,4-3 45,1 0 1,1-1-33,1 0 0,0-1 78,0 1 0,2-1 30,0 0 0,3 0-97,0-2 1,0 0 143,2-2 0,1-1 9,1 1 1,1-2 10,-1-2 0,0 0 104,0-2 1,-2 2-1,1-2 0,0 2 196,-2-3 0,0 3-50,1-2 1,-1 2-69,-2-2-191,2 2 0,-3-1-20,4 3 1,-3 0-229,0 0 0,0 3 64,0 1 1,2 0-115,-2 0 0,2 0-47,0 3 407,0-1 0,24 9 0,5 2 0</inkml:trace>
  <inkml:trace contextRef="#ctx0" brushRef="#br0" timeOffset="1593">1482 360 7400,'0'-7'0,"-1"1"283,-1 2 1383,1-2-855,-1 3-8,2-1-638,0 2 1,0 2-144,2 5 0,0-1-27,2 5 0,0-2-204,0 0 0,2-1 109,-2 0 1,0 1-167,0-1 1,-3-1 77,1-1 0,1 0 18,-1 2 0,1-1 18,-3-1 0,0 0-109,2 0-13,-1 2 252,2-3 270,-3 1-220,0-1 153,0-3 40,0-6-71,0 2 0,0-6 39,0 4 0,0-1 132,0 1 0,0 0-157,0-1 1,0 3-21,0 0 0,3-1-76,1-1 1,2 0 3,3-1 1,-1 3-16,3 0 0,-1 2-132,3 0 0,0 1-28,0 1 0,-1 1 1,-1 1 0,1 0-152,-2 5 1,0-2-126,1 6 1,-3-2-390,0 1 1,0-1 767,1 2 0,1 2 0,3 4 0</inkml:trace>
  <inkml:trace contextRef="#ctx0" brushRef="#br0" timeOffset="2616">2226 231 7810,'4'0'31,"1"0"1,-3 0 88,2 0 1,0 0 363,0-3 26,2 3-433,-3-3 108,1 0-118,-1 2 1,-4-2-3,-1 3 1,-3 0-179,-3 0 0,-2 0 127,-3 0 0,0 0-126,0 0 1,1 3 85,2-1 1,-2 1-49,1-1 0,1-1 32,-1 3 1,3-2 0,0 0 1,3 1-196,0-1 118,4 3 48,-2-1 1,4 1 33,1 0 1,4 0-7,2-1 1,4 0 0,-2 0 0,3 0-9,-1 0 1,3 2 150,0-2 0,2 0-22,-2 0 1,2 0-30,-2 0 1,0 2-57,-2-2 1,-1 2 7,-1 0 1,-5-2 59,-3 0 1,-3 1 105,-3 1 1,-3-2-82,-5 1 1,-4-2 19,-2 2 1,-1 0-416,-1-3 0,1 2-126,1-2 0,4 1-309,0-1 1,3-1 742,4 1 0,28-10 0,7-3 0</inkml:trace>
  <inkml:trace contextRef="#ctx0" brushRef="#br0" timeOffset="2885">2521 283 8026,'-6'-4'1045,"1"0"-1101,1 2 0,0 2-61,-3-3 0,1 3 133,0 3 1,-1-2 12,1 3 1,-1 1-15,1 1 0,0 3 6,-1-1 0,1 1-86,-1 0 0,4-2-82,1 2 1,1-2 99,1-1 1,3 1 62,1-1 1,2-2-91,3-2 1,1-2 5,3 0 0,0-2-113,-1-3 1,1-3-221,-3 0 0,2-3 100,-4 3 0,1-2 301,-3 2 0,3-16 0,1-7 0</inkml:trace>
  <inkml:trace contextRef="#ctx0" brushRef="#br0" timeOffset="3144">2611 270 8838,'1'3'464,"1"-1"1,-1 2-267,1 0 0,0 0-11,1 0 0,2 0-123,-1 3 0,1-1-26,-1 1 0,2-1 119,-2 1 0,0-2-90,0-1 1,-2 1 520,2-2 507,-2-1-354,1-2-338,0 0 0,-3-3-248,2-1 1,0-4-243,0-1 0,-1 1-225,4 1 0,0-1-302,3-1 0,0 1-761,3 1 1,-1 1 597,0 2 777,2-1 0,13 7 0,5-2 0</inkml:trace>
  <inkml:trace contextRef="#ctx0" brushRef="#br0" timeOffset="3460">2887 148 7839,'-5'-7'585,"2"1"1,0 0 1197,2-1-1582,0 4 0,1 1 57,0 4 0,0 1 108,0 4 0,2 3-103,0 2 0,3 2 67,-1 3 0,3 0-468,1 2 1,0 1-176,0-1 1,0 0-415,0 0 0,0 1 342,0-1 1,-1-2-144,0 0 1,-1-5-48,1-2 1,-3-3 574,0-2 0,3-17 0,3-6 0</inkml:trace>
  <inkml:trace contextRef="#ctx0" brushRef="#br0" timeOffset="3626">2868 238 8640,'-7'-3'418,"4"-1"0,3-1-430,4 0 1,7 2-186,4 3 0,4 0-171,2 0 1,2 1 367,3 1 0,25 5 0,7 3 0</inkml:trace>
  <inkml:trace contextRef="#ctx0" brushRef="#br0" timeOffset="4551">3483 321 7868,'0'-3'354,"0"-3"1,0 2 1385,0-2-918,0 2-246,0-1-458,0 4 0,-3-2-178,-1 3 1,-2 0 97,0 0 0,-1 3-114,-2 1 1,2 2-6,-1 0 1,-2 1-274,2 2 1,-1-1 60,3 2 0,2-2-8,2 1 0,-1-1-121,1 0 1,0-3 177,2 2 0,1-3 109,1 0 1,1-1 18,4-3 0,1 0 20,1 0 0,2-1 4,0-1 0,-1-1 133,1-4 1,-3 1-35,3-1 1,-4 1 54,0 0 1,-1-1 148,-2 1 1,-1-1-103,-1 1 0,-1 2 315,-1-1-308,0 4-30,0-2-82,-3 6 1,2 1-105,-1 2 1,2 0 23,0 1 0,2 0 22,0 1 1,3 0 18,-1 0 0,0-1-8,0-3 1,0 1 73,3 0 0,-1-2 135,0-1 0,1-2-143,-1 0 0,1 0 16,-1 0 0,0-2 33,1-3 0,0-1-9,2-3 1,-2 2 16,1-4 1,-1-1 2,0-3 0,1 2 0,1-2 0,-3 1 32,-1-1 0,-1-1 125,2-1 1,0-1-50,-2 3 1,-1-2 195,-3 2 0,0 0 76,0 2 1,0 3-167,0-1 1,-2 5 52,0 0-127,-3 4-271,1-1 0,1 6 86,1 4 1,1 2-198,1 4 0,0 3 65,0 1 1,3 1-42,1 1 0,2 4-308,0 0 1,1 0 45,2 0 1,-2-2-125,1 0 0,2 1 219,-2-3 1,3-1 116,-2-5 0,-1-5 60,-2-2 0,1-4 121,-1 0 1,1-4-185,-1-2 1,3-5 20,-1-1 0,1 0-94,-3-1 0,-2 0 161,1-4 0,-2 0 129,2-2 0,-3 3-122,-2-1 0,3-1-52,-1 1 0,0-3 170,-2-1 1,-1 1 411,-1-1 0,-1 2-22,-1 0 1,-2-1 328,2 3 0,0 3 133,0 4 1,2 1 151,-2 3-785,2 1 1,-1 4 37,1 4 0,1 2 115,-1 6 1,4 2-122,2 2 1,2 5-49,0 1 1,3 0-196,2 1 0,2-1-243,2 3 0,-1-3-1033,0-2 0,-2-2 14,-1-2 0,-4-1-1699,2-3 2928,-2-3 0,-6-9 0,-2-6 0</inkml:trace>
  <inkml:trace contextRef="#ctx0" brushRef="#br0" timeOffset="5326">4535 244 7777,'2'-4'252,"0"0"1,1 1 173,-3-1-18,2 3-205,-1-2 1,1 1-33,-4 0 1,-4-1-54,-2 3 1,-3 3 57,0 2 1,-1 0-94,-1 2 0,-1 0-152,-1 1 0,4 0-31,-2 3 0,2-1-77,1 1 0,3 0 141,5-2 0,1 2-60,1 0 1,6-3 115,3-1 0,6-2-139,4-3 1,0 1-137,3-3 1,-3-5 19,-2-2 0,-1-4-1,-4 1 1,-2-2-29,-4-1 0,-2-1-161,-4-1 0,-1 3 115,-1-1 0,-1 0 310,-1 2 0,-2 2 0,-3 2 0,-5 5 0</inkml:trace>
  <inkml:trace contextRef="#ctx0" brushRef="#br0" timeOffset="5687">4657 212 9857,'4'0'735,"-2"3"-562,-2 1 1,3 2-143,-1 0 1,3 3 88,-1-1 1,2 3-116,0-2 0,1 1-386,-1-1 0,1 2 96,2-3 0,-2 0-12,1-4 0,2 1 105,-2-3 0,1 1-35,0-3 1,-2 0 37,2 0 1,-2-3 43,-1-2 1,1-3 89,-1-3 1,-2 1 163,1-1 0,-4 1 43,1 0 0,1-2 22,-1 4 0,0-3 147,-2 3 0,0-1 229,0 3 164,0-1-550,0 4 0,1 0-51,1 3 0,0 1-30,2 1 1,0 2-184,2 4 0,1 0 67,-1 3 0,1-2-137,-1 1 1,1-1-476,-1 2 0,0-3 42,1 3 1,-1-3-229,1 0 0,-1-1 831,0-3 0,-2 2 0,5-14 0,-2 0 0</inkml:trace>
  <inkml:trace contextRef="#ctx0" brushRef="#br0" timeOffset="5978">4991 206 7777,'0'-7'0,"0"1"465,0-1 728,0 1-495,0 0-482,2 2 1,1 2-61,2 4 1,0 2-41,0 5 0,0-1-108,2 2 1,-1 0-17,0 1 1,1 1-183,-1-1 1,1 0-18,-1 0 1,1 0-327,-1-2 1,-2 2 245,-2-3 1,1-1-169,-1-3 1294,0 0-578,-2 0 1,-3-4-31,-1-5 0,0-1 114,0-3 1,2 0 297,-3-2 0,4-1-243,-1 2 0,1-2 9,1-1 1,4 2-618,2 0 1,3 1 210,4-3 1,3 3-1125,1 1 0,-1 2 606,1 1 1,0 2 514,0 2 0,2 10 0,-3 3 0</inkml:trace>
  <inkml:trace contextRef="#ctx0" brushRef="#br0" timeOffset="6535">5709 103 7780,'-2'-9'249,"0"1"0,0 0 617,2 1 387,0 1-875,0 2 0,0 2-49,0 4 0,0 4-90,2 5 0,0 2 0,2 2 0,3 1-108,1 3 1,1 3-174,0-1 1,0 3-246,2-3 1,-1 3-73,-2 0 1,0-2-471,0-1 0,-2-1 179,-1 0 1,0-5-1558,-3-2 2207,0 0 0,-11-29 0,-1-3 0</inkml:trace>
  <inkml:trace contextRef="#ctx0" brushRef="#br0" timeOffset="7227">5696 244 7780,'4'-6'244,"-1"-1"138,-3 1 1,2-1-97,0 1 1,2 2-62,-2-1 1,5 2 50,0-1 1,3 0 118,1 2 1,4 1-238,2-1 1,2 2 12,0 2 0,3 2-414,2 2 1,-2 3 64,-1 2 1,-4 1-111,-2 1 1,-1 0-28,-1 0 0,-4 0-313,-3-1 1,0-1 285,-4 0 0,0-3-17,-2 0 0,0-1 155,0 0 1,0-3 281,0 0 492,0-2-242,0 1 1,1-8-247,1 1 0,-1-5 97,1 2 0,-1 0-49,1 0 1,-1 1 127,1-1 1,0 0-137,0-1 0,-1 0-29,4 0 0,0 1-378,3 0 1,0 3-22,3 0 1,1 2-160,3-3 1,4 4 222,0-1 1,0 1-17,3 1 1,-2 0 140,-1 0 1,1 0-37,1 0 0,-4 0 152,1 0 0,-7 0 253,-2 0 0,-2 0 38,-1 0 0,-2 1-94,-2 1 1,-2-1 63,-2 1 0,-4 1-102,-3 2 0,-2-2-129,0 2 0,-1-1 40,-1 2 0,1 3-42,-1-1 0,3 2-41,1-2 1,2 0-95,1 3 1,0-1-232,2 0 1,1 2 123,3-4 0,3 3-8,1-2 0,4-2 128,0-2 0,4 0 43,-2-3 1,2 0-44,-2-2 1,3-3 14,-3-1 0,2-4-65,-2-1 0,2-2 145,-4 0 0,1-1 45,-3-1 1,0 1 227,-2 2 0,1-3 208,-3 3 1,1-2-193,-3-1 1,0 3 127,0 1 1,0 2-87,0 1 1,0-1 304,0 1-225,0 2-202,0 1-187,0 9 1,2-1-40,0 6 1,3-3-122,-1 3 1,1 0-69,-1 2 1,2-3-142,-2 1 1,2-1 13,0 1 1,1 1-276,-1-2 1,1 0 210,-1-2 1,1-1-18,-1 0 0,2-4 414,1 0 0,14-26 0,1-5 0</inkml:trace>
  <inkml:trace contextRef="#ctx0" brushRef="#br0" timeOffset="7394">6524 225 7849,'0'-4'826,"0"1"0,0 4-515,0 1 0,2 2-118,0 2 1,0 3-29,-2-1 0,2 4-106,0-2 1,3 3-61,-3-1 0,2 1-398,-2-3 0,1 2-533,-1-1 1,-1-2 931,4 0 0,5-11 0,3-2 0</inkml:trace>
  <inkml:trace contextRef="#ctx0" brushRef="#br0" timeOffset="7527">6524 103 7841,'-7'-13'0,"1"1"0,2 1 1,1 2 317,3 3-1524,0 2 1206,0 4 0,-5 12 0,-3 5 0</inkml:trace>
  <inkml:trace contextRef="#ctx0" brushRef="#br0" timeOffset="8058">6613 212 9251,'6'3'668,"-2"1"1,1 2-471,-3 0 1,3 1-53,-3-1 0,3 3-172,-1-1 1,0 1-262,0 0 0,-2-2-84,2 2-205,-2-2 213,4-1-3,-6-2 216,6-1 1,-3-4 17,1-1 0,1-2 38,-3-2 0,3-3 122,-1 1 1,0-2 64,0 2 1,1 0-13,1-3 1,0 4 63,-2-2 0,2 2 3,-2 0-100,2 1 1,0 0 56,0 2-42,1 1 1,-1 3 41,1 0 0,-3 3-5,0 1 1,1 4-108,1 1 1,0 0-14,1 0 0,-1 0-341,1 2 0,-1 0-17,0-3 1,-1 1-165,-1-3 1,0 1 193,3-1 1,-3-2 33,0-2 0,1-1 314,1-1 0,6-20 0,2-5 0</inkml:trace>
  <inkml:trace contextRef="#ctx0" brushRef="#br0" timeOffset="8194">6934 206 7841,'0'-7'-430,"0"1"1688,0-1-322,0 4-16,0 0-613,0 3 1,2 1 22,0 1 0,3 2-173,0 5 1,0-2-147,2 4 0,1 0-49,1 2 1,2-1-209,-3-1 0,3 1 30,-3-2 1,3 0-285,-2 1 0,-1-3 500,-1 0 0,-1-6 0,0-3 0</inkml:trace>
  <inkml:trace contextRef="#ctx0" brushRef="#br0" timeOffset="8344">6947 26 7841,'0'-6'450,"0"-1"-796,0 1 1,1 2-434,1 2 1,1 1 778,4 1 0,8 17 0,2 5 0</inkml:trace>
  <inkml:trace contextRef="#ctx0" brushRef="#br0" timeOffset="8928">7120 283 7841,'3'6'230,"-2"-2"169,4 1 0,-3-3-142,2 2 0,-2-3 66,2 2 1,-1-1 175,1 1-413,-3-1 0,3-4-172,-2-1 0,-1-2 93,1 1 0,-1-2-39,-1 0 1,2 0-23,0-1 1,1 0-324,-1-1 1,-1 0 103,1 0 1,1-1-93,2 0 1,-2 0 216,1 3 0,1 0 70,1-1 0,-2 3 91,1 0 0,-1 2-61,2 0 0,0 2 18,-2 2 0,2 2-44,-2 2 1,2 3-4,0-1 1,3 3-20,-1-2 0,1 1-15,-3-1 0,3 2-8,0-3 1,0 1 32,-1-3 0,0-2 95,3 1 0,-3-3-47,0 2 1,2-3 7,-2 2 1,3-3 5,-3 0 0,3 0 17,-2-3 0,1 0 15,-1-4 1,2 3 102,0 0 1,-2 0 177,0-3 0,0 0-83,0-1 0,-2 0 142,-2 0 1,-2 1-75,-3 0 0,0 0 40,0-1 1,-1 0-95,-1 0 1,-4 1 90,-3 0 1,1 3-98,1 0 1,-1 2 164,-1 0-256,1 2 1,2 2-111,2 3 1,-1 0 0,3 2 0,0-1-124,2 1 1,0 1-130,0 1 1,0 0 98,0 0 1,2-2-19,0 4 0,3-2 21,-1 1 0,2 1 24,0 2 0,1-2 5,-1-1 0,1 1-5,2 2 1,-2 0 242,1-1 1,-3-1-8,0 0 1,-4-3 187,1 0-340,-1 2 1,-4-3-79,-1 2 0,-3-5-287,-1-2 1,-2-1-1338,-3-1 1731,-3 0 0,-11-14 0,-7-4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32.5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65 8614,'0'-4'2109,"0"1"-1347,0 3 1,0 7-530,0 2 1,1 4-283,1 0 0,2 1 100,2 3 0,0 2-115,1 3 1,0 2 58,1-1 1,0 2-565,0 1 1,1-3 92,0 1 0,0-4-103,-3-1 0,0-5 206,1-6 1,-3-4 36,0-1 1,1-3 285,1 0 0,0-5-96,1-4 1,0-2-73,2-2 1,-2-2 63,4 0 0,-3 0 182,0 2 1,0 0 31,-2-2 1,0 2 94,-2 0 0,-1 1 168,-3 3 1,0 1-189,0 1 0,-3 1 218,-1-1 0,0 4-135,0 1 0,2 1 293,-3 1-377,4 0 1,-2 1 79,3 1 1,0 1-111,0 4 0,3 1-20,1 1 1,2 2-111,0 0 0,1 1 85,-1 1 0,1 0-170,-1 0 0,3 0 55,-1-1 0,1-1-395,-3 0 1,1-3 224,-1 0 0,0-4-761,1-1 0,-1-3 987,1 0 0,8-40 0,2-10 0</inkml:trace>
  <inkml:trace contextRef="#ctx0" brushRef="#br0" timeOffset="133">250 13 7737,'-3'-3'931,"-3"0"-1620,5-1 0,-1 1 118,4 3 571,-1 3 0,19 18 0,1 7 0</inkml:trace>
  <inkml:trace contextRef="#ctx0" brushRef="#br0" timeOffset="733">391 276 7683,'0'7'-53,"3"-1"484,-1 1 0,0-1 277,-2 0-341,0 1 1,0-1-87,0 1 1,-1-3 204,-1 0-344,1-2 1,-2 0-38,1-2-74,1 0 1,-2-2-227,3-3 0,0-1-240,0-3 0,1 2 232,1-4 0,-1 1 51,4-1 1,-3-1 7,2 1 1,0 1 10,0 0 1,2 2-1,-2-1 1,-1 3-3,2 2 1,-1-1 13,2 2 1,1 1 11,-1 2 0,1 0-108,2 0 0,-1 3 124,2 1 0,-1 3 44,2 1 1,-4 0-95,2 0 0,0 1 17,0 0 1,-1-1 6,-4-1 0,2-3 151,-2 0 0,2 0 8,0 0 1,0 1 101,1-3 1,-3 1 126,0-3 0,1 0-109,1 0 1,0 0 74,1 0 1,-1 0 155,1 0-184,-1 0 0,1 0-48,-1 0 1,0 0 13,1 0 1,-1-3-189,1 1 1,1 0 95,1 2 0,-1-2-135,-1 0 1,1-1 33,1 1 1,-1 0-60,-1-2 1,-1 2 72,1-2 0,-1 2 105,0-3 1,-2 1-68,-2-2 0,0-1-3,0 1 0,-2-1 25,3 1 1,-6 0 17,-4-1 0,0 1-94,-4-1 1,3 4 67,-3 1 0,1 1-135,0 1 0,-2 0 78,4 0 1,-1 3-87,3 1 1,-1 4 89,1 0 0,0 4-13,2-1 1,1-2-42,3 2 0,0 0-105,0 2 0,1 0-248,1-1 0,4 1 153,5 0 1,2-3-454,2-1 1,1-2 713,3-1 0,1-2 0,2-2 0,-2-1 0,42-24 0,7-6 0</inkml:trace>
  <inkml:trace contextRef="#ctx0" brushRef="#br0" timeOffset="1092">975 263 7737,'0'-9'303,"0"-1"1,-1 0 13,-1 2 1,1-2 5,-3 2 1,1-1-28,-1 3 0,1 2-39,-2-1 0,0 4-151,0-1 1,0 2 61,-2 2 1,1 1-240,-1 4 1,1 0 93,0 2 0,1-2-187,1 4 1,0 0-42,0 2 0,-1-1-86,3-2 0,0 3-38,2-3 1,0 0 122,0-2 0,0 1-7,0 0 1,1-1 105,1-4 1,-1 1-70,3-3 1,1 0 54,1-2 1,3 0-95,-1-3 0,2 0 78,-2-4 0,-1 1 162,2 0 1,-1-2 179,-1 0 1,1 1-145,-4-2 0,2 2 143,0 1 0,-3-1-78,0 1 0,-2-1 332,1 1 1,-1 2 179,1-1-545,-1 4 0,-1-2-249,0 9 0,0-2-331,0 5 1,2-1 273,0 0 1,1 0-432,-1 3 1,-1-3 251,4 3 1,-1-1 391,2 1 0,1-2 0,19 0 0,6 1 0</inkml:trace>
  <inkml:trace contextRef="#ctx0" brushRef="#br0" timeOffset="1384">1110 251 7708,'-4'-4'-128,"-1"2"107,4 1 0,-3 1 177,2 0 1,1 3-86,-1 1 0,2 4-68,0 1 0,0 0 55,0 0 1,0-2 2,2 4 1,-1-3-16,1 0 1,0 0 20,0-2 795,-1 0-313,1 1 95,1-4 1,-2 0-261,1-6 0,-1 0 343,-1-4 0,1-2-271,1-2 1,-1-1-208,3 0 0,1-1 151,1 0 1,1 0-142,2 0 0,-1 0-220,2 1 1,3 2 132,2 1 0,2 0-2832,-2 3 0,0 0 2660,-2 4 0,5 10 0,2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29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1 180 8691,'0'-4'868,"0"1"0,2 6-710,0 2 1,3 1 56,-1 3 1,2-2-545,0 4 1,1-2 220,-1 1 0,1-1-654,-1 2 0,0-4 226,1 2 1,-1-2 535,-2 0 0,-1-10 0,-3-1 0</inkml:trace>
  <inkml:trace contextRef="#ctx0" brushRef="#br0" timeOffset="141">14 32 7793,'-1'-6'0,"-1"0"0,1-1-697,-1 1-66,1 2 763,1 1 0,3 3 0,9 15 0,5 2 0</inkml:trace>
  <inkml:trace contextRef="#ctx0" brushRef="#br0" timeOffset="451">155 238 7793,'6'3'0,"-2"3"193,-2-2 1,1 2 25,-1 0 0,1-1 189,-1-1 122,-1-3 184,1 2-472,-2-3 0,0-5-262,0-1 1,0-3 81,0 1 1,0 0-261,0 0 1,0 0 119,0 0 1,0 0-20,0 0 0,1 1 1,1 0 0,0 1-47,2-1 0,0 3 73,3 0 1,-1 2 36,0-3 0,1 4-135,-1-1 0,3 2 132,-1 2 1,2 2-155,-2 2 1,0 3 87,3-1 1,-3 3-139,0-3 0,1 3-62,0-2 0,-1 0-172,-1-1 0,-3 0-26,0 0 500,1-4 0,4-9 0,1-6 0</inkml:trace>
  <inkml:trace contextRef="#ctx0" brushRef="#br0" timeOffset="676">411 52 7793,'-6'-10'555,"-2"-2"-389,2 4 1,-2 1 901,3 3-639,3 3 0,-1-2-178,3 6 0,1 1 56,1 4 1,1 2-42,4 3 0,1 2-327,1 0 1,2 3 99,0-1 0,-1 2-498,0 0 1,1 0 265,2 0 1,0-2-437,0 1 1,-3-4 62,1 4 0,1-4-160,1 1 1,-1-5-152,-3-4 877,-2-2 0,-4-27 0,-3-6 0</inkml:trace>
  <inkml:trace contextRef="#ctx0" brushRef="#br0" timeOffset="1035">379 122 7793,'-4'-4'981,"0"0"-589,2-1 0,-1 1-365,3 0 1,4 2 48,2 0 0,4 1 102,2 1 0,2 1-176,1 1 1,2 0 85,4 2 0,2 0-259,3 3 1,-3-1 166,1 1 0,-3 0-747,0 1 1,-4-3 286,-2 2 0,-2-2-148,-2 1 0,-3 0 612,-4 1 0,-1-3 0,-3 0 0,0 1-167,-3 1 0,1-2 116,-3 1 1,0-1 419,3 2 0,0 1-205,2-1 1,0 1 84,0-1 1,1-2 25,1 1 0,2-2-56,5 1 0,-1 1 15,2-2 1,1-1 126,2-2 1,0-1-78,-1-1 0,-1 0 95,0-5 1,-6 2-117,2-6 1,-5 0 132,0-2 0,-1 3-308,-1-1 0,-4 0 62,-2-2 1,-2 3-776,-5 2 1,2 0-127,-4 0 0,1 3 751,1 1 0,4 11 0,-1 4 0</inkml:trace>
  <inkml:trace contextRef="#ctx0" brushRef="#br0" timeOffset="1741">1277 167 7793,'4'-6'0,"0"1"569,-1 1 72,2 0 144,-4-3-225,4 1-341,-4 2 0,-1 2-255,-4 2 0,-2 0 109,0 2 1,-3 2-193,0 2 0,-1 1 96,1-1 1,-1 3-199,1-1 0,0 4-249,0-2 0,2 0 226,-1 1 0,1-1-6,3 1 1,-1 0 116,3-2 0,0-1 95,2-1 0,0-3-103,2 0 0,3-2 207,3 0 0,0-2-42,3-2 0,-1-2 77,0-2 0,3-1 119,-3 1 1,0-1-63,-2 1 0,-1-3 250,0 1 0,-1-1-152,0 3 0,0 0 318,-2-1-311,2 1 1,-4 0-70,2 2 0,-2 0-106,2 2 0,-2 1-141,3-1 1,-2 4-399,1 3 1,2 0 290,-2 2 0,4 2-981,1 2 1,2 0 1140,-3 0 0,21 9 0,2 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35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122 126 8656,'-3'-3'180,"-3"3"0,2-3-188,-2 3 1,-1 0-23,-2 0 1,1 0 8,-2 0 1,1 2-129,-2 0 0,3 3 106,-3-1 0,3 0-132,0 0 1,4 0-112,1 3 240,0-1 0,2 1-10,-1-1 1,4 3-27,2-1 0,3 1 81,1-3 1,0 1-67,3-1 0,0 3 137,1-1 0,1 1 10,-3-3 0,2 0-31,-4 1 0,0 1 169,-4 1-169,-1 0 1,-4-3-41,-1 0 1,-4-1 27,-5-1 1,-1-3-324,-1 1 0,0-1-95,1-1 0,-1 0 381,3 0 0,1-11 0,2-3 0</inkml:trace>
  <inkml:trace contextRef="#ctx0" brushRef="#br0" timeOffset="419">270 171 7917,'3'-3'538,"0"-3"1,-3 6-369,0 0 53,0 3 1,0 3-72,0 0 0,0 1-47,0-1 1,2 3-83,0-1 1,1 1 66,-3-3 0,2 1-193,0-1 0,3 1 122,-1-1 1,0-2-287,0 1 1,0-4 88,3 1 0,-1-1-223,0-1 127,1 0 1,-1-1-60,1-1 0,-4-2 279,-1-2 1,1 0-97,-1-1 1,0-1 208,-2-1 1,1 1-58,1 1 1,-1 3 213,1 0-200,2-1 1,-1 2 110,4 1 0,-1 1-74,1 1 0,-1 3-22,0 1 1,2 5 102,0 1 0,0 2-116,3 1 0,-3 0 118,3 0 1,-3 2-57,0 0 0,-1 2 48,-3-2 1,-2 0-66,-4-2 0,-2-3 93,-5 1 1,-1-5-123,-3 0 0,0-4-89,1 0 0,-2-1-180,-1-1 0,4-3-998,1-1 1233,2-2 0,10-20 0,2-5 0</inkml:trace>
  <inkml:trace contextRef="#ctx0" brushRef="#br0" timeOffset="702">610 139 8140,'-7'-6'559,"3"-1"126,0 1-191,2 2-516,-1 1 34,3 3 1,0 5-49,0 2 1,0 1 31,0-2 1,1 1-169,1 2 1,2-2 127,2 1 1,1 2-120,-1 1 0,0-1 41,1 1 1,-1-1-1,1 0 0,-2 2 51,0-1 1,0-2 117,-3 0 0,0 0-142,-2 0 0,0-1 20,0-1 0,-1-1-475,-1 1 0,-2-4 5,-5-1 545,-1-1 0,-11-18 0,-3-4 0</inkml:trace>
  <inkml:trace contextRef="#ctx0" brushRef="#br0" timeOffset="960">808 49 7950,'0'-12'804,"-2"1"1,1 2-251,-1 3 1,1 1 359,1 1-640,0 3 1,2 1 73,0 4 0,5 5-155,0 4 1,1 3-15,1 3 1,-1 3-651,3 2 0,-3 1 332,3 3 0,-3-2-1127,0 2 0,-1-4 663,-3-3 0,2-1-356,-2-1 0,-1-5 959,2-3 0,5-24 0,3-5 0</inkml:trace>
  <inkml:trace contextRef="#ctx0" brushRef="#br0" timeOffset="1876">860 190 7950,'-2'-4'-210,"0"0"716,-1 2 1,6-3-105,1 3 1,5 1-246,2 3 1,4 0 28,2 4 1,4-1-307,3 4 0,3 0-107,1 0 1,-1-1-99,-1-1 0,-2-2-56,-1 0 1,-3-2 165,-1-3 1,-3-1 37,-5-1 1,0-2-6,-2-2 0,-3-1-49,-2 1 0,-2-3 59,0 1 1,-4-3 279,-3 3 1,0-2 54,-2 2 1,-1 3 91,-1-2 1,-1 5-17,1 0 1,0 1-154,3 1 1,0 1-42,-1 1 0,4 4 39,0 3 0,3 2-113,0 0 1,0 1 96,0 1 1,3-1-339,1 1 0,2 0 35,0 0 1,1-2-82,2-1 1,-1 0 312,2 1 0,-1-3-34,1-3 0,-1-2 217,2-3 1,-1 0-97,0 0 0,2-3-43,-4-2 1,3-1-31,-2-2 1,0 0 183,-1-3 0,0 2-34,0-1 1,-1 2 79,0-1 1,-1 1 49,0 0 0,-1 1-73,-1-2 1,-3 4-114,2 1 0,-1 2 171,1-2-257,-1 2 0,-2-1 140,3 3 1,-3 3-230,2 1 1,0 2 36,0 1 1,-1-1-113,1 0 0,-2 3-30,0-1 0,3 2-37,-1-2 0,0-1 172,-2 2 1,2-2 34,0 0 1,1-1 324,-1 0 1,0-1-111,2-1 0,-2-3 4,2 1 0,-2-1-21,3-1 1,-2-1 58,2-1 1,0-1-115,0-4 1,0 0-125,2-1 0,-3 1 158,0-2 1,0 0-17,3 0 1,-1 0-511,1 0 1,-3 2 168,0-1 1,1 1-20,1 0 150,0 1 199,1-1-190,-1 1 0,-2 2 4,1 2 0,-4 2-2,1 2 1,-1 0-92,-1 2 0,0 0-99,0 3 1,2-1 113,0 1 0,0-1-19,-2 0 1,0 1 92,0-1 1,3 1-32,-1-1 0,1 0 324,-1-2 1,-1 0-109,3-2 1,-1-2 252,1 3-291,0-3 0,3 0-86,-1 0 1,0 0 74,1-3 1,-1 1-148,1-3 0,-1 0 9,0 0 1,1 0 16,-1-2 0,1 1 4,-1-1 0,-2 0 13,1-1 0,-2 1 144,1-2 0,1 2-132,-2 0 0,-1-1 271,-2-1 0,0 1 135,0 1-6,0 1-215,0 0-259,0 2 0,0 2 62,0 4 1,0 2 103,0 2 0,0 3-335,0 2 1,0-1 103,0 1 1,2-1-246,0 3 0,2-1 128,-2-1 1,3 1-514,0-1 1,1-1 82,3 0 0,-2-2 687,1 1 0,19-8 0,5-1 0</inkml:trace>
  <inkml:trace contextRef="#ctx0" brushRef="#br0" timeOffset="2035">1963 293 7950,'3'-4'200,"-2"-1"1,1 3-1969,-2-2 1768,3 3 0,-2-11 0,2 1 0</inkml:trace>
  <inkml:trace contextRef="#ctx0" brushRef="#br0" timeOffset="2168">1976 184 7950,'-3'-9'0,"2"2"874,-4-2 1,4 4-327,-1 1 0,1 2-701,1-3 0,-1 4 153,-1-1 0,1 4 0,-1 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39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 7792,'0'-3'302,"0"0"-273,0 3 1,0 7 221,0 1 0,2 5-69,0-2 0,1 0-341,-1 0 1,1 1 74,1-1 1,4-2-80,-2 0 1,2-1 112,-2-1 1,3 0-101,0-5 1,1 0 9,-1-2 0,2-1-51,-3-1 1,3-4 80,-3-2 1,3-4 33,-2 2 1,1-2-32,-1-1 1,1 0 5,-1 0 1,2 0 250,-3 0 1,1 3-76,-3-1 0,-1 3 406,-1 0-16,-3 1 214,5 3-341,-5 1 1,-1 4-94,-5 1 1,2 4 74,-1 2 1,-1 4-59,-1-2 0,-3 5-4,1 0 1,-1 2-71,3 1 0,-3 0 132,1 1-1,-1 3-145,3-1 1,-1 0-6,1-1 0,0-1-209,2 0 0,-1 0 64,3 1 1,0-6-649,2-1 1,0-5 364,0 1 1,0-3-431,2-1 1,1-3 688,3-2 0,10-25 0,8-7 0</inkml:trace>
  <inkml:trace contextRef="#ctx0" brushRef="#br0" timeOffset="503">661 212 7973,'-3'-3'1341,"0"-1"-930,3 1 0,3-2 67,4 3 0,0 0-223,4 2 1,1 0-255,3 0 0,3 0-811,-4 0 1,4 0 494,-3 0 1,2 0-336,-2 0 1,-1 2 649,-3 0 0,-5 0 0,-3-2 0</inkml:trace>
  <inkml:trace contextRef="#ctx0" brushRef="#br0" timeOffset="659">687 289 7794,'-4'0'1374,"2"-1"-1093,4-1 1,3 1-132,3-1 1,3 1-589,4-1 1,1 1 196,3-1 0,1-1 241,2 1 0,18-6 0,7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42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270 20 7304,'3'-3'-302,"0"2"0,-3-2 705,0 1 226,3 1-421,-2-2 0,2 2 106,-1-1 134,-1 2-132,2-3 1,-4 10-134,-1 1 0,-4 5-133,-2-2 0,-4 2 102,-1 2 0,-3 2-288,-3 4 1,-3 4-114,-2 3 1,0 2-108,-2-2 1,0-1-268,1-1 0,2-1 289,4-1 1,6-6-350,7-5 683,2-3 0,4-7 0,3 0 0,9-23 0,5-5 0</inkml:trace>
  <inkml:trace contextRef="#ctx0" brushRef="#br0" timeOffset="242">109 71 7808,'-2'-6'434,"1"-1"-152,-1 1 0,-1 2 622,1-1-145,0 4 419,2-2-958,5 9 1,0-1 82,3 6 1,0 0-97,1 4 1,-2 1-247,4 4 1,-2 0-229,1 1 1,-1 1-323,2 2 0,-3 0-84,3 0 1,-3-1 312,3 0 0,-3-3-1553,0-1 1913,0-5 0,-2-10 0,0-5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3:58.9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64 7604,'-3'7'72,"0"-1"0,3-1-30,0-1 1,-2 2-4,-1 3 1,1 1 48,2-1 1,0 2-189,-3-3 0,3 3 29,-2-3 1,1 3 1,1-2 1,0 1-41,0-1 1,0 0 34,0-3-43,0 0 103,0 1 35,0-4-32,0 0 1,0-4-9,0-1 0,0-1-36,0-4 1,0 0-6,0-1 0,0 1-5,0-2 0,0 0 42,0 0 0,1-2-29,1 3 1,-2-3 19,3 3 1,-1-3-24,1 2 1,-1 1 6,1 1 1,-3 1 173,2 0 0,2 0-24,0 2 0,0-1 267,0 3-197,0-1 1,3 3-64,-1 0 1,1 1 60,-1 1 1,0 2-44,1 2 0,-1 1-230,1-1 1,-2 1 70,0 2 1,0-1-219,-3 2 1,2-1 61,-2 2 0,2-4-51,-1 2 1,-1-2-124,-2-1 0,2 1 362,0-1 0,9-11 0,-1-3 0</inkml:trace>
  <inkml:trace contextRef="#ctx0" brushRef="#br0" timeOffset="240">347 64 7782,'0'-3'2194,"0"-3"-2079,0 5 1,0-1 56,0 4-1,-3 3-3,-1 3 0,1 0-63,-2 3 0,0-3-136,-3 3 1,1 0-509,-2 2 0,1-1 375,0 1 0,0-1-277,0-1 0,1 0 124,0-2 0,1 0-327,0-3 0,1 0-109,1 1 753,3-4 0,1-14 0,3-7 0</inkml:trace>
  <inkml:trace contextRef="#ctx0" brushRef="#br0" timeOffset="431">225 90 7782,'-3'-6'220,"-3"1"504,2 1-195,1 0-163,0-3-118,3 4-73,0 0 0,3 5 8,1 0 1,2 3-91,0 0 0,3 0-188,-1 2 0,4 0-102,-1 1 0,-1-1-360,0 2 0,-1 0-300,1 0 0,-2-1 401,1-1 1,-2-1 455,-1 1 0,1-1 0,-1 0 0</inkml:trace>
  <inkml:trace contextRef="#ctx0" brushRef="#br0" timeOffset="648">424 26 7782,'0'-6'0,"0"-1"1349,0 1-392,0 2-197,0 1-556,0 3 1,3 3-84,1 1 1,0 2-44,0 1 1,0 2-206,3 1 1,-3 0-173,0 1 1,-1 0 217,1 2 0,-1-1-898,2 1 1,-2 0 78,-1 0 900,-1 0 0,5-3 0,-3-1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02.6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19 145 7411,'0'6'189,"0"1"0,0-1-163,0 1 0,0-1 12,0 0 0,0 1-77,-3-1 1,3 1 56,-2-1 0,1-2-80,1 1 0,-2-1-23,0 2 1,0-1 92,2-1 0,0-2-212,0 2 182,-3-2-130,2 3 132,-2-4 0,3 1-11,0-4 4,0-2 1,0 0-9,0 0 0,0 0 88,0-3 0,1 1-69,1-1 1,-1 1 74,4 0 0,-4-3-64,1 0 1,1 1 48,-1 2 0,3 1-38,-1 1 1,0 0 1,0-3 1,-2 4 1,3 1 4,-1-2 54,2 3-50,1-2 72,-1 6 1,0 1-77,-2 2 0,1 1 4,-3-1 1,3 1 12,-3 2 0,2-2-160,-2 1 1,1 0-112,-1-2 1,0 0 239,2 1 0,3-4 0,3 0 0</inkml:trace>
  <inkml:trace contextRef="#ctx0" brushRef="#br0" timeOffset="258">327 106 9111,'-4'7'314,"0"-1"0,-1 1-378,-1 2 0,0-1-229,-1 2 1,1 1 199,-1 2 0,1 0-345,-1 0 1,1-1 238,0-2 1,-1 2-308,1-4 1,2 1 263,-1-3 0,4-1 242,-1-1 0,-2-3 0,6-12 0,-1-7 0</inkml:trace>
  <inkml:trace contextRef="#ctx0" brushRef="#br0" timeOffset="440">225 138 7768,'0'-6'25,"0"0"291,0-1-298,0 1 134,0-1-78,0 4 0,0 1 48,0 4 0,2-1-124,3 4 0,0 1 74,2 2 0,-1 3-296,1-2 0,-1 2-11,0 0 1,1-1 13,-1 0 0,1 0-693,-1 1 914,1 1 0,8-7 0,2 0 0</inkml:trace>
  <inkml:trace contextRef="#ctx0" brushRef="#br0" timeOffset="809">391 113 7768,'5'-4'0,"-1"2"0,-2-1 0,2 1 432,1 0-152,4 2 113,1 0-274,3 0 0,-2 1 52,-2 1 0,-1-1-138,-4 4-186,2-1 1,1 2-2,-1 1 0,-2-3 141,-2 0-157,1 0 0,-2 3 32,1-1 0,-1-1 89,-1-1 0,-3-1-25,-1 2 0,-2 0 260,0 0 1,-1 0-81,1-1 1,-3 2-106,1-2 1,-1-1 393,3 2 0,1-2 138,1 2-362,0 0-50,0-1 0,1 0-125,3 0 0,1-2 68,1 0 0,2-1-396,2-1 1,3 0 153,-1 0 1,4 0-801,-2 0 0,3 0 978,-1 0 0,27-12 0,6-2 0</inkml:trace>
  <inkml:trace contextRef="#ctx0" brushRef="#br0" timeOffset="1440">1001 68 7509,'0'-7'-569,"0"3"967,0 0-269,0 2 1,0 0 104,3 2 1,-2-2-47,3-1 0,-2 1-19,3 2 1,-1 0-50,2 0 1,1 1-1,-1 1 1,1 0-227,-1 2 1,1-2 69,2 2 1,-3-2 118,1 3 1,-1-1 8,-2 2 1,-1-1-536,-1-1 1,-1 0 190,-1 3 1,0-1 74,0 0 0,-4 1 140,-2-1 0,-1 1 23,-4-1 0,0 0 87,-4 1 1,1-3-64,-1 0 0,2 0 272,3 0 1,-2 2-110,4-2 1,-1 0 135,3 0-206,2-3-45,1 5 1,7-5-155,2 1 0,4-1 110,5-1 1,2 0-686,5 0 0,-2 0 671,4 0 0,22-6 0,8-1 0</inkml:trace>
  <inkml:trace contextRef="#ctx0" brushRef="#br0" timeOffset="1699">1347 61 7768,'-4'0'1345,"1"0"-1166,1 0 1,0 0-100,-2 0 0,2 3 88,-2-1 0,0 3-376,0-1 0,-2 2 166,2 0 1,-2 1-176,0-1 1,-1 3 128,1-1 0,-1 1 123,-2-3 0,2 2-25,-1-2 1,1 2-11,3-4 0,4-4 0,3 0 0</inkml:trace>
  <inkml:trace contextRef="#ctx0" brushRef="#br0" timeOffset="1891">1212 61 7768,'-6'-3'1541,"0"-3"-1357,-1 3 19,4-1 1,3 3 124,4 4 0,2 1-61,0 1 0,3-2 0,2 2 0,-1-1-271,1 2 1,-1 3 67,3-1 1,-3 1-730,-1-3 0,-2 0 416,2-2 1,-2 2-948,2-2 0,-2 2 168,-1 0 1028,1-2 0,-1-1 0,0-3 0</inkml:trace>
  <inkml:trace contextRef="#ctx0" brushRef="#br0" timeOffset="2108">1443 23 7768,'0'-6'1760,"0"-1"-1055,0 1-439,3 2 0,-1 4 136,2 4 1,-3 5-50,1 2 0,1-1-99,-1 0 0,1 2-211,-1 3 0,0-2 57,2 2 0,-2-2-968,2-2 0,-1 1 449,1-1 0,-2 0 419,2 0 0,1 1 0,1-2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07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7 128 7933,'0'-3'593,"0"0"0,0 4-445,0 1 0,0 2-79,0 5 0,0-1-142,0 2 0,0 1-60,0 2 0,0 2 94,0 0 1,0 0-548,0-3 0,0 1 277,0 0 1,0-3-771,0-1 1079,0-2 0,6-26 0,1-7 0</inkml:trace>
  <inkml:trace contextRef="#ctx0" brushRef="#br0" timeOffset="276">7 109 7609,'-4'-3'-1168,"1"3"1378,3-3-62,6 11 0,-1-2-149,6 7 0,-1-2 33,3-1 1,3 4-196,1-1 1,4 1 32,0-3 0,3 0-74,-3-3 0,0-2 300,-1-4 1,-3-1-81,-2-1 1,0-4 317,-7-2 1,0-3-157,-4-4 1,-1-2 46,-3 0 0,0-1-88,0 1 1,-3 2-103,-1-2 1,-2 0-63,0 2 1,0 1-243,-1 3 0,1 4-819,-1-1 1088,4 4 0,17 13 0,7 7 0</inkml:trace>
  <inkml:trace contextRef="#ctx0" brushRef="#br0" timeOffset="543">514 135 7928,'-5'-2'-541,"1"0"1,0-1 1080,-3 3 0,1 0-127,-1 0 1,1 0-312,0 0 1,-1 1 48,-2 1 1,2 2-127,-2 2 0,4 3-18,1-1 1,3 1-108,-2-3 0,3 3-93,0-1 1,0 1 120,3-3 1,2-1-12,4-1 0,2-3 66,0 1 0,1-2-23,1-2 1,-2-1 28,-1-4 1,-1 0-530,2-1 1,-4 1 43,-1-2 496,0 2 0,-11-5 0,1-2 0</inkml:trace>
  <inkml:trace contextRef="#ctx0" brushRef="#br0" timeOffset="827">648 26 7900,'-2'-7'0,"0"1"0,-2 2 1948,2-1-809,-1 4-386,3-2 1,1 10-414,1 2 1,3 6-238,3-2 0,0 4-208,3 0 0,-3 1-892,3 2 1,-3-3 653,3 0 1,-2 0-546,1 2 0,-1-2 356,2-3 1,-6-1 531,2-2 0,-5-19 0,1-7 0</inkml:trace>
  <inkml:trace contextRef="#ctx0" brushRef="#br0" timeOffset="1203">687 154 7900,'4'0'-135,"0"0"1,-2 0 130,3 0 1,-3 0 330,2 0 0,1 0-60,4 0 1,1 1-242,2 1 0,4 1-71,1 4 0,1-3-210,-1 0 0,2 0 85,1 0 0,-3 1-178,2-3 1,-2 1 59,0-3 1,-1 0 81,-3 0 0,-3 0 131,1 0 1,-4-3-13,0-2 1,-1 2 86,-2-1 0,-1-1 0,-1-1 0,1-1 0,-1 1 0,0 0-11,-2-1 1,-2 1 39,-3-1 1,0 3 227,-2 0 1,0 2-83,-1 0 1,0 2-139,-3 0 0,1 0 41,-1 2 0,0 2 601,2 2 1,1 1-297,1-1 1,1 1-23,0-1 0,0 0-107,2 1 1,-1 1-196,2 1 0,1 2-91,2 0 1,4 0-179,2 0 0,4 1-444,2-1 0,4-2 352,1 0 1,4-3-427,0-2 0,3-1 47,0-3 681,-2-3 0,12-11 0,-1-7 0</inkml:trace>
  <inkml:trace contextRef="#ctx0" brushRef="#br0" timeOffset="1384">1399 263 9046,'0'-6'-46,"0"2"-1072,0-2 732,0 6 0,-1-5 386,-1 3 0,1-6 0,-2 1 0</inkml:trace>
  <inkml:trace contextRef="#ctx0" brushRef="#br0" timeOffset="1517">1379 141 7900,'-2'-6'213,"1"-1"-178,-1 1 0,-1 2 73,1-1-447,0 4 0,2-2 339,2 3 0,8 6 0,3 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10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1 134 8435,'0'-6'2159,"0"2"-1948,0 1 0,0 4-116,3 1 1,-2 0 142,3 5 0,0-2-534,0 3 1,1 0 245,-3 1 0,2-1-915,-1 2 1,1-2-34,-2 1 998,0-2 0,-2-1 0</inkml:trace>
  <inkml:trace contextRef="#ctx0" brushRef="#br0" timeOffset="125">14 32 7845,'-1'-7'0,"-1"1"0,1 2-248,-1-1 1,1 3 98,1-2 0,1 2 149,1 0 0,10 7 0,5 2 0</inkml:trace>
  <inkml:trace contextRef="#ctx0" brushRef="#br0" timeOffset="594">244 96 7847,'0'-4'-1964,"0"-1"3989,0 4-990,0-5-982,-2 5 0,-2-1-61,-2 2 0,-1 0 76,1 0 0,1 0-219,-2 0 1,2 2 86,-3 0 1,3 1-353,1-1 216,-1 1-329,-1 4 71,-1-1 189,4 1 293,0-1 0,6-2-112,1 1 0,4-3 114,1 2 1,2-2-48,0 2 1,1-2-144,1 0 0,-1 1 116,1-1 1,2 3-126,0-1 1,-1 0 114,-3 0 1,1-2-8,-4 3 0,2-1 189,-4 2 0,-1-2-174,-5 1 357,0-1 1,-5 2-136,-1-2 0,-5 1 15,1-3 0,-3 1-56,-2-1 1,1-1-345,-1 1 0,4-1 18,0-1 195,1 0 0,5-6 0,3-1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09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13 7848,'0'-4'-180,"0"-1"1,1 4 1225,1-1-661,-1 1 0,1 2 42,-2 1 1,-2 2-102,-3 2 0,-3 3-240,0-1 0,-4 6 54,2-2 0,-2 3-131,-1 0 1,-1 2-380,-1 2 1,2 0 272,-2 0 0,1 1-203,-1-1 0,3-3 146,-1-1 0,5-2-634,-1-2 0,3 0-166,2-2 184,1-4 770,3-2 0,8-17 0,3-4 0</inkml:trace>
  <inkml:trace contextRef="#ctx0" brushRef="#br0" timeOffset="209">26 64 7848,'-3'-6'0,"-2"-1"1256,3 1-411,0 2-702,2-1 0,0 5 154,0 0 358,2 5 0,3 3-134,3 3 1,2 0-60,3 2 0,2-1-483,0 1 0,3 3 89,-1 1 1,4 1-1358,3 2 1,-1-2 733,0-1 0,0 1 555,0-3 0,5-3 0,-1-2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11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148 113 7866,'-4'0'428,"0"-3"1,2 2-55,0-3 1,1 2-105,-1 0 122,1 1 0,-2 2-120,3 1 1,0 3-116,0 3 0,3 3 56,1 4 1,0 1-160,0 3 1,0 3 132,0-1 1,1 3-624,0 0 1,-2 0-124,2 0 1,-3-2-304,2-3 1,-3-1-47,2-3 1,-2-2 108,1-6 799,-1 1 0,-1-25 0,-4-1 0</inkml:trace>
  <inkml:trace contextRef="#ctx0" brushRef="#br0" timeOffset="502">1 248 7866,'0'-6'144,"0"-1"88,0 1 0,3 1-135,1 1 1,4 3-162,0-1 1,6-1 65,-1 1 1,4-1 122,0 3 1,2 1-113,2 1 0,0 0 90,3 2 0,-4 0-149,2 3 0,-5-1-145,1 1 1,-6-1-222,1 0 1,-5 1 78,1-1 1,-3 3 119,-2-1 1,0 1 121,-2-3 0,-1 1-30,1-1 1,-1 0 179,-1 1 0,0-3-56,0 0 0,0-1 182,0 1 1,0-3-28,2 1 1,2-1-91,2-1 1,1 0-150,-1 0 0,3-1 114,-1-1 0,4 1-205,-2-3 0,0-1 110,1-1 0,-2-1 165,1 1 1,-2 2-103,1 0 0,-3-1 498,-2-1-245,2-1 1,-4 2 281,2 0-211,-3 0-51,2 4-177,-3-2 0,3 6-172,1 1 1,1 2 83,-1 0 0,2 2-104,-2 0 1,4 0 103,1 3 1,-1-1 50,-1 3 1,-1 0 60,1 0 0,-4 0-89,-1-1 0,-1 1 32,-1 0 0,-1-3-12,-4-1 0,0-2-372,-5-1 0,-1-2 165,-2-2 0,1-1-703,1-1 0,0-3 858,2-2 0,1-20 0,1-7 0</inkml:trace>
  <inkml:trace contextRef="#ctx0" brushRef="#br0" timeOffset="717">623 286 7866,'4'1'334,"0"1"1,-1 0-26,1 5 1,0-1-73,3 4 1,-1 1-48,0 2 1,3 2-78,-1 3 1,1 0-24,-3 1 1,0 0-98,-2-2 1,2 1 83,-2-3 0,0 1-1172,0-3 854,-2 1 1,1-7-1037,-1 2 1277,-1-5 0,-1-27 0,-4-9 0</inkml:trace>
  <inkml:trace contextRef="#ctx0" brushRef="#br0" timeOffset="926">636 299 7866,'-7'-9'514,"4"2"157,1-2 1,1 2-221,1 1 0,0 1-167,0 1 1,5 3-39,1-1 0,6 1-20,0 1 1,2 1-154,3 1 1,1 1 88,3 4 0,-1 0-105,-1 1 1,-1 0-190,-3 3 1,-3-1-303,-3 1 0,-5-2 85,-2-3 1,-4 3 190,-5-1 1,-2 0-434,-4-3 0,-2 0 230,0 0 0,-2-3-1297,2 0 1658,0-1 0,-1-6 0,0-3 0</inkml:trace>
  <inkml:trace contextRef="#ctx0" brushRef="#br0" timeOffset="1117">854 274 7866,'4'-5'2375,"0"1"-1712,1 3 1,1-2-344,0 3 1,3 3-81,0 4 0,-1 0-27,-2 4 0,1-1-111,-1 3 0,1-2-1305,-1-1 0,0 0 406,-2 1 0,1-2 797,-3-2 0,3-18 0,-1-4 0</inkml:trace>
  <inkml:trace contextRef="#ctx0" brushRef="#br0" timeOffset="1242">873 107 7866,'-2'-7'950,"0"1"-145,0 2-2730,2 2 1925,0 2 0,2 8 0,2 3 0</inkml:trace>
  <inkml:trace contextRef="#ctx0" brushRef="#br0" timeOffset="1518">1098 203 7866,'-7'-6'0,"1"-1"998,-1 1 1,1 2-417,-1 2 1,1 1-291,0 1 0,-1 1-101,1 1 0,-1 4-63,1 2 0,0 3 53,2-2 0,-1 4-218,3 0 1,0 2-176,2 0 0,0-1-329,3 1 0,0 0-614,4 0 0,3 0 546,2-2 1,2-3-58,3-2 0,0-1 666,2-3 0,15-15 0,3-7 0</inkml:trace>
  <inkml:trace contextRef="#ctx0" brushRef="#br0" timeOffset="2342">1335 235 7866,'-3'-10'0,"2"1"1253,-4 2-365,4 1-516,-5 2 1,3 2-286,-4 2 1,1 0 83,-1 2 1,2 2-177,0 2 0,-2 4 71,3 0 1,-3 0-376,3 1 0,-1 0 250,0 2 0,0-1-269,3-2 0,0 2-75,2-4 1,0 3-658,0-2 923,0-1 0,2-4-35,0 1 1,3-4 59,0 1 1,1-3-49,3-1 0,-2-3 138,1 0 0,0 0-64,1-2 1,-2-1 140,1-1 1,-1 1 70,-3 1 1,2-1 155,-2-1 0,0-2 65,0 3 0,-3-3-123,1 3 0,-1-1 326,-1 3-54,0-1-631,0 1 160,0 2 1,0 2-225,0 4 0,0 3 10,0 3 1,0 0-14,0 3 1,0-1-83,0 0 1,0 2 57,0-4 1,1 3 4,1-2 1,-1-1 78,4-2 0,-3 0 325,2-2 1,-2 1-105,2-2 0,1-1 110,1-2 0,1 0-46,-1 0 1,0-1-66,1-1 0,-1-4-50,1-2 1,-1-2-116,0 2 0,1-2 336,-1-3 0,1-1-71,-1-1 0,0 1 208,-2-3 1,2 0-118,-2-2 1,0-3 48,0 1 0,-3-1-7,1 1 1,0 1 123,0-2 1,-1 5 416,1 2-289,-1 4-164,-1 2-186,-3 6 1,2 3-378,-1 4 0,0 4 179,0 3 0,2 2-247,-3 2 0,3 1-5,0 4 0,0 2-176,0 1 1,2-1-19,0 0 1,1 0 133,-1-1 0,1 1-80,1-3 1,2-3 62,-2-1 0,0-2 217,0-2 1,-2-3-332,2-4 522,1-1 1,0-3-156,0-3 0,0-2-112,0-4 1,0-2 1,-1 0 1,2-3 52,-2-1 1,-1-2 93,2 2 1,-4-2-105,1 2 1,0-3 325,0 1 1,-1-2 96,1 0 1,-1 0 100,1 0 1,-1 1 2,1 1 0,-1 4 760,-1 0-409,0 3-425,0 6 0,0 2-271,0 4 1,0 5 102,0 4 0,0 3-115,0 1 0,0 5-221,0-1 1,1 2-237,1-2 1,-2 2 11,3 1 1,-1 1-397,0-1 0,1-2-375,-3-3 0,2 1 69,0-3 1105,0 0 0,15-14 0,5-2 0</inkml:trace>
  <inkml:trace contextRef="#ctx0" brushRef="#br0" timeOffset="2743">1733 190 7866,'0'-6'538,"-3"-1"1,2 3-240,-1 0-468,1 2 0,1 5 211,0 3 1,0 2-261,0 1 0,0-2 119,0 2 0,0 0-227,0 0 1,2 1 149,0-1 1,1 1-38,-3-1 1,0 0 197,2-3 0,-1 0-66,1 1 1,-1-3 307,-1 0-135,3-2 98,0 1 0,4-4-43,-1-1 1,1-2 55,-1-5 1,3 1 23,-1-3 0,1 3-70,-3-3 1,0 3 75,1-3 1,-1 3 136,1 0 0,-1 0-38,1 2 0,-1 2-135,0-1 0,1 4-86,-1-1 0,1 2 83,-1 2 0,0 2-96,1 5 0,-1 1 16,1 3 0,-1 2-134,1 2 1,-3 0 2,0 0 0,-3 0 62,2 2 0,-3-2-100,-3 1 1,-1-3 61,-4 0 1,-2-1-383,-3-5 0,-1-1 162,-1-4 0,0 1-1114,-2-3 0,-1 0 1327,3-2 0,3-20 0,2-5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18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189 190 8246,'-3'-7'1020,"0"4"0,-4 0-1016,1 3 0,-1 0 89,0 0 0,-2 1-185,-2 4 0,-2-1-37,-2 5 0,1 0-50,-1 0 1,-1 2 85,1 0 1,0 1-124,4 2 1,2-2-150,2-1 1,4 0 116,1-2 1,2-1 175,2-4 1,2 1-64,5-2 0,2-1 31,4-2 0,-1-3-31,4-2 0,-1 0-114,0-2 0,1-2 99,-3 1 1,0-1-7,-1 3 0,-4-3 379,1 0 1,-3 0-130,1 3 1,-4-1 311,-1 1 1,-2-1 38,0 1 214,-1-1-318,-4 4 0,1 0 602,-2 3-671,3 0 1,-2 1-155,3 1 1,0 1-255,0 4 0,0-1 119,3 1 0,0-1-752,4 1 0,-1 2 111,1-1 658,-1 4 0,7 1 0,0 4 0</inkml:trace>
  <inkml:trace contextRef="#ctx0" brushRef="#br0" timeOffset="392">763 20 8035,'-1'-6'923,"-1"2"-61,1-2-312,-2 6 984,3-3-1264,0 9 1,1 1-13,1 6 1,0 0-155,2 0 0,0 3 84,3 1 0,-1 2-632,1 1 0,-1 0 297,1 2 1,2-2-2190,-1 2 2336,4-2 0,7 5 0,5 2 0</inkml:trace>
  <inkml:trace contextRef="#ctx0" brushRef="#br0" timeOffset="666">1063 164 7994,'0'-7'350,"0"1"0,-1 0-138,-1 2-66,-2 1 0,-4 3-171,-1 0 0,-1 3 96,2 1 0,0 2-115,-3 3 0,3-1 92,-1 3 0,2-2-71,1 1 1,0 1-51,1 0 0,2 0-164,3-2 0,1-1 112,1-1 1,4-1 94,3-2 0,2 1 201,0-3 1,2 0-72,0-4 0,-2-2-287,-1-2 0,-2-2 127,1 0 0,-4 0-588,-1-3 648,1 3 0,-10-10 0,-3 0 0</inkml:trace>
  <inkml:trace contextRef="#ctx0" brushRef="#br0" timeOffset="1051">1115 125 7983,'4'0'322,"1"-3"1,-3 2 69,2-1 1,-2 2-67,3 2 0,-3 2-73,2 2 0,1 1-363,1 2 0,0-1-71,-2 3 0,2-1-64,-2 1 0,1 0 173,0-2 1,-2 0 145,0-3 1,-3 1-176,2-1 81,-1 1 1,-1-3-43,0 1 43,0-4 1,0 1-336,0-4 301,0-2 1,0-2 43,0-1 0,0 1-4,0-1 0,0 1-29,0-1 0,0-1 153,0-1 0,1 0-93,1 0 0,1 2 332,1-2 1,1 2-133,-2 0 1,2 1 69,-1-1 0,2 3-40,0 2 0,2 2-291,0 0 1,0 0 12,0 0 0,2 2-152,-2 3 1,3 3 84,-2 1 0,0 1-161,-3-1 0,1 2-615,-1-2 1,1 0 350,2 0 1,-2-2 60,2 2 1,-4-3 460,-1-1 0,1 0 0,1-1 0</inkml:trace>
  <inkml:trace contextRef="#ctx0" brushRef="#br0" timeOffset="1492">1519 164 7956,'0'-10'0,"2"-1"494,1 3 1,-1 0-76,-2 0 0,2 1 10,0 0 1,0 1-130,-2-1 1,0 0 198,0 1 1,0 2-136,-3-1 1,0 4-167,-4-1 0,1 1-290,-1 1 1,1 0 138,-1 0 1,0 1-330,-2 1 0,2 1 194,-2 1 0,2 4-157,0-1 1,3 1-39,0-2 0,0 1-156,0-1 1,-1 3 48,3-1 0,-1 1-15,3-2 1,0-1 397,0 1 1,1-4-242,1 0 475,2 0 0,3-2-136,2 1 0,-2-1-133,2-1 0,0-2 85,0-1 0,0-1 260,0 2 1,-2-2-45,2 1 1,0-1 6,0 2 1,0 0-158,-3 2 1,1 0-43,-1 0 1,1 0-194,-1 0 1,0 0 121,-1 3 1,0 0-141,0 4 1,0 0 97,-1 2 0,1-1-34,-3 2 1,3 1 17,-3 2 0,0 0 153,-2-2 1,0 0 91,0-2 0,-3 0 208,-1-3 1,-5 0-326,-2-2 0,-1 1 35,-1-3 0,-2 1-750,-1-3 0,-1 0 360,2 0 0,-3 0 289,3 0 0,3-12 0,2-2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24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1 180 7992,'0'-3'151,"0"-3"-17,0 5 0,0-2 69,0 0-63,0 3 418,0-3-417,3 3 1,-3 0 163,2 3-180,-1 0 1,-1 4-141,0 2 1,2-2 139,1 2 0,-1 1-205,1-2 0,-3 4 3,2-1 1,0-1-22,0 1 0,-1-1 42,1 1 0,1-2-137,-1-2 1,0-1 22,-2 1 0,0-1 71,0 1 1,1-4 123,1 0-149,-1-3 177,2 0 0,-3-3-147,3-1 0,-3 0-51,3 0 0,-1 0 117,1-3 0,1 0-155,-2-2 0,2 2 123,-1-2 1,0 1 97,-1 0 1,-1 0-118,4 0 1,-3 0 169,2 2 1,0-1-97,0 1 1,1 2 274,-3-1-70,3 1-136,-1 0 1,0 1 4,1 3 0,-3 0-29,2 0 0,-2 1 67,3 1 0,-3 2-62,2 2 0,1 0 5,1-1 1,-2 0-18,1 0 1,-1 3-1,3 0 1,-1-1-37,1-3 1,-1 1-3,1 1 1,-3-2-82,0 1 112,1-4 1,-1 2-343,0-3 248,-2 0 0,1-1-92,-3-1 0,0-1 108,0-4 1,0 1 49,0-1 1,0-2 33,0 1 1,0-1 134,0 2 0,0 1 9,0-1 0,0 1-101,0-1 1,0 1 164,0-1 1,1 3 75,1 0-218,-2 2 137,6-1-127,-2 3 1,2 0-101,1 0 1,-1 4-160,1 2 0,2 1-265,-1 2 0,2 0 205,-2 0 1,0 2-230,3-3 1,-3 3 152,1-2 0,-2 2 287,0-3 0,2-2 0,1-3 0</inkml:trace>
  <inkml:trace contextRef="#ctx0" brushRef="#br0" timeOffset="474">561 206 7992,'-5'-10'205,"0"2"1,-1 0-60,2 2 1,0 0 201,0 2 1,0-1-70,-3 2 1,1 1-246,-1 2 1,1 0 97,-1 0 0,1 3 73,-1 1 1,1 2-363,-1 1 1,1-1 40,-1 1 0,1 0-76,2 2 0,-1-2 88,3 2 1,0-2-76,2-1 0,0 2-158,0 0 121,0 0 1,0 1 82,2-2 0,2-3-55,3 0 0,-1-2 93,1 0 1,1-1-119,1-1 0,0-1 55,-3-1 0,1-1 34,-1-2 1,0 0 164,-2 0 1,2 0-100,-1-2 0,-2 3 283,1-1 0,-2 1-93,0-3 1,0 1 112,0-1 0,-2 1 154,3-1-147,-3 1 0,1 0 138,1 2-124,-1 1-273,5 3 1,-5 0 126,4 0 0,-3 1-213,2 1 1,0 1 50,0 4 1,2 2-274,-2-1 1,1 3 127,0-2 0,0 0-347,0 0 0,1-2 134,0 2 1,-2-3 399,1-1 0,5-8 0,4-4 0</inkml:trace>
  <inkml:trace contextRef="#ctx0" brushRef="#br0" timeOffset="689">659 30 7992,'0'-6'793,"0"-1"-751,0 1 274,0-1-62,0 4 0,0 3-29,0 4 1,1 5-135,1 2 0,2 2 163,2 2 0,1 1-328,2 4 0,-2 0 101,2-1 0,-1 3 115,1 0 0,-2 1-1793,2-1 1,-2-1 1650,-1-3 0,-2-2 0,-1-3 0</inkml:trace>
  <inkml:trace contextRef="#ctx0" brushRef="#br0" timeOffset="1175">685 174 7992,'0'-7'0,"0"1"580,0-1-300,0 1 0,1-1-128,1 1 0,2 1 73,2 1 1,3 2-135,0 0 0,2 2 99,0 0 0,1 0-111,2 0 0,-1 0 15,0 2 0,0 4-220,3 3 1,-6 3-267,1-2 0,-1 2 205,-1-1 0,-2 2-94,-3 0 1,0-2 84,0 2 1,-1-2 79,-3 0 1,2-1-81,0-2 332,0 0 0,-1 0 87,1-3 6,-1-2-86,5-3-115,-3 0 0,4-3-244,-1-2 200,1 0 0,0-2-87,-1 1 0,-2-2 50,1 0 0,-3 2 34,2-3 1,0 6-32,0-4 0,1 2-16,-3-2 0,4 1 379,-2-1 0,0 3-133,0 0 1,-2 2 478,2 0-171,1 1-193,1 1 1,1 0-85,-1 0 0,1 3-107,-1 2 0,-1 0 3,-1 2 1,0 2-159,3-1 1,-3 1-138,1-3 1,-2 3 119,2 0 1,0 0-1006,-3-3 405,3 1-952,-2-1 1620,1-2 0,2-13 0,-2-5 0</inkml:trace>
  <inkml:trace contextRef="#ctx0" brushRef="#br0" timeOffset="1323">1037 69 8292,'-6'-10'677,"2"-1"-437,-1 2 0,2 0-116,-2 3 0,2 1 143,3 1-101,0 3-2015,0-2 1004,0 9 845,3-2 0,4 11 0,3-1 0</inkml:trace>
  <inkml:trace contextRef="#ctx0" brushRef="#br0" timeOffset="1650">1279 122 8116,'3'-4'684,"-3"-2"0,3 5 215,-3-4-371,0 4 0,0-1-131,0 4 1,0 2-155,0 2 0,-2 3-260,0-1 0,-3 4 108,0-1 1,2 1-704,-2 1 0,1 0 414,-2 0 0,0 3-718,1-1 0,0 0 262,0-2 1,0-3-399,1-1 1052,-2-2 0,5-15 0,-2-3 0</inkml:trace>
  <inkml:trace contextRef="#ctx0" brushRef="#br0" timeOffset="1815">1129 154 8116,'-7'-6'1203,"1"-4"472,2 3-1098,1 0 1,7 5-42,2 4 0,2 4-238,5 3 1,0 3-235,4 1 0,3 1 58,1 3 1,3-1-73,-2 1 1,3-2-1706,-2 3 0,1-2 1655,-2 2 0,3-5 0,-5-4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31.4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283 142 7937,'-3'-4'460,"2"1"110,-3 3 1,1 1-148,-1 1 0,0 2-109,-3 5 0,0-1-102,-1 5 1,0-1-24,-3 6 0,0-1 24,-4 2 0,1 1-283,-3 1 1,-1 2-139,-1 3 0,-2-1-236,-1-2 1,3-1-348,2-5 0,4-2-25,0-2-572,0 0 943,9-6 1,-2-3 444,6-8 0,3-3 0,1-6 0,13-28 0,4-8 0</inkml:trace>
  <inkml:trace contextRef="#ctx0" brushRef="#br0" timeOffset="223">84 199 7862,'0'-6'447,"0"0"0,0-1 334,0 1-161,0 2-167,0-2-83,0 6 0,2 0-67,1 4 1,2 2-35,-1 3 0,4 0-76,0 3 0,3 1-81,-3 4 1,4-2-202,-1 2 0,-1 1 118,0 3 0,0-3-726,1 1 0,-2-2 391,-2 0 0,-1-1-930,0-3 0,1-3 108,-1-2 1128,1-4 0,5-21 0,1-8 0</inkml:trace>
  <inkml:trace contextRef="#ctx0" brushRef="#br0" timeOffset="616">572 65 7862,'0'-5'521,"-1"2"668,-1 0-974,1-2 1,-2 4 37,0-1 1,3 4 79,-2 3 1,1 2-164,1 2 1,0 2 42,0 0 0,0 1-216,0 1 1,0 0 112,0 0 0,0 0-658,0-1 0,1 1-83,1 0 1,-2-1-225,3-1 1,-3 0 283,0-2 571,0-1 0,-3-18 0,0-5 0</inkml:trace>
  <inkml:trace contextRef="#ctx0" brushRef="#br0" timeOffset="856">745 1 7862,'-10'0'1095,"1"0"0,-1 0-855,0 0 1,-6 0-35,-3 0 1,-4 2-51,-5 3 0,-1-2-76,-3 2 1,1-1-209,1 2 0,5-2-565,5 1 0,5-3 417,7 2 1,2-2-1553,6 3 1828,3-4 0,26-1 0,10-4 0</inkml:trace>
  <inkml:trace contextRef="#ctx0" brushRef="#br0" timeOffset="1481">950 97 7862,'0'-7'0,"-1"2"1018,-1 0-342,2 0-122,-3 4-196,3-2-188,0 9 1,0-1-114,0 6 1,0-3 126,3 3 0,-2-1-403,3 3 0,1 0 167,1 0 1,-1 0-403,1 2 1,-1-3 215,4 1 0,-2-3-293,0 1 1,1-2 140,1-2 1,1-4 24,-1-1 0,2-2 101,0-2 0,1-3 59,1-4 0,0-2 217,0 0 0,-1-3-12,1-1 0,-2-1-1,0 1 1,-1 2 0,0-2 0,1 1 204,-5 1 1,2 3 157,-4-1 0,-1 3 979,-1-1-6,-1 2-902,-1 4 0,-3 0-62,-1 3 0,0 3-145,0 1 0,-1 5 122,-3 1 0,1 2-95,-2 1 1,2 1 8,0 1 1,-1 1-75,-1 3 1,0 1-89,1-1 0,0 1-110,0 1 1,1 0 80,0 2 0,1-2-601,-1 0 0,2-1 308,0-3 1,1-1-1059,1-1 932,1-4 1,5 0 347,1-7 0,16-18 0,5-7 0</inkml:trace>
  <inkml:trace contextRef="#ctx0" brushRef="#br0" timeOffset="1832">1675 180 7860,'0'-6'1927,"1"2"-1628,1 2 0,2-1-45,5 1 1,1 0 84,2 2 0,3 0-352,0 0 0,5 0 74,-3 0 0,2 0-963,-4 0 0,2 0 263,-2 0 639,0 0 0,1-3 0,0 0 0</inkml:trace>
  <inkml:trace contextRef="#ctx0" brushRef="#br0" timeOffset="2032">1624 321 8942,'0'-3'1301,"3"0"-1027,4 3 0,3 0-149,5 0 1,4-2-384,4 0 0,3-1-566,2 3 1,-2 0 823,2-2 0,7-2 0,1-2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34.4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248 20 7816,'3'-6'-334,"-1"1"1075,2 1-17,-3 3 40,2-2 0,-4 10-509,-1 2 1,-1 3-60,-4-1 0,-2 2 38,-2 2 0,-1-1-239,-1 3 1,0 0 96,-2 3 0,-2-1-411,-5 0 1,3 0-53,0-2 0,0 0-241,2-2 0,1-2 98,1-2 1,4-4-1193,3-1 1007,1-2 699,3-4 0,7-11 0,4-4 0</inkml:trace>
  <inkml:trace contextRef="#ctx0" brushRef="#br0" timeOffset="242">75 59 7835,'-4'-10'356,"0"1"1,1 2 244,-1 0 705,3 4-229,-2-3-311,3 6-319,3 2 1,0 3-83,4 3 1,1 2-122,1 1 1,2 1-116,0 1 1,3 0-108,1 2 0,3 0-482,-1 2 1,-1-1 350,2 1 1,-1 0-1175,2-2 1,-2-2 617,0 2 0,-3-2 665,1-2 0,-4-8 0,-2-4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35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57 7862,'0'-7'1013,"0"1"-116,0 3-28,0 0-300,0 3-343,0 5 1,0 2-154,0 3 1,0 3 106,0-3 0,0 2-448,0 1 1,0-1 213,0-1 1,0 1-521,2-1 0,-1-1-29,1 0 1,-1-2-278,-1 1 0,0-4-207,0-1 1087,0-2 0,0-22 0,0-9 0</inkml:trace>
  <inkml:trace contextRef="#ctx0" brushRef="#br0" timeOffset="225">235 31 7873,'4'-4'1077,"-2"0"-688,-2 2 1,-2-1-129,0 1 0,-5 1-21,1-1 1,-6 1 11,-1 1 1,-3 0-39,-5 0 0,-2 0-209,-3 0 1,1 0-338,2 0 0,1 1-1141,5 1-514,2-1 1987,5 4 0,26-4 0,10 2 0</inkml:trace>
  <inkml:trace contextRef="#ctx0" brushRef="#br0" timeOffset="568">556 153 8790,'-1'-3'1823,"-1"0"-1376,1 3 0,-5 5-110,2 1 0,-1 5-97,-2-1 0,-2 3-382,-2 2 0,-1 2 171,-1 2 1,-2 0-966,-3 0 0,1 3 555,-2 2 1,3-4-666,-3-1 1,5-4 42,1 0 1003,0-4 0,9-10 0,-2-6 0</inkml:trace>
  <inkml:trace contextRef="#ctx0" brushRef="#br0" timeOffset="809">350 211 7873,'0'-10'789,"0"1"1,0 2-235,0 1 0,0 1-127,0 1 0,1 3-105,1-1 1,0 1 94,5 1 0,-2 1-120,3 1 0,3 2-85,2 5 1,0 1-307,5 2 0,1 4 106,2 1 0,1 2-990,-3 0 0,0 0 543,0 0 0,2 1-2169,-2-1 2603,-1-3 0,3 6 0,3-2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44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58 142 8189,'-6'0'663,"0"0"-336,-1 0 392,1 0-293,2 0 1,5 0-87,5-3 0,2 3-128,5-2 1,-1 1 27,5 1 0,3-2-226,1 0 1,1-3 78,0 3 0,0-1-596,2 1 1,0 1 310,-3-4 1,1 4-810,-3-1 1,-2 1 189,-2 1 1,-4-1-537,-3-1 1347,-4 1 0,-21-4 0,-8 1 0</inkml:trace>
  <inkml:trace contextRef="#ctx0" brushRef="#br0" timeOffset="336">0 252 7052,'0'-4'2286,"0"1"-1466,0 3-520,3 0 0,2 0 19,3-3 0,1 3-95,4-2 0,1 0-44,5 0 0,2 1-149,3-4 1,-1 3-273,5-2 0,-2 2-654,-2-3 0,1 2 499,-2-1 0,-3-1-525,0 2 1,-5-2 354,0 1 1,-2 1 565,-3-2 0,-3-5 0,-4-3 0</inkml:trace>
  <inkml:trace contextRef="#ctx0" brushRef="#br0" timeOffset="686">297 26 7973,'-7'-3'340,"2"-3"169,0 2 0,2 1-215,1 1 46,1-2-236,-2 3 1,4-1 147,1 2 0,4 0-142,2 2 0,4 2 76,-2 2 0,3 1-115,2-1 1,1 3-103,1-1 1,1 3-251,-3-2 0,0 2-132,-2 0 0,-3 1 218,-1 1 0,-3-1 28,-2-1 0,-1 1 98,-3-1 1,-5 1 156,-1 1 0,-5-1-102,0-1 0,-1 0 90,-1-2 1,0 2-138,1-3 0,-1-1 31,3-3 1,0 0-579,4 3 1,2-3 68,-1 0 539,4-2 0,-2 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47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457 587 7915,'0'-6'544,"0"-1"619,0 1-1094,0 2 0,0 2 304,-2 4 1,-2 2-156,-2 2 0,-1 4-26,1 0 1,-4 5 52,0 0 1,-3 3-209,1-1 1,-2 1 120,-1 2 0,1 0-487,-1 1 1,0-1-159,-1 2 0,2-2-234,3-1 0,0-2-1027,2-2 775,1-2 443,1-3 530,4-3 0,6-19 0,4-6 0</inkml:trace>
  <inkml:trace contextRef="#ctx0" brushRef="#br0" timeOffset="217">238 613 7915,'-6'-6'0,"-1"-3"211,1 0 1,2 3 750,2 2-236,-1 2 0,2 0-289,-1 4 0,2 0 158,2 2 1,2 2-150,5 3 1,1 2-229,3 0 0,3 1 48,1 1 1,2 1-331,3 1 1,-2 1-479,4 4 1,0-3-555,1 0 1,3 0-1851,0 2 2946,-3-2 0,9-7 0,-1-4 0</inkml:trace>
  <inkml:trace contextRef="#ctx0" brushRef="#br0" timeOffset="534">754 362 7968,'0'-7'0,"-2"3"1446,-1 0-472,1 2-34,2-1 0,1 8-700,1 2 0,1 4-99,1-1 1,2 2-96,-2 1 1,2 2-606,1 0 1,-2 1 448,0-1 1,0-1-1184,0 1 1,0 1 83,2-1 1209,-4-3 0,6-6 0,-2-3 0</inkml:trace>
  <inkml:trace contextRef="#ctx0" brushRef="#br0" timeOffset="784">895 329 7988,'-6'-5'923,"0"0"0,-2 3-302,0 2 1,-2 0-132,-3 0 1,-3 0-348,-1 0 0,-4 0 53,-3 0 1,-2 2-526,-2 0 1,2 3 230,1-1 1,4 0-1148,4 0 0,5 0 1245,-1 3 0,27-4 0,5 0 0</inkml:trace>
  <inkml:trace contextRef="#ctx0" brushRef="#br0" timeOffset="1145">1282 478 7985,'0'-7'1768,"0"1"-1327,0 2 0,-2 2 161,0 4 1,-3 3-189,0 3 0,-1 3-101,-3 4 1,-1 1-89,-5 4 0,0 0-190,-2 1 1,2 2-212,-2 3 0,0-1-325,0-1 1,4-3-460,2-4 0,5-2 28,0-4-1425,1-2 2357,1-5 0,4-27 0,4-9 0</inkml:trace>
  <inkml:trace contextRef="#ctx0" brushRef="#br0" timeOffset="1342">1095 478 7985,'-3'-10'585,"-1"-2"930,2 4-532,1-1-605,-2 5 0,4 2 164,1 2 1,2 2-128,2 3 1,1 3 4,2 3 1,3 4-141,3 2 1,3 3-211,-1 1 1,5 2-299,1 3 0,2-1-487,-2-2 1,-1 2-2715,-2-4 3429,-1 1 0,-2-6 0,-2 0 0</inkml:trace>
  <inkml:trace contextRef="#ctx0" brushRef="#br0" timeOffset="1926">97 342 8015,'0'-6'921,"0"2"-520,0-1 1,-1 4 50,-1-1 1,0 2-13,-2 2 0,0 2 118,-3 5 1,-1 2-192,-1 4 0,-2 6-139,3 5 0,-3 7 25,2 1 1,1 7 2,1 4 1,4 4-254,1 3 1,2-3-267,2-6 1,5-1-381,6-4 1,3-5-146,3-5 1,5-6-1930,2-4 2717,7-3 0,9-10 0,7-3 0</inkml:trace>
  <inkml:trace contextRef="#ctx0" brushRef="#br0" timeOffset="2393">1321 278 8012,'-3'-6'0,"2"-1"989,-1 1 2,1-1-591,1 1 0,3 2-73,1 2 0,3 4-71,1 2 0,3 3 178,4 1 1,2 5-138,5 5 0,1 6-154,5 4 1,1 5 46,1 4 1,-3 2-379,-5 1 1,-4 2-138,-8 1 1,-4-3-463,-6-6 1,-8-5 66,-5-8 1,-1-3 315,1-3 0,1-2-1526,1-3 1930,2-3 0,-3-13 0,-2-5 0</inkml:trace>
  <inkml:trace contextRef="#ctx0" brushRef="#br0" timeOffset="2710">1662 188 7989,'0'-5'171,"0"1"0,1 2 341,1-2 1,2 2-515,2 0 1,1 1 31,2 1 1,-1 0-574,2 0 0,0 0 258,1 0 1,1 0-207,-1 0 1,0 0 490,0-2 0,10-8 0,0-3 0</inkml:trace>
  <inkml:trace contextRef="#ctx0" brushRef="#br0" timeOffset="2885">1939 40 8029,'-2'-9'945,"0"0"1,0 1 183,2 1-485,0 4 0,3 0-197,1 3 0,-1 3-255,2 1 0,1 5 37,3 1 1,2 3-147,-3 2 1,4 2-535,-2 2 0,0 0-1763,1 1 2214,0-1 0,2 15 0,0 3 0</inkml:trace>
  <inkml:trace contextRef="#ctx0" brushRef="#br0" timeOffset="3527">2558 349 8772,'-5'-2'417,"1"0"1,2-1-401,-2 3 1,-1 2 227,-1 2 1,-1 1-65,1 6 1,-3 2 33,1 2 1,-4 3-92,2-1 0,-3 4-223,1 3 0,-2 1-151,-1 1 0,-1 0-189,-1-1 1,-3-2-328,3-1 1,-3-5 368,3-2 1,1-2-179,1-2 0,2-3 575,2-4 0,10-18 0,6-7 0</inkml:trace>
  <inkml:trace contextRef="#ctx0" brushRef="#br0" timeOffset="3735">2281 381 7943,'-1'-13'362,"-1"0"1,1 3 1428,-1 2-680,1 3-720,1 2 1,0 4 133,0 1 1,4 5-131,2 4 0,3 1 26,4 3 1,3 3-125,1 3 0,4 3-275,1 4 0,2-1-297,-1 3 1,3-1-514,-1 1 0,-2-2-1213,-1-4 0,-3-3 2001,-2-3 0,8-14 0,-2-6 0</inkml:trace>
  <inkml:trace contextRef="#ctx0" brushRef="#br0" timeOffset="4011">2951 130 7977,'0'-4'1424,"2"7"0,1 6-1209,3 6 0,-1 3-36,4-1 1,0 5-891,0 2 1,1 0 383,-1 0 1,-1 0-1692,-4-3 2018,2-2 0,-8-15 0,1-5 0</inkml:trace>
  <inkml:trace contextRef="#ctx0" brushRef="#br0" timeOffset="4219">3144 91 8002,'-9'-3'689,"-1"2"186,-3-3 1,-1 2-312,-1 0 0,-2 1-150,-5 1 1,-3 0-372,-5 0 0,-2 2 87,0 1 1,2-1-989,0 1 1,8-2 74,3 3 783,10 1 0,23-2 0,11 0 0</inkml:trace>
  <inkml:trace contextRef="#ctx0" brushRef="#br0" timeOffset="5103">3563 233 7934,'-2'-7'229,"-1"1"1,-1 0 395,2-1 1,-1 3 388,1 0-298,1 2-290,-2-1-193,6 9 1,-1-1-98,2 6 0,0-1 98,3 3 0,0 1-436,1 1 1,0-1 69,0 1 1,1-1-167,0 1 1,2-1-398,0 1 1,-1-4 308,1 0 0,-2-3-100,1 0 1,0-3 94,1-3 1,1-2 8,-4 0 1,3-3 181,-3-4 0,4-2 2,-1-4 1,-1 0 236,0 0 1,-2 0-91,1-2 1,-2 1 118,-1-1 0,0-1-40,-2 1 1,1 0 507,-2 2 1,-1 3-267,-2-1 0,-1 3 479,-1-1 1,0 5-182,-2 2 1,0-1-44,-3 1 1,3 3-150,0 3 1,0 2-96,-3 3 0,1 1-4,-1 3 1,3 1-58,0 1 0,2 1-98,-3 3 1,3 1 73,-2-1 1,2 3-181,0-1 1,1 3-2,1 0 1,0 1-135,0 1 0,0-3-11,0 1 0,1-4-35,1-1 1,2 0-411,2-4 0,-1-1 273,-1-3 0,0-4-417,3-2 1,-3-4-107,0 1 825,1-1 0,1-18 0,0-5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4:46.6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658 154 7960,'-6'-3'1245,"2"-1"-795,-2-2 0,6 2-234,-3 0 1,4 2 19,3 0 1,1-1 36,6 1 1,1-1-146,3 1 1,1 1-163,3-1 0,-1-1-276,-1 1 0,0 0-582,2 2 0,1 0-576,-1 0 1468,-5 0 0,1-6 0,-5-1 0</inkml:trace>
  <inkml:trace contextRef="#ctx0" brushRef="#br0" timeOffset="175">613 283 7951,'-4'-3'1262,"1"2"1,9-2-1273,3 1 1,4 1 6,4-1 1,3-1 56,6 1 1,2-3-1335,2 1 1280,2 1 0,6-3 0,1 2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07.6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20 233 7871,'-3'3'-668,"0"0"-27,-1 0 2051,-2-2-1159,6 2 46,-3 0-147,3-3 0,3 5 65,1-3 1,-1 3-89,2-3 1,0 0 14,3-2 1,0 2-117,3 0 1,-1 0-135,1-2 1,1 0 71,-1 0 1,1 0-36,1 0 1,0 0 28,-1 0 0,3-2 75,0 0 0,3-3-43,0 1 1,0 0-63,1-3 1,4 2 134,0-3 0,5-3 16,2 1 1,2-2 64,3-1 0,-1 1-97,2 1 0,1-1 178,1 4 1,-2 0-95,-2 4 0,-1 1 96,-3 3 0,1 0-51,-1 0 1,-1 2-31,-1 0 0,1 1-40,1-1 1,2-1 3,0 1 1,1-1 4,1-1 1,0-1 0,2-1 1,1 0 30,1-2 1,-2 2-32,-1-2 0,-2 1-108,-1-1 0,0 3 100,0-1 0,-3 1-129,-3 1 1,-1-2 77,-4 0 0,5-1-27,-3 3 0,4 0 1,-3-2 1,3 1-7,4-1 0,4 0 4,2 0 0,4 1 16,-2-1 1,4-1 120,0 1 0,1-3-105,-1 1 0,-2 0 139,-2 0 1,-1 3-76,1-2 0,1 1 90,-1-1 1,1-1 83,-4 2 1,3-1-31,2 1 0,3 1-19,3-1 1,4 1-65,1 1 1,2 0-241,4 0 0,2 0-60,-2 0 0,-3 0-101,-5-2 0,-3 0 139,-4-2 1,-3 0 99,-6 0 0,-6-2-9,-8 2 0,-7-2-37,-4 0 0,-3 1-641,-1 1 177,-3 3-1302,-4-2 1842,-2 3 0,3 3 0,2 0 0</inkml:trace>
  <inkml:trace contextRef="#ctx0" brushRef="#br0" timeOffset="725">1418 155 7928,'0'-6'0,"-1"-3"1065,-1 1-258,1-1 55,-1 3-593,2 2 0,0 2-36,0 4 0,2 2 0,0 2 0,1 4-112,-1 0 1,-1 5-118,4 0 1,-4 3-300,1 2 1,1-2-173,-1 2 0,1-1 286,-1-2 1,-1 0-770,1 0 1,1-4 390,-1 0 1,3-1-96,-1-3 0,0-3 654,0-1 0,1-4 0,10-15 0,2-8 0</inkml:trace>
  <inkml:trace contextRef="#ctx0" brushRef="#br0" timeOffset="984">1566 304 7928,'-1'-4'431,"-1"2"0,1-1-235,-3 1 1,1 0 210,-1 2-204,0 3 0,-3 0-173,1 4 0,-1 0 140,-2 1 0,2 0-129,-2 0 0,2 1 104,1 0 1,-1 0-513,1 0 0,-1-2 180,-2 2 1,2-3-279,-2-2 0,2 1 211,1-2 1,-1-1 146,-2-2 0,2-1 446,-2-1 1,2-2-210,1-2 1,2-1 85,-1-2 1,3 2 78,-2-2 294,2 2-47,-1 1-1369,3 2-254,0 1-644,3 9 1725,1-2 0,22 26 0,6 1 0</inkml:trace>
  <inkml:trace contextRef="#ctx0" brushRef="#br0" timeOffset="1343">329 761 8421,'0'-3'956,"0"0"-648,0 6 0,0 0 4,0 4 1,3 0-71,1 1 1,1 2-456,0 3 1,0 0 177,0 0 1,0 2-868,-1 0 1,1 0 501,-3-2 0,2 0-587,-1 0 987,-1-3 0,-5-7 0,-1-3 0</inkml:trace>
  <inkml:trace contextRef="#ctx0" brushRef="#br0" timeOffset="1559">632 697 7897,'-6'-3'0,"-4"1"196,0-2 0,-3 3-6,-2-2 0,-5 3-2,-3 3 1,-6-1-144,-3 3 0,-5 1 66,-4-2 1,0 2-229,2 0 0,4-2 92,3 1 1,6-3-1663,7 2 1687,8 0 0,26-3 0,10-2 0</inkml:trace>
  <inkml:trace contextRef="#ctx0" brushRef="#br0" timeOffset="2143">516 729 7897,'0'-7'0,"0"3"1450,0 0-587,0 2-451,0 0-133,3 7 1,1 0-64,2 6 1,-2 0-117,1 2 1,-1 0 132,2-1 1,1 3-391,-1 0 1,-2 1 131,1-4 0,-1 1-456,2 0 1,-1-2 108,-1 0 0,-2-4-30,3-1 1,-3 0 41,2-4 1,-2 0 71,2-2 0,-1-3-60,1-1 1,-2-2 47,2-3 1,0 1 217,0-3 1,1 3-124,-3-3 1,3 3 281,-3-3 0,1 3 28,-1-1 1,-1 2 23,1 1 1,1 1-96,2 1 0,-2 3 98,1-1 1,-1-1 12,1 1 0,0 0-111,3 4 1,-3 0 135,0 2 1,0 0-85,3 0 1,-1 2 50,1-2 1,-1 2-80,1 0 1,-1-2 21,1 1 0,-1-2-9,0 2 1,-1 0 83,-1-3-475,0 3 1,3-5-27,-1 3 161,1-3 1,-1 0 90,1 0 1,-1-3-191,0-1 1,-1-2 34,-1 0 0,0 0 251,0-1 0,1 1 102,-3-1 1,2 3 526,-2 0 198,1-1-351,0-1-239,-3 2 0,4 1 14,-2 3 0,1 1-86,1 1 1,1 2 27,-3 2 1,3-1-337,0-1 1,0 0-191,2 3 0,-1-2-203,1 0 1,-1 0-806,1-3 1339,-4 3 0,14-19 0,1-1 0</inkml:trace>
  <inkml:trace contextRef="#ctx0" brushRef="#br0" timeOffset="2276">903 632 7897,'-10'-6'0,"1"-1"32,5 1 0,-1 2 411,3-1-2081,-1 4 1638,3-2 0,23 20 0,6 5 0</inkml:trace>
  <inkml:trace contextRef="#ctx0" brushRef="#br0" timeOffset="2610">1096 697 7897,'0'-7'190,"0"3"284,0 0-45,0-1-326,0 2 1,-1 0-126,-1 3 1,1 0 58,-4 0 1,0 3-27,-3 1 0,1 2-64,-2 0 0,0 1-145,0-1 1,0 1 99,3-1 1,0 0-86,-1 1 1,4-3-38,0 0 1,3 1 75,0 1 1,0-2 43,3 1 0,0-2-17,4 2 0,0-2-65,1-1 1,0 0 99,3 2 1,0-2 109,2 3 1,-3-4-7,1 1 1,-1 1 180,1-1 0,-2 2-15,-2-1 0,-3 1-95,0-2 1,-2 3 215,0-1 1,-5 0-83,-4 0 0,-3-2-352,-5 3 0,-2-2-243,-4 2 1,1 0 367,-2-3 0,-6-3 0,-3-3 0</inkml:trace>
  <inkml:trace contextRef="#ctx0" brushRef="#br0" timeOffset="2986">1521 697 7897,'-10'-7'0,"-1"4"540,2 0 1,-2 3-142,3 0 1,-2 0-141,2 3 0,1 0-103,-2 4 1,2 1 59,0 1 0,2 2-209,0 0 1,3 1 88,2 1 0,0 0-746,0 0 1,1 2 429,3 0 0,1 0-341,3-2 0,2-2-28,1-1 0,1-4 589,1 0 0,20-12 0,5-2 0</inkml:trace>
  <inkml:trace contextRef="#ctx0" brushRef="#br0" timeOffset="3985">1734 755 7897,'-7'-5'207,"1"1"1,-1 0 22,1 0 0,-1-1 18,1 3 1,-1 0-19,-2 2 0,1 3-208,-2 1 1,2 2 18,-1 0 0,0 1 36,0-1 0,1 3-48,1-1 0,3 2-299,0-2 0,2-1-790,0 2 450,1-2 355,1 0 1,3-4 22,2-1 0,1-1 124,3-1 0,-2-1 24,4-1 1,-2-1 121,2-4 1,-1 1-33,3-1 0,-2 1-72,0-1 1,-3 1 195,0-1 1,-1 2-81,0 0 1,-1 0 486,1 3-151,-4-3-63,3 5-24,-5-3-306,-1 8 1,-1-2 96,-1 3 0,1-1-324,1 1 156,0 1 0,1-1-218,1-2 211,1 2 1,4-6 64,-1 2 0,1-1-19,-1-1 1,1 0 13,-1 0 1,1-3-8,-1-1 1,0-2 43,1 0 0,-1-3 18,1 1 1,1-4 97,1 1 0,0-1 172,-3-3 0,0 0-80,1-2 1,-1 0 484,-2-2 1,-1 1-276,-3 1 0,0 2 310,0-2 1,0 3-284,0 2 0,-3 1 28,-1 5 0,0 2-145,0 2 1,2 2-231,-3 2 0,3 2-90,-2 2 0,2 4 106,0 1 0,2 3-177,0 1 1,0 2 109,2-2 0,2 3-530,2-1 1,1 1 239,-1-1 0,1 2-652,-1-2 0,1-1 262,-1-1 0,1-2 71,-1-3 1,-2 0-63,1-4 153,-1-2 635,2-1 1,1-6-211,-1-2 1,0-2-192,-2-2 0,2-2 110,-2 0 1,2-1 134,0-1 0,-1-2 45,-1 0 0,0 0-102,0 2 1,1-2 149,-3 0 0,0-2-107,-2 1 0,0-1 663,0 2 1,0 1-286,0 3 1,-2 0 1274,0 2-1623,-3 3 17,4 4 1,-2 7-165,0 1 0,3 6 91,-2 0 0,1 2-100,1 3 1,0 1-34,0 4 0,2-3-260,0 0 1,2 1 23,-1-3 0,2-1-76,-1 1 1,2-2 173,0 0 0,0-5 115,1-1 1,0-4 200,2-1 0,-2-2-78,1 0 1,0-2-246,1-2 0,0 0 114,2-2 0,0-1-112,-2-4 0,2 2 39,-3-1 1,4-2-29,-2 2 1,0-2 397,-2 2 1,0 0-145,-2-3 0,0 1 526,-2 0 0,-1-1-308,-3 3 0,0 1 1035,0-2-876,-3 2 1,-3 1 5,-2 2 1,-1 1 14,3 3 0,-3 1-132,0 1 0,2 2-140,2 2 1,0 3 147,0-1 1,2 4-260,-2-2 0,4 0 39,-1 1 1,1 0-259,1 2 1,0-3 131,0 1 1,3-2-597,1 2 1,5-4 174,2 2 1,1-3-83,1-1 0,2-2-114,0-3 0,3 0 720,-1 0 0,24-26 0,7-6 0</inkml:trace>
  <inkml:trace contextRef="#ctx0" brushRef="#br0" timeOffset="4396">2397 555 7895,'-3'-7'473,"1"1"-332,-3 0 1,0-1 1959,3 1-831,0 2-888,2 1 1,0 4 60,0 1 0,1 2-86,1 2 1,1 3-197,4 2 1,-1 1 67,1 1 1,0 3-428,1 1 0,-3 1 200,2-1 0,-2 0-542,1-2 1,-1-1 82,-1 3 0,-3-2-128,2 0 1,-1-5 208,1-1 0,-1-2-295,-2 0-184,0-4 181,0 0 228,0-12 1,0 4 99,0-5 1,-1 0 70,-1 1 0,-2 0 173,-2 0 1,-1 4 205,1-1 1,-1 1 29,-2-2 1,2 4-184,-2 0 0,-1 3 764,0 0 0,-2 0-358,1 0 1,-1 1 641,2 3 1,-2 1-376,1 3 0,2 2-176,3 1 0,2-1-117,2 1 1,2 0-288,2 2 1,4-3 127,5-2 1,1-3-388,1-1 1,0-2-4,0 0 1,-1-1-238,-1-1 1,0-3-2588,-2-1 3042,0-2 0,-9-21 0,0-4 0</inkml:trace>
  <inkml:trace contextRef="#ctx0" brushRef="#br0" timeOffset="5487">2880 658 7817,'0'-6'742,"0"-1"-60,0 4-573,0-3 1,0 5-126,-2-1 1,-2 3 96,-2 2 0,-1 2-57,1-1 1,-1 2 85,1 3 0,-1-2-216,1 2 0,-1 0-44,1 0 1,0 0-110,2-1 1,-1 0 28,3 0 0,-1-1-73,1 0 1,1-1-7,-1 1 1,2-4 72,2-1 0,2-1 40,2-1 1,1 0 35,2 0 1,0-3 116,2-1 1,0-3 115,-2-1 0,2 1 81,-3-2 1,1 0 1,-3 0 0,1 1 208,-1 1 1,-1 1 253,-1-1 0,-3 1-257,1-1 0,-1 1 742,-1 0-322,0 2-577,0 1-75,0 3-176,3 3 1,-2 1-403,4 2 1,-2 3 315,3-1 1,-1 3-848,4-2 1,-2 1 123,2-1 856,1 2 0,32-1 0,6 3 0</inkml:trace>
  <inkml:trace contextRef="#ctx0" brushRef="#br0" timeOffset="5796">3467 568 8405,'-4'-4'1169,"2"-1"-804,1 4 0,1-1 215,0 4 0,3 1-182,1 4 1,0 2-206,0 2 1,3 3-56,1 1 1,1 3-107,-3-1 1,0 4-543,-2 1 1,2 1-103,-2-1 0,-1-2-538,-1-2 0,-1-3-118,-1-5 706,0 2 0,-1-7 562,-1-1 0,-4-23 0,-4-6 0</inkml:trace>
  <inkml:trace contextRef="#ctx0" brushRef="#br0" timeOffset="6003">3454 574 7825,'0'-9'337,"0"2"176,0-2 1,0 2-403,0 1 0,3 0 13,1 2 1,2 1 304,3 3 0,1 0-77,3 0 0,0 3-261,0 1 0,1 4 92,-1 3 0,0 0-740,-4 2 1,-3-2 22,-4 4 1,-2-2-229,-2-2 1,-4 1-41,-3-1 0,-2 0 205,0 0 597,-1-2 0,-9-5 0,-3-1 0</inkml:trace>
  <inkml:trace contextRef="#ctx0" brushRef="#br0" timeOffset="6330">3666 619 7757,'7'0'-204,"1"0"696,1 0 1,0-2-116,-3 0 0,3 0-345,-1 2 1,4 0 6,-2 0 0,0-1-110,1-1 0,-1 1 127,1-4 1,0 2-277,-2-2 0,0 0-5,-3 0 0,-2 2-4,-2-1 0,1-1 141,-1-1 0,-1-1 20,-3 1 0,1-1 209,-4 1 1,1 0-78,-2 2 1,-2 1-10,0 3 1,1 0-55,-2 0 0,0 3 187,0 1 0,-2 2 55,0 0 0,2 3 96,0 0 1,0 1-244,0-1 0,1 2 18,1 0 0,3-1-417,0 1 1,2-1 169,0 1 0,7 0-226,4-2 1,3 0 161,3 0 1,2-4 196,4 1 0,25-9 0,9-2 0</inkml:trace>
  <inkml:trace contextRef="#ctx0" brushRef="#br0" timeOffset="6596">4021 523 7825,'-7'0'292,"1"-2"127,-1-1-122,1 1 1,0 3-76,-1 1 0,3 0 40,0 2 1,2 0-42,0 3 0,1-1 0,1 0 0,0 2-196,0 0 0,3-1 135,1 2 1,2 0-490,1 0 0,0 0 239,1 0 0,-1-2-250,-1 2 0,1-2 185,-3 2 0,-1-2 3,-1 2 0,-2-2-113,-2-1 1,-3-1-93,-3-1 0,1-1-918,-2 2 1275,-1-2 0,-3-15 0,-3-2 0</inkml:trace>
  <inkml:trace contextRef="#ctx0" brushRef="#br0" timeOffset="6939">4117 561 7825,'3'-3'0,"-1"-2"1661,2 3-1275,0-1 1,3 3-221,-1 0 1,1 3-119,-1 2 0,-2 3-27,1 0 0,-1 1-52,2 0 1,-1-2 50,-1 2 0,0 0-308,0 0 1,2-1 100,-2-1 1,-1-2-69,2 0 1,-3 0-82,2-3 0,-2 0-57,3-2 1,-3 0-8,2 0 1,0-1 98,0-1 0,2-1 240,-2-4 1,0 1-281,0 2 738,0-4 0,0 3-134,1-3 499,-4 0-330,2 2-7,0 2-97,-2 2-216,4 2 0,-2 0-28,1 2 0,2 2-120,-2 2 1,2 1-268,1-1 0,1 1 120,1-1 0,2-1-596,0-1 1,1 0 778,1 3 0,14-1 0,4 0 0</inkml:trace>
  <inkml:trace contextRef="#ctx0" brushRef="#br0" timeOffset="7331">4510 394 7825,'-6'-13'-1271,"2"3"635,-1 1 3908,4 5-1337,-2 1-1426,3 9 0,1-1 140,1 6 1,2-1-231,5 3 1,-1 2-175,2 0 0,-1 3-23,2-1 1,-3 0-211,3 0 0,-3 0 71,1 3 0,-2-4-551,-1-1 0,0-1 64,-2-1 1,1-3-855,-3-2-267,0-1 1060,-2-3 1,0-2-145,0-4 0,0-2 212,0-2 1,-2-1 30,-3-2 0,0 2 120,-2-2 1,-2 0 128,-2 1 1,-1-1-54,-1 2 1,0 1 491,0 0 0,0 2-24,0 2 1,1 1 293,-1 1 1,3 1 130,1 1 1,2 4-305,1 2 0,2 4-194,2-1 1,1 0 2,1 0 0,5 1-314,2-1-1,3 0 91,1 0 0,3-2-1053,1-2 1,1-4 142,-1-1 906,-1-1 0,10-10 0,0-1 0</inkml:trace>
  <inkml:trace contextRef="#ctx0" brushRef="#br0" timeOffset="7588">4768 536 7825,'0'-5'441,"0"1"0,-3 3-287,-1-2 0,0 3 89,0 0 1,-1 0 69,-4 0 0,2 3 45,-4 1 1,2 4-109,-1 0 1,2 3-319,-1-2 0,2 2 137,0 0 1,4 1-530,1 1 1,2-3 305,2-1 1,5-2-166,6-1 1,1-2 240,3-2 1,-2-1 261,2-1 0,-3-3 287,1-2 0,-2-2-229,-2-2 1,0 0-504,-5 0 1,1 1 183,-5-3 1,0 4-2130,-2-2 2206,-5 2 0,-17-8 0,-8-2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20.8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252 26 7754,'3'-6'-906,"-3"-1"3021,3 1-1451,-3 2 1,0 1-292,-3 3 0,2 4-41,-3 2 1,-3 2-74,-1 2 1,-2 3 94,2 2 1,-1 3-102,-2-1 0,-1 2-298,1 0 0,-1 3-195,2-1 0,-2 3-242,1-3 0,-1 2-294,-1-3 1,1 0 395,1-5 1,-1-1-596,4-3 98,-1-2-537,3-5 1414,2-2 0,7-22 0,4-5 0</inkml:trace>
  <inkml:trace contextRef="#ctx0" brushRef="#br0" timeOffset="200">14 71 7754,'-4'-6'1660,"-1"-1"-645,3 1-31,0 2-623,2 1 0,0 4 109,3 1 1,1 3-96,4 3 1,1 3 159,4 4 1,-1 1-149,5 4 1,0 0 0,3 1 0,0 1-1320,4 4 0,-1-5 618,3 3 0,-1-4-1905,-4 0 0,0-6 2219,-4-1 0,-4-13 0,-4-2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16.1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7 535 7556,'-4'0'3248,"1"0"-1855,3 0-1430,6 0 0,1 0-1128,6 0 1,0 0 316,0 0 1,0 0 847,0 0 0,28-6 0,8-1 0</inkml:trace>
  <inkml:trace contextRef="#ctx0" brushRef="#br0" timeOffset="183">258 457 7809,'0'-4'1354,"0"0"-886,0 2 0,1 0-13,1 2 1,-1 0-307,3 2 1,1 4-229,1 3 1,1 2-674,-1-3 1,3 4 495,-1-2 1,0 0-395,-4 1 1,2-2 649,-2 1 0,2-7 0,1-1 0</inkml:trace>
  <inkml:trace contextRef="#ctx0" brushRef="#br0" timeOffset="325">264 322 7809,'-3'-6'19,"1"-1"-81,-3 1 0,2 2-1191,3-1 1253,0 4 0,3-2 0,2 3 0,12 14 0,4 4 0</inkml:trace>
  <inkml:trace contextRef="#ctx0" brushRef="#br0" timeOffset="601">432 528 7809,'3'3'0,"0"-1"844,-3 2 105,0-3 55,3 5-52,-2-5-279,2 5-609,-3-6 0,0 2 148,0-4-243,0-1 1,0-4 120,0 1 1,0-1-44,0 1 1,0-1-95,0 1 1,2 0-88,0-1 1,3 1 46,-1 2 0,4-2 103,1 2 1,2 1-79,-3 1 1,4-1 85,-2 1 0,2 0-482,1 2 1,0 3 206,0 1 0,-2 3-380,0 1 0,-4 0-83,2 3 0,-4-1 714,-1 3 0,-5 9 0,0 1 0</inkml:trace>
  <inkml:trace contextRef="#ctx0" brushRef="#br0" timeOffset="1801">722 393 7809,'0'-10'1171,"0"1"-326,0 2-313,0 1 0,0 2 230,0-1-385,3 4 0,0 1-55,4 4 0,-1 2-251,1 0 1,-1 4 2,0 0 1,3 3-62,0-1 1,0 3-131,-1 0 0,0 0-512,3-2 0,-3 0-133,1-3 0,-2 0 313,2-1 1,-4-4 120,1 1 1,-1-3-37,2-1 0,-3-2-14,1-2 1,-1-3 61,2-3 0,-2 0 59,-2-3 1,-1 2 134,2-1 1,-3 0 121,2-1 0,-1-1 99,-1 1 1,0 0-136,0 0 0,-2 2 541,0 2 0,0 1 291,2-1 186,0 4-598,0 0 1,0 3-83,3 0 0,0 3-90,4 1 1,-1 0 15,0 3 1,2-2-204,0 3 1,2-1 28,3 0 0,0-3-164,0 0 0,0-1-28,0 1 0,2-3-112,0 1 1,0-1-241,-2-1 1,-3-3 228,1-1 1,-3-2-99,1 0 0,-3-1 73,-2 1 0,-1 0-2,-3-1 1,0-2 71,0 1 1,-5 0 175,-1 4 1,-5-1-129,0 3 0,-1-1 283,-1 3 0,2 0 47,1 0 1,2 3 9,-1 2 0,2 0 83,1 2 0,1 1-87,1 1 0,3 2-134,-1 0 0,2-1 32,2 1 1,2-3 10,5 3 1,-2-3-59,4 1 0,0-3-132,2-2 0,-1 1 474,-1-2 0,0-1-113,-2-2 0,1-1-7,-1-1 1,0-2-25,-3-2 0,1-1-46,2 1 0,-2-3 19,2 1 1,-4-1 185,-1 3 1,-1-1-151,2-2 1,0 4-64,-3-1 1,2 1-232,-2-2 1,1 3 69,-3-1-255,2 4 0,0-2 160,2 3 1,-2 0-184,3 0 0,-4 1 87,1 1 0,2-1 6,0 4 0,0-1-62,0 3 1,0-1-42,3 0 1,-2 1-50,0-1 1,0 1 122,0-1 1,0 1 101,2-1 1,-1-2-65,-2 1 0,2-2 550,-2 2 0,-1 0-69,2-3 174,-4 0 0,4-3 61,-3-1 0,0 1 352,-2-4 0,3 0-145,-1-3 1,0 0-312,-2 0 0,1 0-543,1-1 0,-1 2 147,4-1 1,-3 1-1225,2 0 0,0 1 704,3 2 0,0-2-1086,1 2 1,0 0 638,3 0 0,0 3 925,2-1 0,0 0 0,-1 0 0,2 1 0,1-1 0,-1-1 0,1 1 0,-2-1 0,0 1 0,-1 1 0,-1-4 0,-2 3 0,-5-2 0,0 2 461,-2-2-75,-2 2 0,0-1-48,-4 3 1,-2 0 5,-3 0 1,1 0-143,-3 0 1,4 1 30,-2 1 0,0 0 21,0 2 1,1 0-221,1 3 1,4-3 88,0 0 1,0 1-256,1 4 0,0-2-13,2 1 0,0 0 30,0 1 1,3-1 158,1 3 1,2-1-24,1 0 1,-1 2 172,0-4 0,1 2-41,-1-2-392,1-1 1,-4 3-13,-1-4-1822,-1-2 2073,-1-1 0,-8-15 0,-3-2 0</inkml:trace>
  <inkml:trace contextRef="#ctx0" brushRef="#br0" timeOffset="2186">1688 400 7809,'10'-4'-615,"-1"2"1,-1-1 871,0 1 0,-1-1-37,2 1 0,-2 1-27,0-1 0,-1-1-21,0 1 1,1-1-70,-1 1 0,0 0 63,-2-2 1,1 2-121,-2-2 0,-1 2 108,-2-3 1,0 3 152,0-2 0,-1 2-172,-1-3 1,-4 3 19,-3-2 0,-2 3 19,0-2 0,-2 3-1,-2 0 1,1 0 158,-3 0 0,3 0-29,-1 3 0,1 0 94,1 4 0,3 0-113,1 1 1,3 0-92,2 3 0,1 0-100,3 2 0,3-3 71,4 1 1,4 0-336,6 2 0,3-3 154,6-2 0,-1-1-306,1-3 0,0 1 191,0-3 1,-3 0-655,1-2 0,-6-2-18,-1 0 1,-3-3-1377,-4 1 2180,0-2 0,-15-3 0,-3-1 0</inkml:trace>
  <inkml:trace contextRef="#ctx0" brushRef="#br0" timeOffset="2695">1495 522 7808,'-7'0'373,"3"0"675,0 0-727,0 0 1,-3 0-115,1 0 1,1 0-829,1 0 0,-1 0 405,-4 0 1,2 0-1258,-1 0 1473,1 0 0,0 0 0,1 0 0</inkml:trace>
  <inkml:trace contextRef="#ctx0" brushRef="#br0" timeOffset="3828">2365 348 7735,'0'-6'661,"0"-1"-245,0 1-265,0 2 1,-3 1 73,-2 3 1,-1 1 104,-3 1 1,2 2-355,-1 2 1,-2 1 58,2 2 1,-1-1-255,3 2 0,1-1 169,1 2 1,3-3-170,-1 3 1,1-3 54,1 1 1,3-4 93,1-1 0,2-3 59,0 1 0,3-1-47,-1-1 1,3-1-37,-2-1 1,2-1 57,0-4 1,-1 0 17,1-1 0,-4 0 30,2-3 1,0 2-361,0-1 0,0 1 117,-3-2 1,0 3 90,1-3 0,-3 3 127,0-1 0,-1 3-101,1 2 1,-2 0 234,2 2 1,1 1-55,1-1 0,1 1 236,-1 1 1,0 0-120,1 0 1,1 3 51,1-1 1,0 0-39,0-2 1,-1 0 45,3 0 0,-1 0 6,3 0 1,-1-1-63,-1-1 0,2-1-25,0-1 0,0-4-22,2 2 0,-2-3-113,0 0 1,0-1 125,0-3 1,-1 1-287,-1-1 1,-2-2 45,-2 0 1,-4-3 35,-1 1 1,-4-2 130,-2 0 0,-5 0 8,-4 2 0,-2-1-33,-4 3 1,3 1-31,-3 3 0,1 2 206,-1 5 1,2 1-40,2 3 1,2 4-256,3 2 0,3 6 135,5 3 0,1 5 23,1 2 0,4 3-48,2 3 0,4 0 28,3 2 1,0 2-8,-1-2 0,2-1-13,1-1 0,-1-3-823,4-1 1,-4-2 365,1-2 0,-4-4-389,-3-1 1,-1-4-533,0-3 181,-4-3 1141,0-3 0,-6-13 0,0-3 0</inkml:trace>
  <inkml:trace contextRef="#ctx0" brushRef="#br0" timeOffset="3972">2545 354 7736,'0'-8'0,"0"-1"0,3 3 442,1 2 1,5 1-416,4-1 0,4 3-424,4-2 0,2 3 397,3 0 0,20 5 0,5 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22.3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86 1 7762,'-7'0'2571,"0"3"-2597,0 1 1,-2 5 19,0 2 0,0 2-483,3 1 0,-3-1 48,3 1 1,-3 2-526,5-1 966,1-2 0,6 0 0,4-3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23.5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284 17 7798,'7'-6'0,"-1"2"1573,-2-2-516,-1 5-319,-3 1 0,-4 7-189,-2 4 1,-3 2-53,-4 0 1,0 4-396,-5 1 1,0 2 84,-2 3 0,-5 2-294,0 4 1,-3-1 125,4 4 0,0-4-929,2 2 1,4-3 66,2-2 0,6-5-286,3-4 0,3-5-307,4-2 887,0-5 1,1-1 548,1-3 0,8-12 0,4-3 0</inkml:trace>
  <inkml:trace contextRef="#ctx0" brushRef="#br0" timeOffset="214">27 71 7798,'-7'-12'0,"1"0"0,2 3 1031,2 2 1469,1 3-1653,1 1 0,1 4-391,1 1 0,5 5 233,4 4 0,2 3-241,3 1 1,4 5-100,2 2 0,6 4-110,-1-1 1,4 3-399,-2 2 1,2-1-607,-4-2 1,-2-4-939,-4-3 1,-4-2-1810,-1-5 3512,-5-5 0,5-14 0,-2-9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22.8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 79 7785,'0'-7'320,"0"0"1,0 3 1270,0-1-1156,0 4 1,-3-2-163,-2 3 1,-2 0-417,-2 0 0,-1 1 168,-4 4 0,1 0-304,-1 6 0,-1 1 242,-1 4 1,1-2-71,4 2 0,1 1-73,3-1 1,3-1-196,2-1 0,5-1 369,4-2 1,3-2-55,6-5 1,-1-1 199,3-3 1,-1-3-46,1-1 1,-1-3-173,-4-2 0,-2 1 88,-2-3 0,-2-1-184,0-1 1,-3-1-144,-2 1 1,-1 1-301,-1 1 0,-1 1 60,-1-2 0,0 3 556,-2 2 0,2 0 0,-7 3 0,2 1 0</inkml:trace>
  <inkml:trace contextRef="#ctx0" brushRef="#br0" timeOffset="258">189 92 7785,'6'7'31,"1"0"0,-2 0 174,2-1 0,-2 1 203,4 0 1,1 1-145,-1 1 1,3-2-258,-1 2 1,-1 1 32,-1-1 1,1 0-16,-1-2 1,-2-1-128,-3 1 236,-2 0 865,1-3-364,-3-1-101,-6-6 0,3-3-163,-3-3 0,1-3 56,1 3 1,0-3-151,2 1 1,1-2-136,-1 0 0,4-3-516,2 0 1,5 0 314,3 3 0,3-3-1158,3 0 1,4 1 599,1 4 1,2 1-1916,0 4 2532,1 2 0,7 7 0,2 4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30.5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203 68 7773,'7'0'696,"-4"-1"21,0-1-502,-3 1 1,0-2-130,-3 3 0,0 0 104,-4 0 1,-3 0-221,-1 0 1,-2 1 84,0 1 0,-4-1-35,-1 1 0,-1 1 37,1 0 0,-1 0-738,4-1 1,-1-1 58,2 1 1,4-1 621,1-1 0,13-3 0,5-1 0</inkml:trace>
  <inkml:trace contextRef="#ctx0" brushRef="#br0" timeOffset="401">115 21 7773,'-4'-3'576,"1"-1"173,3 0-210,0-2 183,0 5 89,0-2-532,3 3 1,-1 3-34,2 2 1,-2 2-30,3 2 0,-3-1-170,3 3 0,-3 1 55,2 1 1,-2 1-499,0-1 0,-1-2 254,-1 1 1,2-2-437,0 1 0,1 1-6,-3-3 584,0 0 0,12-17 0,3-4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51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86 463 7887,'-10'9'0,"1"1"0,0 1 0,1 2 0,1 0-215,0 2 0,0-1 25,0 0 1,0 0 128,3 1 0,-2-2-232,4-1 0,-1 0 80,3-2 1,1-1 212,1-5 0,9-13 0,4-7 0</inkml:trace>
  <inkml:trace contextRef="#ctx0" brushRef="#br0" timeOffset="316">86 392 7887,'-8'3'-494,"1"-2"346,0 1 0,3-1 188,-1 2 1,3 1-30,0 3 1,1 0 124,1 0 0,0 1-150,0 1 1,1 3-7,1 2 0,3-2-15,4-1 1,2-2-8,4 1 1,2 0-87,2-1 0,5-2 84,2-2 1,2-3-153,3 0 1,4-2 83,3-2 1,-1-3 416,-1-4 0,-4-3-3,-1-2 1,-2-2 45,-3-1 0,-6-2-163,-6 3 1,-1-3 82,-6 2 1,1-1-215,-6 4 0,1-1 130,-3 5 1,-3 1-777,1 2 480,-4 0 0,5 3-1291,-4 1 1023,4 2 1,-3 5 379,4 0 0,7 12 0,1 3 0</inkml:trace>
  <inkml:trace contextRef="#ctx0" brushRef="#br0" timeOffset="574">825 420 7887,'0'-5'282,"0"1"149,0-1-391,-4 1 73,0-2 0,-3 5-95,0-2 1,-1 3 100,-1 3 0,1 1-145,-2 3 1,0 0-80,1 0 0,-1 2 111,3 1 0,0-1-71,0-1 0,3-1 86,2 0 0,1 0-240,1 0 1,1-1 23,1-1 0,4-2 121,4-3 0,2 0 20,0 0 1,2-3-22,3-2 1,-3-2 74,0-2 0,10-21 0,-1-8 0</inkml:trace>
  <inkml:trace contextRef="#ctx0" brushRef="#br0" timeOffset="790">967 235 7892,'-1'-4'2060,"-2"2"-1973,3 1 12,-3 1 0,5 4-113,0 3 1,3 1 81,-3 4 1,4 2-238,-1 3 0,0 2-37,0 0 1,1 2-39,-1 0 0,-1 0-534,1-2 1,-1 1 381,3-1 1,-3-2 395,-1-3 0,4-9 0,1-6 0</inkml:trace>
  <inkml:trace contextRef="#ctx0" brushRef="#br0" timeOffset="1066">931 370 7892,'0'-7'190,"0"0"1,1 2-33,1 1 1,5 2 139,2 0 0,6 0-95,-1 0 0,6 1-279,1-1 1,4 1-39,3 1 1,-2 2-37,0 0 0,-3 3 14,1-2 0,-5 2 133,-3 0 1,-1 2-305,-4 2 1,-1-1 98,-5 2 0,0 0-69,-2 0 1,-1 1 88,-2-1 1,0-1-113,0-2 0,-1 1 300,-1-1 0,1-3 0,-2-8 0,3-3 0</inkml:trace>
  <inkml:trace contextRef="#ctx0" brushRef="#br0" timeOffset="1208">1258 221 7892,'0'-7'-256,"0"0"0,6 6 0,2 2 0</inkml:trace>
  <inkml:trace contextRef="#ctx0" brushRef="#br0" timeOffset="1805">1464 313 7894,'-2'-4'97,"-1"-1"0,-2 3-8,0 0 24,-1 1 1,-1 2-45,-1 1 0,1 2 59,0 3 0,-2 3-94,-1-1 0,2 4-84,3-1 1,-3 1-114,3 1 1,-2 1 125,5-1 1,-1 0-18,3 0 0,1-3 57,2-1 1,4-3-154,5-2 1,1-2 102,1-3 0,4 0-143,0 0 0,1-1 81,0-1 0,-3-2 26,3-3 0,-3 0-37,0-1 0,-1 3 49,0-2 0,-2 1-153,-1-3 1,1 1 133,-1 1 0,-2 0 3,0 0 1,0-3 6,0 1 0,-1-1 80,-2 3 0,0-2 34,0 2 0,-3-1-66,-1 3 211,-2-1 1,-5 2-68,0 1 0,-6 2 246,-2 1 0,1 0-127,-1 0 0,1 3 198,-4-1 0,4 4-105,-1-2 0,3 3-13,0 0 1,1 0-53,1 0 1,0 1-20,3 1 0,0-1-224,4 2 0,0 0 137,0 0 0,7-1-334,2-2 1,6 0 124,2 0 1,5-3-766,-1-1 0,5-3 433,0 0 0,1 0 388,-1-3 0,11-13 0,0-7 0</inkml:trace>
  <inkml:trace contextRef="#ctx0" brushRef="#br0" timeOffset="2250">2274 107 7904,'-2'-7'1088,"-1"0"-274,1 3-318,2-2-280,-3 5 0,2 2 62,-1 6 1,1 1-81,1 4 1,0 0-118,0 5 1,1 1-330,1 3 1,0 2 201,2 0 1,0 0-293,1 3 1,1-2 185,-1 2 0,-1-3-857,1 0 1,-1-4 434,4-2 0,-5-5-313,0-3 887,1-4 0,-3-14 0,2-7 0</inkml:trace>
  <inkml:trace contextRef="#ctx0" brushRef="#br0" timeOffset="2667">2224 228 7894,'-4'-13'145,"2"1"1,1 1 399,1 1 1,3 2-139,-1-1 1,3 2-85,0 2 0,5-1-147,1 1 1,3 2-121,0 1 0,0 1-82,1 1 1,1 0 73,1 0 0,0 3-402,0 2 0,-5 2 225,2 2 1,-3 2-147,1 4 1,-5 1 119,1 1 1,-2 0-289,-4 0 0,1 0 146,-3 2 0,0-1 112,0-1 0,0-3 395,0 0 1,0 0-154,0-5 1,0-3 835,3-3-689,1-3 1,3 0 12,0 0 0,0-3-16,0-5 1,0 1-174,0-2 1,3-1-11,-1 0 1,1 1-119,-3 2 1,0-1 74,0 1 0,2 0 58,-2 0 0,2 1 1,-5 1 1,3 2-24,0 3 0,0 0-123,0 0 0,0 0 91,0 0 0,-2 3-166,0 2 1,-1 2-126,3 2 1,0-1-170,-2 2 0,1 0-227,-1-1 0,1 2 374,1-2 0,0-3 334,0 1 0,10-5 0,2 1 0</inkml:trace>
  <inkml:trace contextRef="#ctx0" brushRef="#br0" timeOffset="3275">2878 249 7894,'-2'-7'0,"-1"0"0,1 0 638,2 0-38,-3 0-340,-1 3 1,-3 1-104,0 3 1,-1 3 58,1 2 0,1 1-255,1 1 0,-1 3 107,1-1 1,0 3-451,0-3 0,2 2 255,3-2 1,0-1-813,0 2 656,0-3 0,1 0 33,1-3 0,2 0 89,3-4 1,0 0 8,0 0 0,0 0 205,0 0 1,1-3-107,-1 1 1,0-3 18,0 3 1,0-3-30,0 3 1,0-4 194,0 1 1,-2 1 187,0 0 278,-1-1-88,4-2-279,-1 0-31,-3 3 0,0 1 50,-2 3-284,-1 0 1,2 0 177,-3 3 1,0 1-240,0 3 0,2 0-34,1 0 1,0-2-8,-1 0 0,2-1 8,3 0 0,0 2 58,0-4 1,1 1-73,-1-3 1,1 0 90,1 0 1,-1-4-55,1 0 1,2-3 37,-2 0 1,1-2 143,-3-1 1,0-2-125,0 3 1,-1-4 88,-1 1 0,0-3-25,-2-2 0,-1-3 103,-2 1 0,0 0 4,0 0 0,0-3-59,0 3 1,0-3 415,0 6 0,-1 0-181,-1 4 0,0 3 803,-2 4-786,2 2 0,-3 4-83,2 1 1,1 3-123,2 4 0,0 3 109,0 5 0,0 1-163,0 3 1,0 0 52,0 1 0,0-1-540,0 0 1,2 1 233,1-1 1,2-1-519,0-1 0,2 0 194,2-4 0,0 0-40,3-6 1,-3 2 62,3-4 0,-2-1 132,2-6 0,-3 0-260,3 0 624,0-3 0,15-27 0,3-8 0</inkml:trace>
  <inkml:trace contextRef="#ctx0" brushRef="#br0" timeOffset="3450">3027 122 7894,'-7'-4'2021,"0"0"-1410,3-3 1,5 3-855,6-1 1,6 3 96,6 0 0,3 1-287,1 1 0,0 3-187,3-1 0,-2 0 620,2-2 0,13-3 0,5-1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5:56.6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959 420 7902,'0'-8'6,"0"1"0,0 0 562,0 0 0,0 3-135,-3 2 0,-1-1-68,-3 0 0,-1 2-148,-1 3 0,0 2-61,-3 3 0,3 3 2,-3-1 1,3 4-125,0 2 1,1 0-395,1 4 0,2-3 263,0 3 1,4-1-649,-2 1 0,6 1 377,5-3 1,3-1-234,5-2 1,1-3-29,4-1 629,-1-2 0,36-20 0,5-5 0</inkml:trace>
  <inkml:trace contextRef="#ctx0" brushRef="#br0" timeOffset="336">1244 462 7902,'0'-14'179,"0"1"144,0 1 0,0 1-54,0 4 1,-4 3-40,0 2 1,-3 1-30,0 1 1,-3 1 28,-2 1 1,1 2-187,-1 3 0,3 1 61,-3 2 0,3-2-46,0 4 0,1-1-88,1 1 0,2 2-276,0-3 0,4 1-347,-2-1 1,3-1 338,0 2 1,0-4-110,0 2 0,0-5 63,3 0 0,-2-3 329,4 0 1,0-1-110,2-1 0,2-3-99,1-2 1,2-2 310,0-3 1,-1 2 104,-2-4 0,1 1 122,0-1 1,-1-1-132,-2 4 0,0-3 147,-3 3 1,0-3 151,-1 2-354,-3 1 0,4 4 62,-4 0-27,0 4 1,0 8-294,0 5 0,0 3-179,3-5 0,0 2-650,2-3 973,1 4 0,7 1 0,6 4 0</inkml:trace>
  <inkml:trace contextRef="#ctx0" brushRef="#br0" timeOffset="736">1407 434 7902,'-7'-11'1163,"1"0"-314,1 4-79,-2 3-331,7 1-223,-3 3 1,3 3-105,3 2 0,1 1 118,3 2 0,0-1-290,0 0 1,0 2 123,0 1 1,-1 0-185,-1-1 0,1-1-57,-4 2 0,1-2-6,0-1 1,-3 0 76,3 0 0,-2 0 95,-1 0 0,0-2 149,0 0-167,0-4 309,0 2-252,-4-3 1,4 0-157,-3-3 1,2-1-70,1-3 13,0 0 1,0-2 169,0-1 1,0 1-23,0 2 0,4-1 228,0 1 0,0 0-107,1 0 0,0 0 185,2 0 0,2 2-59,1 0 0,2 4-79,0-1 0,3 1-13,1 1 1,-1 1-397,2 1 1,-2 2-588,2 3 0,-4 0 461,1 0 1,-5 3-790,1-1 1192,1 1 0,-3 9 0,2 4 0</inkml:trace>
  <inkml:trace contextRef="#ctx0" brushRef="#br0" timeOffset="1651">2117 185 7816,'0'-7'503,"0"0"1,-2 0-122,0 0 0,-1 2 400,3 0-366,0 4 244,0-3-324,4 8 0,-3 2-67,4 3 0,-3 5-37,3 0 0,0 1 26,2 4 0,-1 0-414,-1 2 0,1 1 182,-1-1 0,-1 0-496,1 0 1,-3 1 91,3-1 0,-4-3-104,2-1 1,-3-2 130,0-1 1,0-3-611,0-1 295,0-6 123,0-1 518,0-9 1,1 1-72,2-4 0,-3 0 138,3 0 1,0 0 73,-1-3 0,1 4 31,-3-2 0,2 1 134,0 0 1,2 1-149,-2-1 0,-1 1 18,4 1 0,-2-1-104,1 1 0,1 1-34,2 1 0,3 0 57,2 2 0,2 1-216,0 2 0,0 0 21,0 0 0,3 2-80,-1 1 0,0 3 15,-4 1 0,-2 0-11,-3 3 1,-3-2 379,-1 2 0,-6-2-112,-1 1 1,-3-1-45,-3-1 1,-3 0-68,-4 1 1,-3-2-151,1-1 0,2 0-126,0-3 0,2 3-774,1-2 1094,3-1 0,7-5 0,5-1 0</inkml:trace>
  <inkml:trace contextRef="#ctx0" brushRef="#br0" timeOffset="2044">2459 363 7855,'4'-1'0,"1"-1"0,0 1 593,2-2 0,1 0-227,1 1 0,0-1-51,3 3 1,-3 0-394,3 0 1,-1 0 110,1 0 0,1 0-154,-1 0 0,-1 0 66,1 0 0,-3-2-230,0 0 0,-1-1 110,-1 0 0,0 0 6,0-2 1,-2-1-38,0 1 0,-3 1 52,0 0 0,-2-1 153,-2-2 1,-2 2-114,-4 0 0,1 4 152,-3-2 1,-1 3-69,-3 0 0,0 0 254,-1 0 1,0 0-78,-1 0 1,1 3 60,-2 1 1,3 3 105,2 0 0,0 2 117,2 1 1,-1 2-62,4-3 0,-1 4-61,6-1 1,1 0-401,6 0 0,3 1 101,9-4 1,2 0-451,5-4 0,1 0 275,3-3 1,0 1-548,-2-3 0,-1-1 167,-1-1 1,-4 0-469,1-3 1013,-1 1 0,17-22 0,4-5 0</inkml:trace>
  <inkml:trace contextRef="#ctx0" brushRef="#br0" timeOffset="2652">3368 164 7873,'12'-5'0,"0"1"0,0 0 367,2 0 0,1 2 36,1-3 1,-1 3-130,2-3 0,-2 3 34,-1 0 1,0-1-82,0 0 1,-3-2-129,-4 0 1,-1-1 89,-3-1 0,-3 0-417,-4 0 0,-4-1-12,-7-2 0,-3 2-251,-3-4 0,-3 3 305,-5 0 0,3 1-38,0 1 0,1 2 77,-1 0 1,-1 3 1,3 0 1,1 1 346,4 1 0,2 3-112,3 2 1,3 5 248,1 2 1,5 4-91,3 3 1,1 5-80,1 2 0,3 4-228,2 1 1,2 0-222,3 0 1,1 1 31,3 1 0,3-2 72,-1-2 0,1-5 18,-3-3 1,-2-1-176,0-6 142,-4 2-356,-1-11 59,-3 1 0,-8-10 487,0-3 0,-15-16 0,-4-7 0</inkml:trace>
  <inkml:trace contextRef="#ctx0" brushRef="#br0" timeOffset="3010">3197 299 7873,'3'-7'0,"-1"0"0,3-1 337,-3 1 1,4 3-58,-1-1 0,1 2-70,1-1 1,3 2-52,2 0 1,5 1 60,2 1 0,1 0-174,1 0 1,3 3 103,0 2 1,3 1-362,-1 1 0,-3 0 162,-1 1 1,-4-1-146,-4 3 1,-5-2-100,-2 1 0,-5-1-143,1-1 1,-3 0 182,0 0 1,-2 1 118,0-1 1,-3 0 65,3 0 0,-1 0-77,3 0 0,1 0 150,1 0 0,3 0-53,5-3 1,-2 2 88,4-4 0,1 1 87,3-3 1,-1 0 178,2 0 0,-2-4 140,-1 0 0,0-3-182,0-3 0,-5 2 83,-2-1 0,-4-1-57,-1 0 0,-3-3-424,-4 2 0,-2 0 118,-8 2 1,-2 1-213,-2 1 0,-1 0-203,-2 0 1,4 3-1057,1 1 1486,2 3 0,11 6 0,1 2 0</inkml:trace>
  <inkml:trace contextRef="#ctx0" brushRef="#br0" timeOffset="3403">3773 306 7873,'0'-7'1232,"0"0"-379,0 0-227,0 3-458,3 0 1,-2 8-16,1 0 0,1 3 32,0 0 1,0 2-339,-1 1 0,-1 0 104,1-1 1,0 0-409,0 3 1,-1-3 177,2 0 0,0-1-304,-1-1 473,4 0 0,-2 0-24,3-3 0,-3-1-146,1-3 1,0 0 44,2-3 0,2-1-14,1-3 1,-1-2 110,-1-1 1,-4-2 239,1 3 1,-1-3 129,1 3 0,0-2 443,-2 2-391,-1 1 1,-2-2 17,0 3 260,3 3-92,-2 1-484,2 3 0,-1 3 182,1 1 1,2 4-504,-3 1 0,3-1-4,0 1 1,-1-1-162,1-1 1,0 1-289,2 2 0,0-3 488,0 0 1,0 0 299,0-2 0,16-8 0,4-2 0</inkml:trace>
  <inkml:trace contextRef="#ctx0" brushRef="#br0" timeOffset="3805">4071 285 7873,'0'-5'214,"0"0"563,0 3-361,0-1 1,3 4-181,-1 1 0,0 2-9,-2 4 0,3-1 33,-1 0 1,3 0-34,-3 0 1,1 0-21,0 0 0,-2 0-57,4 0 0,-2 0-114,1-3 0,-2 3-29,0-3 1,0 0 91,0 1 0,-1-2-355,1 1 117,2-2-175,-3 1 193,2-3 0,0-1-209,-1-1 0,0-2 132,-2-3 0,3 2 82,-1 0 0,0 1 348,-2-4 0,3 1-113,-1 0 0,3 3 71,-3-1 1,4 1-36,-1-1 1,0 1 16,0 2 0,1 1-47,-1-1 1,4 1-110,0 1 1,0 1-113,-1 1 0,1 2-193,1 3 1,1 0-382,-1 0 0,2 0 315,-3 0 0,1 1-802,-3-1 1,1 0 67,0 0 1089,0-3 0,-10-1 0,1-3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12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317 360 7792,'0'-5'32,"0"1"1,0 0 231,3 0 0,-3-2 101,2 2-176,-1-1 0,-1-2 0,0 1 1,0-1 186,0 1 1,-3 0-173,-1 2 0,-2-2 39,-3 2 0,-1 1-27,-3 1 1,-2 1-189,-3 1 0,-1 2 144,-2 2 0,-2 1-395,-3 6 1,1 2 152,-1 4 1,3 5-219,-1 1 1,5 2 144,2 1 1,4-1-182,6 1 0,5-2 98,4-1 1,5-3 8,6-1 0,5-5-12,1-6 1,6-1 82,1-3 0,4-1 25,0-3 0,-2-3-2,0-1 0,-1-5 152,-2-4 0,0-3-84,-1-3 1,-3 0 7,-4-1 0,-1 1-77,-3 0 1,-4 2-83,-3 2 0,-2 2-234,-4 0 1,-1 3 439,-1 2 0,-4 0 0,-21 5 0,-8 0 0</inkml:trace>
  <inkml:trace contextRef="#ctx0" brushRef="#br0" timeOffset="181">22 475 7959,'-4'-3'417,"1"2"118,3-4 1,0 3-161,0-2 1,4 2-43,2-2 0,6 2-115,5-3 1,3 3-327,4-2 1,2 0 111,6-3 0,3 1-941,2-1 1,-5 3 936,-2 0 0,8-9 0,2-4 0</inkml:trace>
  <inkml:trace contextRef="#ctx0" brushRef="#br0" timeOffset="633">105 122 7792,'-4'-4'0,"0"0"1003,-1-1-624,2 2 1,3 0-561,4 3 0,5-1 74,1-1 1,6 1 121,3-1 0,1 2-186,4 0 1,0 0 81,4 0 1,-2 0-746,2 0 1,-5-3 411,-1 1 1,-3-1 421,-2 1 0,-4-4 0,-4-4 0</inkml:trace>
  <inkml:trace contextRef="#ctx0" brushRef="#br0" timeOffset="865">362 0 7792,'-4'0'-112,"1"0"1,4 0 425,1 0 0,2 0 96,5 0 0,-1 1-89,2 1 1,1 2-132,2 2 0,-1 1 3,-1-1-1,-2 0-101,-3 1 1,0 1 93,-2 1 0,-1 0-432,-3 0 1,-5-1-180,-1 2 1,-5 0-466,0 1 0,-1 0-311,0-2 1202,-1 0 0,3-6 0,0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33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436 379 7762,'0'-6'-134,"0"-1"0,0 3 131,2 0 0,-1-1 118,1-1 1,-1 2 33,-1-1 1,-3 2-4,-1-2 0,-2 0-2,0 1 1,-3 0-8,-2 0 1,-4 2 25,-2 0 0,-2 2-29,-3 2 0,-1 5-169,-2 3 1,-5 5 8,-2 2 0,1 3 78,-1 1 0,1 3-89,3 3 0,0 1 60,2 4 1,7-5-30,4 1 0,7-7 34,6-3 1,6-6-56,4 1 0,4-7 53,7 0 0,2-4-72,4 1 0,4-3-1,4-3 1,1-2-127,2-4 1,-1-3 1,-3-1 1,0 0 141,0-4 1,-3 0-258,-4 0 0,-5 1 43,-5 4 1,-2 1-780,-2 0 748,-5 3 0,-3-1 274,-3 3 0,-5 1 0,-1 1 0,-5 3 0,-19-8 0,-8 2 0</inkml:trace>
  <inkml:trace contextRef="#ctx0" brushRef="#br0" timeOffset="166">153 475 7693,'-12'0'-207,"2"0"745,1 0-356,2 0 0,4 0-244,3 0 0,6 0 86,4 0 0,3 0-198,2 0 1,2-1 62,5-1 0,-2 1 119,4-3 1,-1 1-139,0-1 0,1 1-200,-2-2 1,2 0-343,0 3 672,1-3 0,6-10 0,2-5 0</inkml:trace>
  <inkml:trace contextRef="#ctx0" brushRef="#br0" timeOffset="450">205 193 7777,'-7'-6'0,"1"2"0,2-1 443,-1 3-257,4-3-240,-2 4 1,8-2 128,1 0 0,6 3-22,1-2 0,1 1 41,5 1 0,0-2-30,4 0 1,-1-3-210,1 3 0,3-2 75,2 2 0,0-3-353,0 1 1,-2-1 30,-1 0 1,-3 0 391,-5 0 0,-7-6 0,-4-3 0</inkml:trace>
  <inkml:trace contextRef="#ctx0" brushRef="#br0" timeOffset="692">525 7 7777,'-4'0'120,"0"0"1,2-2-19,-3 0-702,4 0 364,-2 2 459,9 2 0,-1 2 108,6 2 1,-3 0-130,3-2 0,-3 2 84,3-2 0,-2 2-66,1 0 0,-4 1-218,0-1 1,-1 3 94,-1-1 0,-1 4-153,-3-2 1,-3 0-165,-1 1 0,-4-1-351,-1 1 0,-1 0 571,1-2 0,6-6 0,4-4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32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371 373 7799,'2'-5'-1,"1"1"0,0 0 0,2 0 1,-1 0 15,0 1 0,-2-2 416,3 1 0,-4-2-95,1 0 0,1-1-194,-1 1 0,0 0 90,-2-1 0,-3-1-207,-1-1 0,-4 0 7,0 3 0,-4 0-86,-1-1 1,-3 4 101,-3 1 1,-3 1-74,1 1 0,-4 3 79,-1 1 1,1 5-59,-3 4 0,2 3-201,3 6 1,-2 1 55,1 2 1,3 1 110,2 0 0,3 1 27,5 1 1,3-2-68,4-3 0,2-3 35,6 0 1,6-5-8,7-4 1,5-3-49,1-3 1,5-3 65,2-4 1,1-3-126,2-3 0,-1-4 60,3-3 0,-6-3-99,1 1 0,-5 1 62,-4-2 1,-6 3-175,-2-2 1,-7 5-12,-2-1 0,-3 4-181,-1-2 500,-3 4 0,-37-8 0,-13 1 0</inkml:trace>
  <inkml:trace contextRef="#ctx0" brushRef="#br0" timeOffset="151">76 430 7799,'-7'0'-226,"2"0"226,0-2 0,3 1 322,4-1 0,3 1-104,3 1 0,3-2-240,4 0 1,1-1-296,3 1 1,1 1 152,2-1 0,1-1-546,2 1 710,1 0 0,17-1 0,4-1 0</inkml:trace>
  <inkml:trace contextRef="#ctx0" brushRef="#br0" timeOffset="542">159 110 7802,'0'-4'-615,"0"1"616,0 0 0,4 3 9,2-2 1,4 1 141,5 1 0,4-1-122,5-1 0,1 1-44,3-1 0,-1 1-167,3 1 1,-3 0 71,1 0 0,-5 0-277,-4-2 1,0 0 54,-4-2 331,-3 2 0,3-15 0,-2 0 0</inkml:trace>
  <inkml:trace contextRef="#ctx0" brushRef="#br0" timeOffset="756">441 7 7802,'-4'-1'0,"0"-1"-523,2 1 220,-1-1 701,3 2 0,8 0-165,0 0 0,5 2-93,-2 3 1,1-2 16,1 2 1,1-1-110,-1 2 0,0 1-4,-4-1 1,-1 1-104,-1-1 0,-4 3 102,-1-1 0,-4 1-366,-5 0 1,-3-1 148,-5 2 0,-1-2 174,-3 1 0,-12-2 0,-3-1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36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353 328 7628,'4'-3'1044,"1"2"-725,-1-4 0,0 2-90,0-1 1,-2-2 140,3 2 1,-4-2-91,1-1 1,1 1-85,-1 0 1,0-1-101,-2-2 0,-1 3-166,-3-1 1,-1 1-324,-6 1 1,0 3 264,-4-1 0,-2 6-80,-5 4 0,-1 3 22,-5 5 0,-3 2 160,-4 4 0,-1 4 12,2 3 1,0 3 205,4 1 0,6 0-168,7 0 1,7-3 1,8-3 0,3-6-88,3 0 0,6-8 97,7-2 0,5-3-231,4-2 0,3-2 58,5-3 1,-2-5-41,0-2 1,0-4 21,-5-2 1,1-1-62,-5-3 0,-2 0 36,-3-2 1,-6 2 54,-3 0 0,-2 2-301,-1 1 0,-2 1 99,-2 2 1,-3 2 327,-3 2 0,-12-2 0,-7-1 0</inkml:trace>
  <inkml:trace contextRef="#ctx0" brushRef="#br0" timeOffset="150">135 411 7890,'-10'0'547,"1"0"1,5 0-104,2-3 1,2 3-182,2-2 1,4-1-104,5 1 0,5-3-84,3 3 0,4-2-247,5 2 0,-1-3 188,3 1 1,-3 1-2122,3 1 2104,0-2 0,0 0 0,-2-2 0</inkml:trace>
  <inkml:trace contextRef="#ctx0" brushRef="#br0" timeOffset="459">161 91 7918,'-4'0'-1326,"1"0"1028,3-3 0,2 2 213,2-1 1,1 1 104,5 1 0,4-2-63,3 0 1,2 0 42,0 2 0,2-2 0,1 0 0,1-1 0,-1 3 0,-1-2 0,4-8 0,1-3 0</inkml:trace>
  <inkml:trace contextRef="#ctx0" brushRef="#br0" timeOffset="659">353 1 6568,'-4'0'401,"2"0"170,4 3 1,1 0-167,2 4 0,0-1-111,-3 0 0,0 3-198,-2 0 1,0 1-187,0-1 0,-3 2-866,-1 0 1,-5 2 581,-2 2 0,-3-2 374,-1 2 0,-17-1 0,-2-1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39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112 32 7994,'-6'-7'0,"1"0"1222,0 0-426,0 0-563,2 3 1,0 4 140,6 5 0,-2 2-108,4 2 1,2 0-71,2 5 1,4 0 57,-2 4 1,2 1-201,1 2 0,0 1 114,0 1 1,0-1-775,0 1 0,0 0 76,-3-2 1,-1-1-161,-6-6 0,-1-3-157,-3-2 495,0-1 0,-1-5 360,-4-3 1,0-3-116,-4-4 0,-2-3 96,0 1 0,-3-3 24,0 3 1,0-3 116,0 3 0,0-3 303,0 3 0,0 0-185,-3 5 1,3-2 172,-3 4 0,3 0-160,0 2 1,3 1 56,1 1 1,3 3 45,0 4 0,3-1-57,1 4 0,3-3-126,0 3 1,3-3 78,4 0 1,4 1-300,3-1 1,2 0 81,0-4 0,4 1-840,-2-2 0,0-1 426,1 0 1,-4-2-1113,-2-1 1,1 0 1482,-5 0 0,-3-19 0,-3-4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42.5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126 137 7902,'4'-7'-293,"1"2"244,-2 1 0,-1 1 620,-2-1 0,0 1-164,0-1 1,-1 2-437,-1 0 0,-2 1 51,-3 1 0,-1 0 125,-1 0 1,0 0 32,-2 0 1,1 2 5,-1 1 1,1 2-164,-1 0 1,2 1 79,0 1 0,1 1-182,1 1 1,1 0 119,1 2 0,2-2-150,3 0 0,3 2 31,2 1 1,4-1 46,3 0 0,4-2 97,3 3 0,-1-1 11,0 1 1,0 0 36,1-3 1,-4 2-84,-4-2 0,-4-1 12,0 1 1,-6-4 9,-1 0 1,-7-3-212,-7 0 1,-1-1-203,-3 2 1,2-2-418,0 1 1,2-1-745,2-1 1521,2-3 0,9-7 0,2-5 0</inkml:trace>
  <inkml:trace contextRef="#ctx0" brushRef="#br0" timeOffset="217">224 32 7931,'3'-7'0,"-2"0"392,1 0 1,-1 2 586,-1 1 1,3 3-382,2 1 1,2 7 32,2 7 1,3 3-173,4 4 1,0 3-148,2 2 0,1 3-286,2 2 1,-3-1 77,-2-2 0,-1-1-934,-1-1 1,-3-1-14,-2-4 1,-2-2-521,-2-7 0,-2-3-538,0-4 1901,-2-2 0,2-10 0,-3 0 0</inkml:trace>
  <inkml:trace contextRef="#ctx0" brushRef="#br0" timeOffset="809">280 200 7922,'0'-7'1151,"3"1"-768,2 1 1,4 2-154,3 3 0,6 1-42,3 1 0,8 2-106,1 3 1,4 0-282,1 0 0,0 0 175,0 0 1,-4-1-560,0-1 0,-6-2 329,-1-3 0,-6 0-20,-1 0 0,-6-3-46,-1-2 1,-6-2 9,-1-2 0,0 1 309,-1-1 1,0-1-112,-5 0 0,-1 1 479,-6 2 1,-1 0-228,-3 0 1,0 1 268,0 1 1,0 2-175,0 3 0,3 0-49,-1 0 1,4 3-140,-2 2 1,6 3-107,1 2 0,3 2-105,0 0 1,1 1 78,4 1 1,0 0-374,7 0 1,2 1 199,2 1 1,4-4-191,-2 2 1,2-5 219,1-2 0,0-1 228,0-4 0,0 0-23,-3-4 0,-1-3-5,-3-4 1,-1-1 357,-1-2 1,-2-1-167,-3 1 0,0-1 208,0-1 0,-2 1-99,0 1 1,-4 0-7,1 2 0,0 1-65,0 2 0,-1 0-87,1 0-12,2 0 0,-2 3-8,3 2 0,-1 2 85,3 2 1,-2 3-77,0 4 0,-1 2-66,3 3 1,0 2 62,0 1 1,-1 3-207,-1 1 0,1 0 78,-1 5 0,1 0-140,1 2 0,-1-3 99,-1 1 0,0-3 123,-2 0 1,1-5 274,-1-1-257,-1-6-683,-2 0 238,0-8-187,0-3 0,-1-4 221,-1-6 1,0 2-311,-2-4 0,1 3 648,-1-3 0,-13-27 0,-6-10 0</inkml:trace>
  <inkml:trace contextRef="#ctx0" brushRef="#br0" timeOffset="1017">888 193 7922,'-4'-14'-77,"-1"-2"320,3-1 0,-1 1 427,3 2 0,1 1-204,1 1 1,3 2-128,4 3 1,3 0-43,4 0 1,2 2-79,3 1 0,3 2 125,2 0 0,3 4-98,2 3 1,1 4-140,-4 3 1,-2 1-87,-5 1 1,-7 0-241,-5 0 0,-3 2-407,-6 1 1,-3-3 369,-8-3 0,-4 0-231,-6 1 0,0-2 156,0-3 1,0-1-820,0-1 0,0 0 1150,0-3 0,13-9 0,2-4 0</inkml:trace>
  <inkml:trace contextRef="#ctx0" brushRef="#br0" timeOffset="1701">1364 256 7954,'0'-7'1218,"0"0"0,0 1 200,3 1-3827,-2-1 1234,5 5 1175,-5-2 0,2 6 0,-3 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41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209 134 7902,'0'-13'0,"0"1"204,0 3 0,-3 1 349,-1 1 1,-3 3-342,0 2 0,-3 1 32,-4 1 0,-1 1-355,-4 1 1,3 2 100,-3 3 0,1 1 68,0 1 0,1-1 75,3 4 0,3-3-125,1 3 0,6-3 15,1 3 0,3-1-285,3 1 0,4-2 8,7-3 1,1-3-48,4-2 1,0-1-402,2-1 1,-1-1 311,-2-1 1,2-2 51,-4-3 0,0-1 338,-5-1 0,-1 1 0,-9-27 0,-2-3 0</inkml:trace>
  <inkml:trace contextRef="#ctx0" brushRef="#br0" timeOffset="376">251 64 7902,'5'0'-949,"0"0"1,-3-2 1525,3-1 0,-3 1 378,3 2-706,-1 0 1,3 3-124,0 2 1,0 1 103,0 1 1,-1 2-201,-1 0 0,1 4 112,-1-1 1,1 2-171,1 2 0,-1-4 61,-1 2 1,1-2-32,-4 0 0,0-2 128,-2-3 58,0 0-63,0-3-40,-3-1 0,2-4-293,-4-1 0,3-2 96,0-3 0,0 0-145,0 0 0,1-1 71,-1-1 0,1 1 0,1-1 0,0-2 61,0 2 0,0-3 29,0 3 0,0-3 183,0 3 0,1 0-68,1 2 1,0 0-74,3 0 1,-1 2 40,3 1 1,3 2 418,2 0 0,-1 1-147,1 1 1,-1 3 13,3 2 0,2 2-168,1 2 1,-2-1-167,-3 4 1,-1-3-109,-2 0 1,-1 1 74,1-1 1,-3 1-466,-2-3 0,-1 0 210,1 0 1,-1-3-748,1 1 499,-2-3 597,4 1 0,7-13 0,6-1 0</inkml:trace>
  <inkml:trace contextRef="#ctx0" brushRef="#br0" timeOffset="734">650 127 7902,'0'-7'1277,"0"0"-1137,0 3 1,1 1 55,1 3 1,2 0 9,3 0 0,0 0 107,0 0 1,3 0-74,2 0 1,0 1-14,0 1 0,1-1-438,-1 1 0,0-1-177,0-1 1,0 0-123,-3 0 1,2-3 269,-2 1 1,-1-3-25,1 0 1,-4-1 40,0-1 0,-3-3-120,3 1 1,-3 0 50,0 2 1,-4-2 292,-3-1 1,-2 1 50,-2 2 1,-2 2 83,-3 1 0,-1 2 220,-1 0 0,1 1-182,-1 1 0,-1 2 184,0 1 1,-1 3-79,1 1 0,2 3 447,3 4 0,2 1-238,3 1 0,3 0 60,2 5 0,1-1-221,1 3 0,7-1-254,5-1 0,5-3-509,6 1 0,1-4 318,2-1 0,0-4-977,-3-5 0,2-2 556,-2-3 0,-5-2-994,1-3 1532,-6-2 0,-3-20 0,-3-2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6:40.1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8 238 7978,'-4'0'1659,"1"0"-1198,3 3 1,0-2-177,0 4 0,2 0-432,0 2 1,4 0 172,-2 3 0,2-2-984,-1 1 1,1 1 208,-2-1 749,3 1 0,3 3 0,1 2 0</inkml:trace>
  <inkml:trace contextRef="#ctx0" brushRef="#br0" timeOffset="159">57 63 7994,'0'-14'574,"0"2"-43,0 1-750,0 2 280,0-1-909,3 6 0,0 2 848,2 4 0,10 21 0,1 7 0</inkml:trace>
  <inkml:trace contextRef="#ctx0" brushRef="#br0" timeOffset="467">196 259 8031,'4'3'202,"3"-2"572,-4 2 1,4-1-259,0 0 0,-3 4-106,-1-2 0,0 0 188,-1 1-582,0 0 1,1 2 20,-1 0 0,0-3 81,-2 1-1081,0 0 583,0-2-536,0 1 612,-3-4 1,3-2 192,-3-3 1,2 1-42,1-6 0,0 0 268,0-2 1,4 1-59,0-1 1,2 1 95,1 0 0,0 1-40,0 3 0,3 1-85,-1 1 0,3-1-42,0 4 1,1 1 57,1 3 0,0 3-342,0 4 1,-2-1 94,0 4 0,-1 0-1080,3 2 1282,0-3 0,19 8 0,4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7:24.7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17 545 8282,'-8'0'-1487,"3"0"1547,2 0 72,3 0-107,7 0 1,-1 3-7,8 0 0,-3 0 11,3-3 0,0 2-4,2 1 1,1 0-18,-1-3 0,4 0 17,2 0 1,5 0 2,0 0 0,5 0-6,-2 0 0,3 0 38,3 0 1,0-3-37,3 0 1,-3-2 10,-3 2 1,1 0-19,-1 0 1,2 2-4,1-2 1,1-1-23,-2 2 1,0-2 34,4 1 0,-2 1-38,2-3 0,-1 2 29,-3-2 0,3 2-46,3-3 0,3 2 37,0-2 1,-1 2-18,-4 1 0,1 1 9,-1-3 1,1 2-3,1-3 0,1 5 7,-1-2 1,0 1-4,0-1 0,1 2 11,-1-1 0,-3 1-10,1 1 1,0-1-2,5-2 1,0 2 1,0-2 1,0 1-8,-5 0 1,1 1 14,2-2 1,2-1-1,3 2 1,-1-2-22,1 1 1,-3 1 11,3-3 1,-4 2-28,1-2 1,2 2 25,0-3 1,3 4-16,0-4 1,0 2 10,-2-2 1,1 0-5,-1 3 1,3-3 1,2 4 0,-5-4-2,0 3 1,-2-2 10,-1 2 1,4-3-9,-1 0 0,1 2 6,-2-2 1,2 2-5,-4-2 1,1 0-2,-1 3 0,-1-4 1,4 2 0,-3 0-3,3 0 1,-1 0 1,4 0 0,-3-3 0,-1 3 0,1 0-1,3 0 1,2 2 0,0-2 0,-2 3 11,-3-1 0,-3 1-10,2-1 0,-1 2-2,5-1 1,-6 0 2,3-1 0,-3 2-4,0-2 1,1 0 1,5 0 0,2-3-1,0 0 1,4 2 20,-1-2 1,6 0-20,2-5 1,2 3 89,1-3 0,4 4-184,2-4 0,3 2 126,5 1 1,-6-1-14,6 1 0,-5 0 0,5 0 1,-1 2 2,4 1 1,-7 3-4,-2-1 0,-1-1-20,1 2 1,2-1 16,-2 3 1,0-1-49,-6-2 1,0 2 41,4-2 0,-2 0-14,-2 0 1,1-1 8,-6 2 1,-1 0 70,-2-4 1,-3 3-45,-5-2 0,-3 2 6,-8-2 0,-7 0-263,-3 0 258,-9-3-230,-9 7 0,-13-2 54,-11 3 142,-3 0 0,-7 0 0,0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7:29.9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 7296,'-8'4'-261,"3"-3"535,-2 2 0,5-3 141,-3 0-148,3 0-22,-2 0 748,4 0-889,0 4 1,0 1 0,0 6 1,0 0-71,0 6 0,0-1 78,0 9 1,0 2-123,0 6 1,0 4 119,0 5 1,0 0-206,0 5 1,0-4-13,0 1 0,0-5-36,0 0 0,0-5 100,0-1 0,1-1-16,2-5 0,-1 6-49,3-3 1,-3 2 81,1-5 0,0 2-141,0 1 1,0 4 126,-3-4 0,0 4-15,0-4 1,0 1 55,0 0 0,0-1 113,0-5 0,0 0-31,0-5 0,0 2 206,0-3 0,-3 3-65,0-3 0,1-2-115,2-4 1,0 0 31,0 1 0,0 1-36,0-4 1,0-3-99,0-3 1,0-2 54,0 3-339,0-5 148,0 7 0,0-6-453,0 3-180,3-3 1,-1 2-67,4-4 827,-5 0 0,10-11 0,-1-3 0</inkml:trace>
  <inkml:trace contextRef="#ctx0" brushRef="#br0" timeOffset="2001">25 1379 7944,'-5'0'-599,"1"-1"366,1-1-59,2 1 228,-3-3 243,4 4 509,0 0-563,4 0 1,1 0-66,3 0 1,0 0-61,0 0 1,3 0 79,0 0 1,3 0-123,-3 0 1,3 0 84,-3 0 0,4 0-107,-2 0 0,0 0 64,1 0 1,-1 0 35,0 0 0,3-1 14,-2-2 0,1 2-37,2-1 0,2 1 105,0 1 1,4-3-79,-1 0 0,2 0 23,1 0 0,1 1-5,1-4 1,-1 5-116,1-2 0,-1-1 105,-1 1 0,0 1-97,-1 2 0,1 0 17,0 0 1,0 0 43,-1 0 1,2 0-110,1 0 1,-1 0 48,2 0 1,-3 0 35,0 0 0,0-3-4,0 0 1,-1 0 27,1 3 1,0-1-5,0-1 0,0 1 4,3-2 1,-3 2 64,-1 1 1,1-3-76,-3 1 1,-1-1 37,1 3 1,-3-1-25,0-2 0,1 2-18,-1-1 1,1 1 18,0 1 0,0-1-35,2-2 0,1 2 24,-4-2 0,4 1-5,-1 0 0,2 1-15,1-2 1,-1 2 15,1 1 0,-1-3-6,-2 1 0,2-1 5,-2 3 0,-1-3 19,1 0 0,-1 1-17,1 2 0,1-3-4,-4 0 0,4 0 12,-1 3 0,2 0 0,1 0 0,-3-2-15,0-1 0,-1 0 9,1 3 1,2 0-26,-2 0 0,-1-1 23,1-2 0,-3 3-6,3-3 0,0 2 3,3 1 1,-3-3-6,0 0 1,0 1-9,3 2 0,-1-3-2,1 0 0,-3 0 3,0 3 1,0-2 5,3-1 0,-1-1-15,-2 1 0,2 3 14,-2-3 1,1 2 4,-1 1 0,1-1-8,-1-2 1,-1 2 19,1-1 0,-3 1-41,0 1 0,1-1 1,0-2 0,2 2-47,-3-2 1,1 2 57,-1 1 0,1-2 33,2-1 1,1 0-35,-3 3 0,2-3 3,0 1 0,1-1-8,-1 3 1,1 0-16,-3 0 0,0-3 30,-1 0 0,-1 1 8,4 2 0,-2 0 25,2 0 0,-3-3-36,3 0 0,-4 0 29,2 3 1,0-1-27,-1-1 0,1 1-13,-1-2 1,-4 2 17,2 1 1,-4-3 7,1 1 0,-2-1 46,-4 3 0,0 0 267,1 0-118,-5 0 1,1 0-2,-2 0 258,-2 0 300,2 0-515,1 0-204,-3 0-739,3 0 0,7-4 0,2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3:27:33.6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1651 7988,'4'0'286,"4"-1"-206,-3-2 1,3 2-100,0-1 0,4 0 88,1-1 1,3 2-117,1-2 0,3 2 41,2-2 0,1 1 23,-1-3 0,2 3 111,-2-1 0,1 1-97,2-1 0,0 2 125,0-1 1,-1-2-65,1 1 1,0 1-12,0 2 1,0-3-5,3 0 0,-2-1-112,1 2 1,2 1 36,2-2 0,-4 1-60,-2-1 0,0 2 39,-3-1 0,-1 1 37,1 1 0,-4 0-55,1 0 0,2 0 36,-2 0 0,4-1 146,-1-2 0,-1 2-85,1-2 0,-1 0 97,1 0 1,2-1-148,-2 2 1,-1 1-5,1-2 1,-4-1 17,1 2 1,0-1-4,0 3 1,-1 0-94,1 0 0,-5-3 98,0 0 1,0 1-85,2 2 0,1 0 52,-1 0 0,1-1 45,-1-2 1,1 2 3,-1-2 1,4 1 9,-1 0 0,4 0-43,-1-4 0,2 4 10,1 0 1,-1 0-19,1-1 1,-1 2 25,-2-2 0,4 0-1,-4 0 1,2 0-5,-4 3 1,0-2-96,-1-1 0,-2 0 38,3 3 0,-2-3-6,1 1 0,0-2 22,3 1 0,0 2 10,2-2 0,1 0 12,0 0 1,0 0-21,-1 3 1,3-1 54,-2-1 0,-1 1-48,-5-2 0,-2 2 42,3 1 1,-3 0-36,0 0 0,-1 0 1,1 0 0,-1-3-2,1 1 1,3-1 6,2 3 0,-2-1-4,-1-2 0,2 2-2,1-2 0,-1 3 11,1 0 1,-4-3-11,-2 0 1,1 0 127,-3 3 0,1 0-78,2 0 1,-4-2 9,1-1 1,0 0-67,2 3 0,0 0 38,-2 0 0,1 0-64,-1 0 0,-1 0 62,1 0 0,-3 0-39,2 0 0,-2 0 21,3 0 0,-3 0 42,3 0 0,-1-3 18,1 1 0,-2-1 10,-1 3 0,-1-3 47,1 0 1,0 0-87,1 3 0,-1 0 15,-3-3 0,0 2 14,0-2 0,1 2 5,-1 1 1,0 0-7,0 0 0,1 0-61,-1 0 1,-3 0 28,1 0 0,-3 0 33,2 0-197,-3 0 124,2 0-929,-1 0 405,-2 0-1557,3 0 907,-1 0 1176,2 0 0,11-11 0,1-3 0</inkml:trace>
  <inkml:trace contextRef="#ctx0" brushRef="#br0" timeOffset="2879">3046 50 7052,'-8'0'-1079,"3"0"1079,-2 0 0,6 0 0,-4 0 0,3 0 0,1 0-172,-3 0 175,4-4 2,0 3 25,0-2 3,0-1 191,0 3-91,0-6 233,0 6-174,0-3 242,0 1-178,0 2 209,0-3-95,0 0-79,0 3-43,0-2 34,0-1-72,0 3 660,0-3-606,4 4-140,-3 0 1,2 4-15,-3 2 0,0 1-79,0 1 0,1 3 73,2 0 0,-2 7-129,2-2 0,-1 3 75,0 1 0,-1 1-82,2 4 0,-2-1 95,-1 1 1,3 0-108,-1 0 1,1-3 86,-3 0 0,0-1-15,0 1 0,0-2-19,0-4 0,0 2 7,0 1 1,0-2-13,0-1 1,-1 1 25,-2-4 1,3 1-50,-3 3 1,2-5 39,1 4 1,-3-2-63,0 0 1,1 1 4,2-1 0,0-1-8,0 0 1,-1 0 25,-2 1 1,2 1 9,-2-4 0,2 2 5,1-2 0,0 3-12,0-3 1,0 3 45,0-3 1,0 3-41,0-3 0,-1 1 76,-1-1 0,1-2-63,-2 2 1,2-1 2,1 1 1,0-2-5,0 2 1,0-1 8,0 1 0,0-2 14,0 2 1,0-1-16,0-2 1,0 1 1,0 2 0,-3-2-4,1 2 0,-1-2 18,3 0 0,0-1-31,0 0 0,0 0-5,0 1-46,0-1 1,0 0 59,0 0 0,0 1-11,0-1 0,0-3 3,0 1 1,0-1 15,0 4 1,0-1-21,0 0 1,0 0 51,0 1 0,0-1-42,0 0 1,0-2 4,0-1 1,0 1-7,0 2 1,-1 0 6,-2 0 1,2-2 6,-1-1 0,1 1 4,1 2-27,0 0 0,0 1 15,0-1-18,0-3 1,0 2 6,0-2 1,0-1 1,0 1 31,0-3 1,0 0-25,0 4 75,0-4-75,0 5 0,0-5 42,0 3 0,0-2-33,0 2 1,0-2 110,0 3 1,0-4-24,0 4 6,0-4-42,0 5 12,0-2-41,0-1 6,0 4 1,0-7-12,0 5 36,0-4-164,0 1 175,0 1-5,0-3 10,0 3-37,0-1-9,0-2 82,0 3-195,0 0 49,0-3-5002,0 2 4205,0 1-81,0-3 903,0 2 0,-8-3 0,-1 0 0</inkml:trace>
  <inkml:trace contextRef="#ctx0" brushRef="#br0" timeOffset="3227">2840 1412 7652,'-5'-4'190,"2"3"124,-1-3 47,3 4 760,-3 0-963,12 0 1,0 0-316,6 0 0,1 0 173,-1-3 0,-1 2-528,1-2 0,-3 2 25,2 1 1,-3-3-205,1 1 0,-1-1 691,-2 3 0,-4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9/10/26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9/10/26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9/10/26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9/10/26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9/10/26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.png"/><Relationship Id="rId21" Type="http://schemas.openxmlformats.org/officeDocument/2006/relationships/image" Target="../media/image15.png"/><Relationship Id="rId42" Type="http://schemas.openxmlformats.org/officeDocument/2006/relationships/customXml" Target="../ink/ink21.xml"/><Relationship Id="rId63" Type="http://schemas.openxmlformats.org/officeDocument/2006/relationships/image" Target="../media/image36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4.png"/><Relationship Id="rId170" Type="http://schemas.openxmlformats.org/officeDocument/2006/relationships/customXml" Target="../ink/ink85.xml"/><Relationship Id="rId191" Type="http://schemas.openxmlformats.org/officeDocument/2006/relationships/image" Target="../media/image100.png"/><Relationship Id="rId205" Type="http://schemas.openxmlformats.org/officeDocument/2006/relationships/image" Target="../media/image107.png"/><Relationship Id="rId226" Type="http://schemas.openxmlformats.org/officeDocument/2006/relationships/customXml" Target="../ink/ink113.xml"/><Relationship Id="rId107" Type="http://schemas.openxmlformats.org/officeDocument/2006/relationships/image" Target="../media/image58.png"/><Relationship Id="rId11" Type="http://schemas.openxmlformats.org/officeDocument/2006/relationships/image" Target="../media/image10.png"/><Relationship Id="rId32" Type="http://schemas.openxmlformats.org/officeDocument/2006/relationships/customXml" Target="../ink/ink16.xml"/><Relationship Id="rId53" Type="http://schemas.openxmlformats.org/officeDocument/2006/relationships/image" Target="../media/image31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9.png"/><Relationship Id="rId5" Type="http://schemas.openxmlformats.org/officeDocument/2006/relationships/image" Target="../media/image7.png"/><Relationship Id="rId95" Type="http://schemas.openxmlformats.org/officeDocument/2006/relationships/image" Target="../media/image52.png"/><Relationship Id="rId160" Type="http://schemas.openxmlformats.org/officeDocument/2006/relationships/customXml" Target="../ink/ink80.xml"/><Relationship Id="rId181" Type="http://schemas.openxmlformats.org/officeDocument/2006/relationships/image" Target="../media/image95.png"/><Relationship Id="rId216" Type="http://schemas.openxmlformats.org/officeDocument/2006/relationships/customXml" Target="../ink/ink108.xml"/><Relationship Id="rId237" Type="http://schemas.openxmlformats.org/officeDocument/2006/relationships/image" Target="../media/image123.png"/><Relationship Id="rId22" Type="http://schemas.openxmlformats.org/officeDocument/2006/relationships/customXml" Target="../ink/ink11.xml"/><Relationship Id="rId43" Type="http://schemas.openxmlformats.org/officeDocument/2006/relationships/image" Target="../media/image26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4.png"/><Relationship Id="rId85" Type="http://schemas.openxmlformats.org/officeDocument/2006/relationships/image" Target="../media/image47.png"/><Relationship Id="rId150" Type="http://schemas.openxmlformats.org/officeDocument/2006/relationships/customXml" Target="../ink/ink75.xml"/><Relationship Id="rId171" Type="http://schemas.openxmlformats.org/officeDocument/2006/relationships/image" Target="../media/image90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8.png"/><Relationship Id="rId12" Type="http://schemas.openxmlformats.org/officeDocument/2006/relationships/customXml" Target="../ink/ink6.xml"/><Relationship Id="rId33" Type="http://schemas.openxmlformats.org/officeDocument/2006/relationships/image" Target="../media/image21.png"/><Relationship Id="rId108" Type="http://schemas.openxmlformats.org/officeDocument/2006/relationships/customXml" Target="../ink/ink54.xml"/><Relationship Id="rId129" Type="http://schemas.openxmlformats.org/officeDocument/2006/relationships/image" Target="../media/image69.png"/><Relationship Id="rId54" Type="http://schemas.openxmlformats.org/officeDocument/2006/relationships/customXml" Target="../ink/ink27.xml"/><Relationship Id="rId75" Type="http://schemas.openxmlformats.org/officeDocument/2006/relationships/image" Target="../media/image42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5.png"/><Relationship Id="rId182" Type="http://schemas.openxmlformats.org/officeDocument/2006/relationships/customXml" Target="../ink/ink91.xml"/><Relationship Id="rId217" Type="http://schemas.openxmlformats.org/officeDocument/2006/relationships/image" Target="../media/image113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3" Type="http://schemas.openxmlformats.org/officeDocument/2006/relationships/image" Target="../media/image16.png"/><Relationship Id="rId119" Type="http://schemas.openxmlformats.org/officeDocument/2006/relationships/image" Target="../media/image64.png"/><Relationship Id="rId44" Type="http://schemas.openxmlformats.org/officeDocument/2006/relationships/customXml" Target="../ink/ink22.xml"/><Relationship Id="rId65" Type="http://schemas.openxmlformats.org/officeDocument/2006/relationships/image" Target="../media/image37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80.png"/><Relationship Id="rId172" Type="http://schemas.openxmlformats.org/officeDocument/2006/relationships/customXml" Target="../ink/ink86.xml"/><Relationship Id="rId193" Type="http://schemas.openxmlformats.org/officeDocument/2006/relationships/image" Target="../media/image101.png"/><Relationship Id="rId207" Type="http://schemas.openxmlformats.org/officeDocument/2006/relationships/image" Target="../media/image108.png"/><Relationship Id="rId228" Type="http://schemas.openxmlformats.org/officeDocument/2006/relationships/customXml" Target="../ink/ink114.xml"/><Relationship Id="rId13" Type="http://schemas.openxmlformats.org/officeDocument/2006/relationships/image" Target="../media/image11.png"/><Relationship Id="rId109" Type="http://schemas.openxmlformats.org/officeDocument/2006/relationships/image" Target="../media/image59.png"/><Relationship Id="rId34" Type="http://schemas.openxmlformats.org/officeDocument/2006/relationships/customXml" Target="../ink/ink17.xml"/><Relationship Id="rId55" Type="http://schemas.openxmlformats.org/officeDocument/2006/relationships/image" Target="../media/image32.png"/><Relationship Id="rId76" Type="http://schemas.openxmlformats.org/officeDocument/2006/relationships/customXml" Target="../ink/ink38.xml"/><Relationship Id="rId97" Type="http://schemas.openxmlformats.org/officeDocument/2006/relationships/image" Target="../media/image53.png"/><Relationship Id="rId120" Type="http://schemas.openxmlformats.org/officeDocument/2006/relationships/customXml" Target="../ink/ink60.xml"/><Relationship Id="rId141" Type="http://schemas.openxmlformats.org/officeDocument/2006/relationships/image" Target="../media/image75.png"/><Relationship Id="rId7" Type="http://schemas.openxmlformats.org/officeDocument/2006/relationships/image" Target="../media/image8.png"/><Relationship Id="rId162" Type="http://schemas.openxmlformats.org/officeDocument/2006/relationships/customXml" Target="../ink/ink81.xml"/><Relationship Id="rId183" Type="http://schemas.openxmlformats.org/officeDocument/2006/relationships/image" Target="../media/image96.png"/><Relationship Id="rId218" Type="http://schemas.openxmlformats.org/officeDocument/2006/relationships/customXml" Target="../ink/ink109.xml"/><Relationship Id="rId239" Type="http://schemas.openxmlformats.org/officeDocument/2006/relationships/image" Target="../media/image124.png"/><Relationship Id="rId24" Type="http://schemas.openxmlformats.org/officeDocument/2006/relationships/customXml" Target="../ink/ink12.xml"/><Relationship Id="rId45" Type="http://schemas.openxmlformats.org/officeDocument/2006/relationships/image" Target="../media/image27.png"/><Relationship Id="rId66" Type="http://schemas.openxmlformats.org/officeDocument/2006/relationships/customXml" Target="../ink/ink33.xml"/><Relationship Id="rId87" Type="http://schemas.openxmlformats.org/officeDocument/2006/relationships/image" Target="../media/image48.png"/><Relationship Id="rId110" Type="http://schemas.openxmlformats.org/officeDocument/2006/relationships/customXml" Target="../ink/ink55.xml"/><Relationship Id="rId131" Type="http://schemas.openxmlformats.org/officeDocument/2006/relationships/image" Target="../media/image70.png"/><Relationship Id="rId152" Type="http://schemas.openxmlformats.org/officeDocument/2006/relationships/customXml" Target="../ink/ink76.xml"/><Relationship Id="rId173" Type="http://schemas.openxmlformats.org/officeDocument/2006/relationships/image" Target="../media/image91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9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22.png"/><Relationship Id="rId56" Type="http://schemas.openxmlformats.org/officeDocument/2006/relationships/customXml" Target="../ink/ink28.xml"/><Relationship Id="rId77" Type="http://schemas.openxmlformats.org/officeDocument/2006/relationships/image" Target="../media/image43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5.png"/><Relationship Id="rId142" Type="http://schemas.openxmlformats.org/officeDocument/2006/relationships/customXml" Target="../ink/ink71.xml"/><Relationship Id="rId163" Type="http://schemas.openxmlformats.org/officeDocument/2006/relationships/image" Target="../media/image86.png"/><Relationship Id="rId184" Type="http://schemas.openxmlformats.org/officeDocument/2006/relationships/customXml" Target="../ink/ink92.xml"/><Relationship Id="rId219" Type="http://schemas.openxmlformats.org/officeDocument/2006/relationships/image" Target="../media/image114.png"/><Relationship Id="rId230" Type="http://schemas.openxmlformats.org/officeDocument/2006/relationships/customXml" Target="../ink/ink115.xml"/><Relationship Id="rId25" Type="http://schemas.openxmlformats.org/officeDocument/2006/relationships/image" Target="../media/image17.png"/><Relationship Id="rId46" Type="http://schemas.openxmlformats.org/officeDocument/2006/relationships/customXml" Target="../ink/ink23.xml"/><Relationship Id="rId67" Type="http://schemas.openxmlformats.org/officeDocument/2006/relationships/image" Target="../media/image38.png"/><Relationship Id="rId88" Type="http://schemas.openxmlformats.org/officeDocument/2006/relationships/customXml" Target="../ink/ink44.xml"/><Relationship Id="rId111" Type="http://schemas.openxmlformats.org/officeDocument/2006/relationships/image" Target="../media/image60.png"/><Relationship Id="rId132" Type="http://schemas.openxmlformats.org/officeDocument/2006/relationships/customXml" Target="../ink/ink66.xml"/><Relationship Id="rId153" Type="http://schemas.openxmlformats.org/officeDocument/2006/relationships/image" Target="../media/image81.png"/><Relationship Id="rId174" Type="http://schemas.openxmlformats.org/officeDocument/2006/relationships/customXml" Target="../ink/ink87.xml"/><Relationship Id="rId195" Type="http://schemas.openxmlformats.org/officeDocument/2006/relationships/image" Target="../media/image102.png"/><Relationship Id="rId209" Type="http://schemas.openxmlformats.org/officeDocument/2006/relationships/image" Target="../media/image109.png"/><Relationship Id="rId220" Type="http://schemas.openxmlformats.org/officeDocument/2006/relationships/customXml" Target="../ink/ink110.xml"/><Relationship Id="rId241" Type="http://schemas.openxmlformats.org/officeDocument/2006/relationships/image" Target="../media/image125.png"/><Relationship Id="rId15" Type="http://schemas.openxmlformats.org/officeDocument/2006/relationships/image" Target="../media/image12.png"/><Relationship Id="rId36" Type="http://schemas.openxmlformats.org/officeDocument/2006/relationships/customXml" Target="../ink/ink18.xml"/><Relationship Id="rId57" Type="http://schemas.openxmlformats.org/officeDocument/2006/relationships/image" Target="../media/image33.png"/><Relationship Id="rId10" Type="http://schemas.openxmlformats.org/officeDocument/2006/relationships/customXml" Target="../ink/ink5.xml"/><Relationship Id="rId31" Type="http://schemas.openxmlformats.org/officeDocument/2006/relationships/image" Target="../media/image20.png"/><Relationship Id="rId52" Type="http://schemas.openxmlformats.org/officeDocument/2006/relationships/customXml" Target="../ink/ink26.xml"/><Relationship Id="rId73" Type="http://schemas.openxmlformats.org/officeDocument/2006/relationships/image" Target="../media/image41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122" Type="http://schemas.openxmlformats.org/officeDocument/2006/relationships/customXml" Target="../ink/ink61.xml"/><Relationship Id="rId143" Type="http://schemas.openxmlformats.org/officeDocument/2006/relationships/image" Target="../media/image76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9.png"/><Relationship Id="rId185" Type="http://schemas.openxmlformats.org/officeDocument/2006/relationships/image" Target="../media/image97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12.png"/><Relationship Id="rId236" Type="http://schemas.openxmlformats.org/officeDocument/2006/relationships/customXml" Target="../ink/ink118.xml"/><Relationship Id="rId26" Type="http://schemas.openxmlformats.org/officeDocument/2006/relationships/customXml" Target="../ink/ink13.xml"/><Relationship Id="rId231" Type="http://schemas.openxmlformats.org/officeDocument/2006/relationships/image" Target="../media/image120.png"/><Relationship Id="rId47" Type="http://schemas.openxmlformats.org/officeDocument/2006/relationships/image" Target="../media/image28.png"/><Relationship Id="rId68" Type="http://schemas.openxmlformats.org/officeDocument/2006/relationships/customXml" Target="../ink/ink34.xml"/><Relationship Id="rId89" Type="http://schemas.openxmlformats.org/officeDocument/2006/relationships/image" Target="../media/image49.png"/><Relationship Id="rId112" Type="http://schemas.openxmlformats.org/officeDocument/2006/relationships/customXml" Target="../ink/ink56.xml"/><Relationship Id="rId133" Type="http://schemas.openxmlformats.org/officeDocument/2006/relationships/image" Target="../media/image71.png"/><Relationship Id="rId154" Type="http://schemas.openxmlformats.org/officeDocument/2006/relationships/customXml" Target="../ink/ink77.xml"/><Relationship Id="rId175" Type="http://schemas.openxmlformats.org/officeDocument/2006/relationships/image" Target="../media/image92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5.png"/><Relationship Id="rId242" Type="http://schemas.openxmlformats.org/officeDocument/2006/relationships/customXml" Target="../ink/ink121.xml"/><Relationship Id="rId37" Type="http://schemas.openxmlformats.org/officeDocument/2006/relationships/image" Target="../media/image23.png"/><Relationship Id="rId58" Type="http://schemas.openxmlformats.org/officeDocument/2006/relationships/customXml" Target="../ink/ink29.xml"/><Relationship Id="rId79" Type="http://schemas.openxmlformats.org/officeDocument/2006/relationships/image" Target="../media/image44.png"/><Relationship Id="rId102" Type="http://schemas.openxmlformats.org/officeDocument/2006/relationships/customXml" Target="../ink/ink51.xml"/><Relationship Id="rId123" Type="http://schemas.openxmlformats.org/officeDocument/2006/relationships/image" Target="../media/image66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7.png"/><Relationship Id="rId186" Type="http://schemas.openxmlformats.org/officeDocument/2006/relationships/customXml" Target="../ink/ink93.xml"/><Relationship Id="rId211" Type="http://schemas.openxmlformats.org/officeDocument/2006/relationships/image" Target="../media/image110.png"/><Relationship Id="rId232" Type="http://schemas.openxmlformats.org/officeDocument/2006/relationships/customXml" Target="../ink/ink116.xml"/><Relationship Id="rId27" Type="http://schemas.openxmlformats.org/officeDocument/2006/relationships/image" Target="../media/image18.png"/><Relationship Id="rId48" Type="http://schemas.openxmlformats.org/officeDocument/2006/relationships/customXml" Target="../ink/ink24.xml"/><Relationship Id="rId69" Type="http://schemas.openxmlformats.org/officeDocument/2006/relationships/image" Target="../media/image39.png"/><Relationship Id="rId113" Type="http://schemas.openxmlformats.org/officeDocument/2006/relationships/image" Target="../media/image61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2.png"/><Relationship Id="rId176" Type="http://schemas.openxmlformats.org/officeDocument/2006/relationships/customXml" Target="../ink/ink88.xml"/><Relationship Id="rId197" Type="http://schemas.openxmlformats.org/officeDocument/2006/relationships/image" Target="../media/image103.png"/><Relationship Id="rId201" Type="http://schemas.openxmlformats.org/officeDocument/2006/relationships/image" Target="../media/image105.png"/><Relationship Id="rId222" Type="http://schemas.openxmlformats.org/officeDocument/2006/relationships/customXml" Target="../ink/ink111.xml"/><Relationship Id="rId243" Type="http://schemas.openxmlformats.org/officeDocument/2006/relationships/image" Target="../media/image126.png"/><Relationship Id="rId17" Type="http://schemas.openxmlformats.org/officeDocument/2006/relationships/image" Target="../media/image13.png"/><Relationship Id="rId38" Type="http://schemas.openxmlformats.org/officeDocument/2006/relationships/customXml" Target="../ink/ink19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50.png"/><Relationship Id="rId145" Type="http://schemas.openxmlformats.org/officeDocument/2006/relationships/image" Target="../media/image77.png"/><Relationship Id="rId166" Type="http://schemas.openxmlformats.org/officeDocument/2006/relationships/customXml" Target="../ink/ink83.xml"/><Relationship Id="rId187" Type="http://schemas.openxmlformats.org/officeDocument/2006/relationships/image" Target="../media/image98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106.xml"/><Relationship Id="rId233" Type="http://schemas.openxmlformats.org/officeDocument/2006/relationships/image" Target="../media/image121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5.png"/><Relationship Id="rId135" Type="http://schemas.openxmlformats.org/officeDocument/2006/relationships/image" Target="../media/image72.png"/><Relationship Id="rId156" Type="http://schemas.openxmlformats.org/officeDocument/2006/relationships/customXml" Target="../ink/ink78.xml"/><Relationship Id="rId177" Type="http://schemas.openxmlformats.org/officeDocument/2006/relationships/image" Target="../media/image93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6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4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7.png"/><Relationship Id="rId146" Type="http://schemas.openxmlformats.org/officeDocument/2006/relationships/customXml" Target="../ink/ink73.xml"/><Relationship Id="rId167" Type="http://schemas.openxmlformats.org/officeDocument/2006/relationships/image" Target="../media/image88.png"/><Relationship Id="rId188" Type="http://schemas.openxmlformats.org/officeDocument/2006/relationships/customXml" Target="../ink/ink94.xml"/><Relationship Id="rId71" Type="http://schemas.openxmlformats.org/officeDocument/2006/relationships/image" Target="../media/image40.png"/><Relationship Id="rId92" Type="http://schemas.openxmlformats.org/officeDocument/2006/relationships/customXml" Target="../ink/ink46.xml"/><Relationship Id="rId213" Type="http://schemas.openxmlformats.org/officeDocument/2006/relationships/image" Target="../media/image111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9.png"/><Relationship Id="rId40" Type="http://schemas.openxmlformats.org/officeDocument/2006/relationships/customXml" Target="../ink/ink20.xml"/><Relationship Id="rId115" Type="http://schemas.openxmlformats.org/officeDocument/2006/relationships/image" Target="../media/image62.png"/><Relationship Id="rId136" Type="http://schemas.openxmlformats.org/officeDocument/2006/relationships/customXml" Target="../ink/ink68.xml"/><Relationship Id="rId157" Type="http://schemas.openxmlformats.org/officeDocument/2006/relationships/image" Target="../media/image83.png"/><Relationship Id="rId178" Type="http://schemas.openxmlformats.org/officeDocument/2006/relationships/customXml" Target="../ink/ink89.xml"/><Relationship Id="rId61" Type="http://schemas.openxmlformats.org/officeDocument/2006/relationships/image" Target="../media/image35.png"/><Relationship Id="rId82" Type="http://schemas.openxmlformats.org/officeDocument/2006/relationships/customXml" Target="../ink/ink41.xml"/><Relationship Id="rId199" Type="http://schemas.openxmlformats.org/officeDocument/2006/relationships/image" Target="../media/image104.png"/><Relationship Id="rId203" Type="http://schemas.openxmlformats.org/officeDocument/2006/relationships/image" Target="../media/image106.png"/><Relationship Id="rId19" Type="http://schemas.openxmlformats.org/officeDocument/2006/relationships/image" Target="../media/image14.png"/><Relationship Id="rId224" Type="http://schemas.openxmlformats.org/officeDocument/2006/relationships/customXml" Target="../ink/ink112.xml"/><Relationship Id="rId245" Type="http://schemas.openxmlformats.org/officeDocument/2006/relationships/image" Target="../media/image127.png"/><Relationship Id="rId30" Type="http://schemas.openxmlformats.org/officeDocument/2006/relationships/customXml" Target="../ink/ink15.xml"/><Relationship Id="rId105" Type="http://schemas.openxmlformats.org/officeDocument/2006/relationships/image" Target="../media/image57.png"/><Relationship Id="rId126" Type="http://schemas.openxmlformats.org/officeDocument/2006/relationships/customXml" Target="../ink/ink63.xml"/><Relationship Id="rId147" Type="http://schemas.openxmlformats.org/officeDocument/2006/relationships/image" Target="../media/image78.png"/><Relationship Id="rId168" Type="http://schemas.openxmlformats.org/officeDocument/2006/relationships/customXml" Target="../ink/ink84.xml"/><Relationship Id="rId51" Type="http://schemas.openxmlformats.org/officeDocument/2006/relationships/image" Target="../media/image30.png"/><Relationship Id="rId72" Type="http://schemas.openxmlformats.org/officeDocument/2006/relationships/customXml" Target="../ink/ink36.xml"/><Relationship Id="rId93" Type="http://schemas.openxmlformats.org/officeDocument/2006/relationships/image" Target="../media/image51.png"/><Relationship Id="rId189" Type="http://schemas.openxmlformats.org/officeDocument/2006/relationships/image" Target="../media/image99.png"/><Relationship Id="rId3" Type="http://schemas.openxmlformats.org/officeDocument/2006/relationships/image" Target="../media/image6.png"/><Relationship Id="rId214" Type="http://schemas.openxmlformats.org/officeDocument/2006/relationships/customXml" Target="../ink/ink107.xml"/><Relationship Id="rId235" Type="http://schemas.openxmlformats.org/officeDocument/2006/relationships/image" Target="../media/image122.png"/><Relationship Id="rId116" Type="http://schemas.openxmlformats.org/officeDocument/2006/relationships/customXml" Target="../ink/ink58.xml"/><Relationship Id="rId137" Type="http://schemas.openxmlformats.org/officeDocument/2006/relationships/image" Target="../media/image73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62" Type="http://schemas.openxmlformats.org/officeDocument/2006/relationships/customXml" Target="../ink/ink31.xml"/><Relationship Id="rId83" Type="http://schemas.openxmlformats.org/officeDocument/2006/relationships/image" Target="../media/image46.png"/><Relationship Id="rId179" Type="http://schemas.openxmlformats.org/officeDocument/2006/relationships/image" Target="../media/image9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7.png"/><Relationship Id="rId106" Type="http://schemas.openxmlformats.org/officeDocument/2006/relationships/customXml" Target="../ink/ink53.xml"/><Relationship Id="rId127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5.png"/><Relationship Id="rId21" Type="http://schemas.openxmlformats.org/officeDocument/2006/relationships/image" Target="../media/image137.png"/><Relationship Id="rId42" Type="http://schemas.openxmlformats.org/officeDocument/2006/relationships/customXml" Target="../ink/ink143.xml"/><Relationship Id="rId63" Type="http://schemas.openxmlformats.org/officeDocument/2006/relationships/image" Target="../media/image158.png"/><Relationship Id="rId84" Type="http://schemas.openxmlformats.org/officeDocument/2006/relationships/customXml" Target="../ink/ink164.xml"/><Relationship Id="rId138" Type="http://schemas.openxmlformats.org/officeDocument/2006/relationships/customXml" Target="../ink/ink191.xml"/><Relationship Id="rId159" Type="http://schemas.openxmlformats.org/officeDocument/2006/relationships/image" Target="../media/image206.png"/><Relationship Id="rId170" Type="http://schemas.openxmlformats.org/officeDocument/2006/relationships/customXml" Target="../ink/ink207.xml"/><Relationship Id="rId191" Type="http://schemas.openxmlformats.org/officeDocument/2006/relationships/image" Target="../media/image222.png"/><Relationship Id="rId107" Type="http://schemas.openxmlformats.org/officeDocument/2006/relationships/image" Target="../media/image180.png"/><Relationship Id="rId11" Type="http://schemas.openxmlformats.org/officeDocument/2006/relationships/image" Target="../media/image132.png"/><Relationship Id="rId32" Type="http://schemas.openxmlformats.org/officeDocument/2006/relationships/customXml" Target="../ink/ink138.xml"/><Relationship Id="rId53" Type="http://schemas.openxmlformats.org/officeDocument/2006/relationships/image" Target="../media/image153.png"/><Relationship Id="rId74" Type="http://schemas.openxmlformats.org/officeDocument/2006/relationships/customXml" Target="../ink/ink159.xml"/><Relationship Id="rId128" Type="http://schemas.openxmlformats.org/officeDocument/2006/relationships/customXml" Target="../ink/ink186.xml"/><Relationship Id="rId149" Type="http://schemas.openxmlformats.org/officeDocument/2006/relationships/image" Target="../media/image201.png"/><Relationship Id="rId5" Type="http://schemas.openxmlformats.org/officeDocument/2006/relationships/image" Target="../media/image129.png"/><Relationship Id="rId95" Type="http://schemas.openxmlformats.org/officeDocument/2006/relationships/image" Target="../media/image174.png"/><Relationship Id="rId160" Type="http://schemas.openxmlformats.org/officeDocument/2006/relationships/customXml" Target="../ink/ink202.xml"/><Relationship Id="rId181" Type="http://schemas.openxmlformats.org/officeDocument/2006/relationships/image" Target="../media/image217.png"/><Relationship Id="rId22" Type="http://schemas.openxmlformats.org/officeDocument/2006/relationships/customXml" Target="../ink/ink133.xml"/><Relationship Id="rId43" Type="http://schemas.openxmlformats.org/officeDocument/2006/relationships/image" Target="../media/image148.png"/><Relationship Id="rId64" Type="http://schemas.openxmlformats.org/officeDocument/2006/relationships/customXml" Target="../ink/ink154.xml"/><Relationship Id="rId118" Type="http://schemas.openxmlformats.org/officeDocument/2006/relationships/customXml" Target="../ink/ink181.xml"/><Relationship Id="rId139" Type="http://schemas.openxmlformats.org/officeDocument/2006/relationships/image" Target="../media/image196.png"/><Relationship Id="rId85" Type="http://schemas.openxmlformats.org/officeDocument/2006/relationships/image" Target="../media/image169.png"/><Relationship Id="rId150" Type="http://schemas.openxmlformats.org/officeDocument/2006/relationships/customXml" Target="../ink/ink197.xml"/><Relationship Id="rId171" Type="http://schemas.openxmlformats.org/officeDocument/2006/relationships/image" Target="../media/image212.png"/><Relationship Id="rId192" Type="http://schemas.openxmlformats.org/officeDocument/2006/relationships/customXml" Target="../ink/ink218.xml"/><Relationship Id="rId12" Type="http://schemas.openxmlformats.org/officeDocument/2006/relationships/customXml" Target="../ink/ink128.xml"/><Relationship Id="rId33" Type="http://schemas.openxmlformats.org/officeDocument/2006/relationships/image" Target="../media/image143.png"/><Relationship Id="rId108" Type="http://schemas.openxmlformats.org/officeDocument/2006/relationships/customXml" Target="../ink/ink176.xml"/><Relationship Id="rId129" Type="http://schemas.openxmlformats.org/officeDocument/2006/relationships/image" Target="../media/image191.png"/><Relationship Id="rId54" Type="http://schemas.openxmlformats.org/officeDocument/2006/relationships/customXml" Target="../ink/ink149.xml"/><Relationship Id="rId75" Type="http://schemas.openxmlformats.org/officeDocument/2006/relationships/image" Target="../media/image164.png"/><Relationship Id="rId96" Type="http://schemas.openxmlformats.org/officeDocument/2006/relationships/customXml" Target="../ink/ink170.xml"/><Relationship Id="rId140" Type="http://schemas.openxmlformats.org/officeDocument/2006/relationships/customXml" Target="../ink/ink192.xml"/><Relationship Id="rId161" Type="http://schemas.openxmlformats.org/officeDocument/2006/relationships/image" Target="../media/image207.png"/><Relationship Id="rId182" Type="http://schemas.openxmlformats.org/officeDocument/2006/relationships/customXml" Target="../ink/ink213.xml"/><Relationship Id="rId6" Type="http://schemas.openxmlformats.org/officeDocument/2006/relationships/customXml" Target="../ink/ink125.xml"/><Relationship Id="rId23" Type="http://schemas.openxmlformats.org/officeDocument/2006/relationships/image" Target="../media/image138.png"/><Relationship Id="rId119" Type="http://schemas.openxmlformats.org/officeDocument/2006/relationships/image" Target="../media/image186.png"/><Relationship Id="rId44" Type="http://schemas.openxmlformats.org/officeDocument/2006/relationships/customXml" Target="../ink/ink144.xml"/><Relationship Id="rId65" Type="http://schemas.openxmlformats.org/officeDocument/2006/relationships/image" Target="../media/image159.png"/><Relationship Id="rId86" Type="http://schemas.openxmlformats.org/officeDocument/2006/relationships/customXml" Target="../ink/ink165.xml"/><Relationship Id="rId130" Type="http://schemas.openxmlformats.org/officeDocument/2006/relationships/customXml" Target="../ink/ink187.xml"/><Relationship Id="rId151" Type="http://schemas.openxmlformats.org/officeDocument/2006/relationships/image" Target="../media/image202.png"/><Relationship Id="rId172" Type="http://schemas.openxmlformats.org/officeDocument/2006/relationships/customXml" Target="../ink/ink208.xml"/><Relationship Id="rId193" Type="http://schemas.openxmlformats.org/officeDocument/2006/relationships/image" Target="../media/image223.png"/><Relationship Id="rId13" Type="http://schemas.openxmlformats.org/officeDocument/2006/relationships/image" Target="../media/image133.png"/><Relationship Id="rId109" Type="http://schemas.openxmlformats.org/officeDocument/2006/relationships/image" Target="../media/image181.png"/><Relationship Id="rId34" Type="http://schemas.openxmlformats.org/officeDocument/2006/relationships/customXml" Target="../ink/ink139.xml"/><Relationship Id="rId50" Type="http://schemas.openxmlformats.org/officeDocument/2006/relationships/customXml" Target="../ink/ink147.xml"/><Relationship Id="rId55" Type="http://schemas.openxmlformats.org/officeDocument/2006/relationships/image" Target="../media/image154.png"/><Relationship Id="rId76" Type="http://schemas.openxmlformats.org/officeDocument/2006/relationships/customXml" Target="../ink/ink160.xml"/><Relationship Id="rId97" Type="http://schemas.openxmlformats.org/officeDocument/2006/relationships/image" Target="../media/image175.png"/><Relationship Id="rId104" Type="http://schemas.openxmlformats.org/officeDocument/2006/relationships/customXml" Target="../ink/ink174.xml"/><Relationship Id="rId120" Type="http://schemas.openxmlformats.org/officeDocument/2006/relationships/customXml" Target="../ink/ink182.xml"/><Relationship Id="rId125" Type="http://schemas.openxmlformats.org/officeDocument/2006/relationships/image" Target="../media/image189.png"/><Relationship Id="rId141" Type="http://schemas.openxmlformats.org/officeDocument/2006/relationships/image" Target="../media/image197.png"/><Relationship Id="rId146" Type="http://schemas.openxmlformats.org/officeDocument/2006/relationships/customXml" Target="../ink/ink195.xml"/><Relationship Id="rId167" Type="http://schemas.openxmlformats.org/officeDocument/2006/relationships/image" Target="../media/image210.png"/><Relationship Id="rId188" Type="http://schemas.openxmlformats.org/officeDocument/2006/relationships/customXml" Target="../ink/ink216.xml"/><Relationship Id="rId7" Type="http://schemas.openxmlformats.org/officeDocument/2006/relationships/image" Target="../media/image130.png"/><Relationship Id="rId71" Type="http://schemas.openxmlformats.org/officeDocument/2006/relationships/image" Target="../media/image162.png"/><Relationship Id="rId92" Type="http://schemas.openxmlformats.org/officeDocument/2006/relationships/customXml" Target="../ink/ink168.xml"/><Relationship Id="rId162" Type="http://schemas.openxmlformats.org/officeDocument/2006/relationships/customXml" Target="../ink/ink203.xml"/><Relationship Id="rId183" Type="http://schemas.openxmlformats.org/officeDocument/2006/relationships/image" Target="../media/image218.png"/><Relationship Id="rId2" Type="http://schemas.openxmlformats.org/officeDocument/2006/relationships/customXml" Target="../ink/ink123.xml"/><Relationship Id="rId29" Type="http://schemas.openxmlformats.org/officeDocument/2006/relationships/image" Target="../media/image141.png"/><Relationship Id="rId24" Type="http://schemas.openxmlformats.org/officeDocument/2006/relationships/customXml" Target="../ink/ink134.xml"/><Relationship Id="rId40" Type="http://schemas.openxmlformats.org/officeDocument/2006/relationships/customXml" Target="../ink/ink142.xml"/><Relationship Id="rId45" Type="http://schemas.openxmlformats.org/officeDocument/2006/relationships/image" Target="../media/image149.png"/><Relationship Id="rId66" Type="http://schemas.openxmlformats.org/officeDocument/2006/relationships/customXml" Target="../ink/ink155.xml"/><Relationship Id="rId87" Type="http://schemas.openxmlformats.org/officeDocument/2006/relationships/image" Target="../media/image170.png"/><Relationship Id="rId110" Type="http://schemas.openxmlformats.org/officeDocument/2006/relationships/customXml" Target="../ink/ink177.xml"/><Relationship Id="rId115" Type="http://schemas.openxmlformats.org/officeDocument/2006/relationships/image" Target="../media/image184.png"/><Relationship Id="rId131" Type="http://schemas.openxmlformats.org/officeDocument/2006/relationships/image" Target="../media/image192.png"/><Relationship Id="rId136" Type="http://schemas.openxmlformats.org/officeDocument/2006/relationships/customXml" Target="../ink/ink190.xml"/><Relationship Id="rId157" Type="http://schemas.openxmlformats.org/officeDocument/2006/relationships/image" Target="../media/image205.png"/><Relationship Id="rId178" Type="http://schemas.openxmlformats.org/officeDocument/2006/relationships/customXml" Target="../ink/ink211.xml"/><Relationship Id="rId61" Type="http://schemas.openxmlformats.org/officeDocument/2006/relationships/image" Target="../media/image157.png"/><Relationship Id="rId82" Type="http://schemas.openxmlformats.org/officeDocument/2006/relationships/customXml" Target="../ink/ink163.xml"/><Relationship Id="rId152" Type="http://schemas.openxmlformats.org/officeDocument/2006/relationships/customXml" Target="../ink/ink198.xml"/><Relationship Id="rId173" Type="http://schemas.openxmlformats.org/officeDocument/2006/relationships/image" Target="../media/image213.png"/><Relationship Id="rId194" Type="http://schemas.openxmlformats.org/officeDocument/2006/relationships/customXml" Target="../ink/ink219.xml"/><Relationship Id="rId19" Type="http://schemas.openxmlformats.org/officeDocument/2006/relationships/image" Target="../media/image136.png"/><Relationship Id="rId14" Type="http://schemas.openxmlformats.org/officeDocument/2006/relationships/customXml" Target="../ink/ink129.xml"/><Relationship Id="rId30" Type="http://schemas.openxmlformats.org/officeDocument/2006/relationships/customXml" Target="../ink/ink137.xml"/><Relationship Id="rId35" Type="http://schemas.openxmlformats.org/officeDocument/2006/relationships/image" Target="../media/image144.png"/><Relationship Id="rId56" Type="http://schemas.openxmlformats.org/officeDocument/2006/relationships/customXml" Target="../ink/ink150.xml"/><Relationship Id="rId77" Type="http://schemas.openxmlformats.org/officeDocument/2006/relationships/image" Target="../media/image165.png"/><Relationship Id="rId100" Type="http://schemas.openxmlformats.org/officeDocument/2006/relationships/customXml" Target="../ink/ink172.xml"/><Relationship Id="rId105" Type="http://schemas.openxmlformats.org/officeDocument/2006/relationships/image" Target="../media/image179.png"/><Relationship Id="rId126" Type="http://schemas.openxmlformats.org/officeDocument/2006/relationships/customXml" Target="../ink/ink185.xml"/><Relationship Id="rId147" Type="http://schemas.openxmlformats.org/officeDocument/2006/relationships/image" Target="../media/image200.png"/><Relationship Id="rId168" Type="http://schemas.openxmlformats.org/officeDocument/2006/relationships/customXml" Target="../ink/ink206.xml"/><Relationship Id="rId8" Type="http://schemas.openxmlformats.org/officeDocument/2006/relationships/customXml" Target="../ink/ink126.xml"/><Relationship Id="rId51" Type="http://schemas.openxmlformats.org/officeDocument/2006/relationships/image" Target="../media/image152.png"/><Relationship Id="rId72" Type="http://schemas.openxmlformats.org/officeDocument/2006/relationships/customXml" Target="../ink/ink158.xml"/><Relationship Id="rId93" Type="http://schemas.openxmlformats.org/officeDocument/2006/relationships/image" Target="../media/image173.png"/><Relationship Id="rId98" Type="http://schemas.openxmlformats.org/officeDocument/2006/relationships/customXml" Target="../ink/ink171.xml"/><Relationship Id="rId121" Type="http://schemas.openxmlformats.org/officeDocument/2006/relationships/image" Target="../media/image187.png"/><Relationship Id="rId142" Type="http://schemas.openxmlformats.org/officeDocument/2006/relationships/customXml" Target="../ink/ink193.xml"/><Relationship Id="rId163" Type="http://schemas.openxmlformats.org/officeDocument/2006/relationships/image" Target="../media/image208.png"/><Relationship Id="rId184" Type="http://schemas.openxmlformats.org/officeDocument/2006/relationships/customXml" Target="../ink/ink214.xml"/><Relationship Id="rId189" Type="http://schemas.openxmlformats.org/officeDocument/2006/relationships/image" Target="../media/image221.png"/><Relationship Id="rId3" Type="http://schemas.openxmlformats.org/officeDocument/2006/relationships/image" Target="../media/image128.png"/><Relationship Id="rId25" Type="http://schemas.openxmlformats.org/officeDocument/2006/relationships/image" Target="../media/image139.png"/><Relationship Id="rId46" Type="http://schemas.openxmlformats.org/officeDocument/2006/relationships/customXml" Target="../ink/ink145.xml"/><Relationship Id="rId67" Type="http://schemas.openxmlformats.org/officeDocument/2006/relationships/image" Target="../media/image160.png"/><Relationship Id="rId116" Type="http://schemas.openxmlformats.org/officeDocument/2006/relationships/customXml" Target="../ink/ink180.xml"/><Relationship Id="rId137" Type="http://schemas.openxmlformats.org/officeDocument/2006/relationships/image" Target="../media/image195.png"/><Relationship Id="rId158" Type="http://schemas.openxmlformats.org/officeDocument/2006/relationships/customXml" Target="../ink/ink201.xml"/><Relationship Id="rId20" Type="http://schemas.openxmlformats.org/officeDocument/2006/relationships/customXml" Target="../ink/ink132.xml"/><Relationship Id="rId41" Type="http://schemas.openxmlformats.org/officeDocument/2006/relationships/image" Target="../media/image147.png"/><Relationship Id="rId62" Type="http://schemas.openxmlformats.org/officeDocument/2006/relationships/customXml" Target="../ink/ink153.xml"/><Relationship Id="rId83" Type="http://schemas.openxmlformats.org/officeDocument/2006/relationships/image" Target="../media/image168.png"/><Relationship Id="rId88" Type="http://schemas.openxmlformats.org/officeDocument/2006/relationships/customXml" Target="../ink/ink166.xml"/><Relationship Id="rId111" Type="http://schemas.openxmlformats.org/officeDocument/2006/relationships/image" Target="../media/image182.png"/><Relationship Id="rId132" Type="http://schemas.openxmlformats.org/officeDocument/2006/relationships/customXml" Target="../ink/ink188.xml"/><Relationship Id="rId153" Type="http://schemas.openxmlformats.org/officeDocument/2006/relationships/image" Target="../media/image203.png"/><Relationship Id="rId174" Type="http://schemas.openxmlformats.org/officeDocument/2006/relationships/customXml" Target="../ink/ink209.xml"/><Relationship Id="rId179" Type="http://schemas.openxmlformats.org/officeDocument/2006/relationships/image" Target="../media/image216.png"/><Relationship Id="rId195" Type="http://schemas.openxmlformats.org/officeDocument/2006/relationships/image" Target="../media/image224.png"/><Relationship Id="rId190" Type="http://schemas.openxmlformats.org/officeDocument/2006/relationships/customXml" Target="../ink/ink217.xml"/><Relationship Id="rId15" Type="http://schemas.openxmlformats.org/officeDocument/2006/relationships/image" Target="../media/image134.png"/><Relationship Id="rId36" Type="http://schemas.openxmlformats.org/officeDocument/2006/relationships/customXml" Target="../ink/ink140.xml"/><Relationship Id="rId57" Type="http://schemas.openxmlformats.org/officeDocument/2006/relationships/image" Target="../media/image155.png"/><Relationship Id="rId106" Type="http://schemas.openxmlformats.org/officeDocument/2006/relationships/customXml" Target="../ink/ink175.xml"/><Relationship Id="rId127" Type="http://schemas.openxmlformats.org/officeDocument/2006/relationships/image" Target="../media/image190.png"/><Relationship Id="rId10" Type="http://schemas.openxmlformats.org/officeDocument/2006/relationships/customXml" Target="../ink/ink127.xml"/><Relationship Id="rId31" Type="http://schemas.openxmlformats.org/officeDocument/2006/relationships/image" Target="../media/image142.png"/><Relationship Id="rId52" Type="http://schemas.openxmlformats.org/officeDocument/2006/relationships/customXml" Target="../ink/ink148.xml"/><Relationship Id="rId73" Type="http://schemas.openxmlformats.org/officeDocument/2006/relationships/image" Target="../media/image163.png"/><Relationship Id="rId78" Type="http://schemas.openxmlformats.org/officeDocument/2006/relationships/customXml" Target="../ink/ink161.xml"/><Relationship Id="rId94" Type="http://schemas.openxmlformats.org/officeDocument/2006/relationships/customXml" Target="../ink/ink169.xml"/><Relationship Id="rId99" Type="http://schemas.openxmlformats.org/officeDocument/2006/relationships/image" Target="../media/image176.png"/><Relationship Id="rId101" Type="http://schemas.openxmlformats.org/officeDocument/2006/relationships/image" Target="../media/image177.png"/><Relationship Id="rId122" Type="http://schemas.openxmlformats.org/officeDocument/2006/relationships/customXml" Target="../ink/ink183.xml"/><Relationship Id="rId143" Type="http://schemas.openxmlformats.org/officeDocument/2006/relationships/image" Target="../media/image198.png"/><Relationship Id="rId148" Type="http://schemas.openxmlformats.org/officeDocument/2006/relationships/customXml" Target="../ink/ink196.xml"/><Relationship Id="rId164" Type="http://schemas.openxmlformats.org/officeDocument/2006/relationships/customXml" Target="../ink/ink204.xml"/><Relationship Id="rId169" Type="http://schemas.openxmlformats.org/officeDocument/2006/relationships/image" Target="../media/image211.png"/><Relationship Id="rId185" Type="http://schemas.openxmlformats.org/officeDocument/2006/relationships/image" Target="../media/image219.png"/><Relationship Id="rId4" Type="http://schemas.openxmlformats.org/officeDocument/2006/relationships/customXml" Target="../ink/ink124.xml"/><Relationship Id="rId9" Type="http://schemas.openxmlformats.org/officeDocument/2006/relationships/image" Target="../media/image131.png"/><Relationship Id="rId180" Type="http://schemas.openxmlformats.org/officeDocument/2006/relationships/customXml" Target="../ink/ink212.xml"/><Relationship Id="rId26" Type="http://schemas.openxmlformats.org/officeDocument/2006/relationships/customXml" Target="../ink/ink135.xml"/><Relationship Id="rId47" Type="http://schemas.openxmlformats.org/officeDocument/2006/relationships/image" Target="../media/image150.png"/><Relationship Id="rId68" Type="http://schemas.openxmlformats.org/officeDocument/2006/relationships/customXml" Target="../ink/ink156.xml"/><Relationship Id="rId89" Type="http://schemas.openxmlformats.org/officeDocument/2006/relationships/image" Target="../media/image171.png"/><Relationship Id="rId112" Type="http://schemas.openxmlformats.org/officeDocument/2006/relationships/customXml" Target="../ink/ink178.xml"/><Relationship Id="rId133" Type="http://schemas.openxmlformats.org/officeDocument/2006/relationships/image" Target="../media/image193.png"/><Relationship Id="rId154" Type="http://schemas.openxmlformats.org/officeDocument/2006/relationships/customXml" Target="../ink/ink199.xml"/><Relationship Id="rId175" Type="http://schemas.openxmlformats.org/officeDocument/2006/relationships/image" Target="../media/image214.png"/><Relationship Id="rId16" Type="http://schemas.openxmlformats.org/officeDocument/2006/relationships/customXml" Target="../ink/ink130.xml"/><Relationship Id="rId37" Type="http://schemas.openxmlformats.org/officeDocument/2006/relationships/image" Target="../media/image145.png"/><Relationship Id="rId58" Type="http://schemas.openxmlformats.org/officeDocument/2006/relationships/customXml" Target="../ink/ink151.xml"/><Relationship Id="rId79" Type="http://schemas.openxmlformats.org/officeDocument/2006/relationships/image" Target="../media/image166.png"/><Relationship Id="rId102" Type="http://schemas.openxmlformats.org/officeDocument/2006/relationships/customXml" Target="../ink/ink173.xml"/><Relationship Id="rId123" Type="http://schemas.openxmlformats.org/officeDocument/2006/relationships/image" Target="../media/image188.png"/><Relationship Id="rId144" Type="http://schemas.openxmlformats.org/officeDocument/2006/relationships/customXml" Target="../ink/ink194.xml"/><Relationship Id="rId90" Type="http://schemas.openxmlformats.org/officeDocument/2006/relationships/customXml" Target="../ink/ink167.xml"/><Relationship Id="rId165" Type="http://schemas.openxmlformats.org/officeDocument/2006/relationships/image" Target="../media/image209.png"/><Relationship Id="rId186" Type="http://schemas.openxmlformats.org/officeDocument/2006/relationships/customXml" Target="../ink/ink215.xml"/><Relationship Id="rId27" Type="http://schemas.openxmlformats.org/officeDocument/2006/relationships/image" Target="../media/image140.png"/><Relationship Id="rId48" Type="http://schemas.openxmlformats.org/officeDocument/2006/relationships/customXml" Target="../ink/ink146.xml"/><Relationship Id="rId69" Type="http://schemas.openxmlformats.org/officeDocument/2006/relationships/image" Target="../media/image161.png"/><Relationship Id="rId113" Type="http://schemas.openxmlformats.org/officeDocument/2006/relationships/image" Target="../media/image183.png"/><Relationship Id="rId134" Type="http://schemas.openxmlformats.org/officeDocument/2006/relationships/customXml" Target="../ink/ink189.xml"/><Relationship Id="rId80" Type="http://schemas.openxmlformats.org/officeDocument/2006/relationships/customXml" Target="../ink/ink162.xml"/><Relationship Id="rId155" Type="http://schemas.openxmlformats.org/officeDocument/2006/relationships/image" Target="../media/image204.png"/><Relationship Id="rId176" Type="http://schemas.openxmlformats.org/officeDocument/2006/relationships/customXml" Target="../ink/ink210.xml"/><Relationship Id="rId17" Type="http://schemas.openxmlformats.org/officeDocument/2006/relationships/image" Target="../media/image135.png"/><Relationship Id="rId38" Type="http://schemas.openxmlformats.org/officeDocument/2006/relationships/customXml" Target="../ink/ink141.xml"/><Relationship Id="rId59" Type="http://schemas.openxmlformats.org/officeDocument/2006/relationships/image" Target="../media/image156.png"/><Relationship Id="rId103" Type="http://schemas.openxmlformats.org/officeDocument/2006/relationships/image" Target="../media/image178.png"/><Relationship Id="rId124" Type="http://schemas.openxmlformats.org/officeDocument/2006/relationships/customXml" Target="../ink/ink184.xml"/><Relationship Id="rId70" Type="http://schemas.openxmlformats.org/officeDocument/2006/relationships/customXml" Target="../ink/ink157.xml"/><Relationship Id="rId91" Type="http://schemas.openxmlformats.org/officeDocument/2006/relationships/image" Target="../media/image172.png"/><Relationship Id="rId145" Type="http://schemas.openxmlformats.org/officeDocument/2006/relationships/image" Target="../media/image199.png"/><Relationship Id="rId166" Type="http://schemas.openxmlformats.org/officeDocument/2006/relationships/customXml" Target="../ink/ink205.xml"/><Relationship Id="rId187" Type="http://schemas.openxmlformats.org/officeDocument/2006/relationships/image" Target="../media/image220.png"/><Relationship Id="rId1" Type="http://schemas.openxmlformats.org/officeDocument/2006/relationships/slideLayout" Target="../slideLayouts/slideLayout11.xml"/><Relationship Id="rId28" Type="http://schemas.openxmlformats.org/officeDocument/2006/relationships/customXml" Target="../ink/ink136.xml"/><Relationship Id="rId49" Type="http://schemas.openxmlformats.org/officeDocument/2006/relationships/image" Target="../media/image151.png"/><Relationship Id="rId114" Type="http://schemas.openxmlformats.org/officeDocument/2006/relationships/customXml" Target="../ink/ink179.xml"/><Relationship Id="rId60" Type="http://schemas.openxmlformats.org/officeDocument/2006/relationships/customXml" Target="../ink/ink152.xml"/><Relationship Id="rId81" Type="http://schemas.openxmlformats.org/officeDocument/2006/relationships/image" Target="../media/image167.png"/><Relationship Id="rId135" Type="http://schemas.openxmlformats.org/officeDocument/2006/relationships/image" Target="../media/image194.png"/><Relationship Id="rId156" Type="http://schemas.openxmlformats.org/officeDocument/2006/relationships/customXml" Target="../ink/ink200.xml"/><Relationship Id="rId177" Type="http://schemas.openxmlformats.org/officeDocument/2006/relationships/image" Target="../media/image215.png"/><Relationship Id="rId18" Type="http://schemas.openxmlformats.org/officeDocument/2006/relationships/customXml" Target="../ink/ink131.xml"/><Relationship Id="rId39" Type="http://schemas.openxmlformats.org/officeDocument/2006/relationships/image" Target="../media/image14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2.xml"/><Relationship Id="rId21" Type="http://schemas.openxmlformats.org/officeDocument/2006/relationships/image" Target="../media/image234.png"/><Relationship Id="rId42" Type="http://schemas.openxmlformats.org/officeDocument/2006/relationships/customXml" Target="../ink/ink240.xml"/><Relationship Id="rId47" Type="http://schemas.openxmlformats.org/officeDocument/2006/relationships/image" Target="../media/image247.png"/><Relationship Id="rId63" Type="http://schemas.openxmlformats.org/officeDocument/2006/relationships/image" Target="../media/image255.png"/><Relationship Id="rId68" Type="http://schemas.openxmlformats.org/officeDocument/2006/relationships/customXml" Target="../ink/ink253.xml"/><Relationship Id="rId16" Type="http://schemas.openxmlformats.org/officeDocument/2006/relationships/customXml" Target="../ink/ink227.xml"/><Relationship Id="rId11" Type="http://schemas.openxmlformats.org/officeDocument/2006/relationships/image" Target="../media/image229.png"/><Relationship Id="rId32" Type="http://schemas.openxmlformats.org/officeDocument/2006/relationships/customXml" Target="../ink/ink235.xml"/><Relationship Id="rId37" Type="http://schemas.openxmlformats.org/officeDocument/2006/relationships/image" Target="../media/image242.png"/><Relationship Id="rId53" Type="http://schemas.openxmlformats.org/officeDocument/2006/relationships/image" Target="../media/image250.png"/><Relationship Id="rId58" Type="http://schemas.openxmlformats.org/officeDocument/2006/relationships/customXml" Target="../ink/ink248.xml"/><Relationship Id="rId74" Type="http://schemas.openxmlformats.org/officeDocument/2006/relationships/customXml" Target="../ink/ink256.xml"/><Relationship Id="rId79" Type="http://schemas.openxmlformats.org/officeDocument/2006/relationships/image" Target="../media/image263.png"/><Relationship Id="rId5" Type="http://schemas.openxmlformats.org/officeDocument/2006/relationships/image" Target="../media/image226.png"/><Relationship Id="rId61" Type="http://schemas.openxmlformats.org/officeDocument/2006/relationships/image" Target="../media/image254.png"/><Relationship Id="rId82" Type="http://schemas.openxmlformats.org/officeDocument/2006/relationships/customXml" Target="../ink/ink260.xml"/><Relationship Id="rId19" Type="http://schemas.openxmlformats.org/officeDocument/2006/relationships/image" Target="../media/image233.png"/><Relationship Id="rId14" Type="http://schemas.openxmlformats.org/officeDocument/2006/relationships/customXml" Target="../ink/ink226.xml"/><Relationship Id="rId22" Type="http://schemas.openxmlformats.org/officeDocument/2006/relationships/customXml" Target="../ink/ink230.xml"/><Relationship Id="rId27" Type="http://schemas.openxmlformats.org/officeDocument/2006/relationships/image" Target="../media/image237.png"/><Relationship Id="rId30" Type="http://schemas.openxmlformats.org/officeDocument/2006/relationships/customXml" Target="../ink/ink234.xml"/><Relationship Id="rId35" Type="http://schemas.openxmlformats.org/officeDocument/2006/relationships/image" Target="../media/image241.png"/><Relationship Id="rId43" Type="http://schemas.openxmlformats.org/officeDocument/2006/relationships/image" Target="../media/image245.png"/><Relationship Id="rId48" Type="http://schemas.openxmlformats.org/officeDocument/2006/relationships/customXml" Target="../ink/ink243.xml"/><Relationship Id="rId56" Type="http://schemas.openxmlformats.org/officeDocument/2006/relationships/customXml" Target="../ink/ink247.xml"/><Relationship Id="rId64" Type="http://schemas.openxmlformats.org/officeDocument/2006/relationships/customXml" Target="../ink/ink251.xml"/><Relationship Id="rId69" Type="http://schemas.openxmlformats.org/officeDocument/2006/relationships/image" Target="../media/image258.png"/><Relationship Id="rId77" Type="http://schemas.openxmlformats.org/officeDocument/2006/relationships/image" Target="../media/image262.png"/><Relationship Id="rId8" Type="http://schemas.openxmlformats.org/officeDocument/2006/relationships/customXml" Target="../ink/ink223.xml"/><Relationship Id="rId51" Type="http://schemas.openxmlformats.org/officeDocument/2006/relationships/image" Target="../media/image249.png"/><Relationship Id="rId72" Type="http://schemas.openxmlformats.org/officeDocument/2006/relationships/customXml" Target="../ink/ink255.xml"/><Relationship Id="rId80" Type="http://schemas.openxmlformats.org/officeDocument/2006/relationships/customXml" Target="../ink/ink259.xml"/><Relationship Id="rId3" Type="http://schemas.openxmlformats.org/officeDocument/2006/relationships/image" Target="../media/image225.png"/><Relationship Id="rId12" Type="http://schemas.openxmlformats.org/officeDocument/2006/relationships/customXml" Target="../ink/ink225.xml"/><Relationship Id="rId17" Type="http://schemas.openxmlformats.org/officeDocument/2006/relationships/image" Target="../media/image232.png"/><Relationship Id="rId25" Type="http://schemas.openxmlformats.org/officeDocument/2006/relationships/image" Target="../media/image236.png"/><Relationship Id="rId33" Type="http://schemas.openxmlformats.org/officeDocument/2006/relationships/image" Target="../media/image240.png"/><Relationship Id="rId38" Type="http://schemas.openxmlformats.org/officeDocument/2006/relationships/customXml" Target="../ink/ink238.xml"/><Relationship Id="rId46" Type="http://schemas.openxmlformats.org/officeDocument/2006/relationships/customXml" Target="../ink/ink242.xml"/><Relationship Id="rId59" Type="http://schemas.openxmlformats.org/officeDocument/2006/relationships/image" Target="../media/image253.png"/><Relationship Id="rId67" Type="http://schemas.openxmlformats.org/officeDocument/2006/relationships/image" Target="../media/image257.png"/><Relationship Id="rId20" Type="http://schemas.openxmlformats.org/officeDocument/2006/relationships/customXml" Target="../ink/ink229.xml"/><Relationship Id="rId41" Type="http://schemas.openxmlformats.org/officeDocument/2006/relationships/image" Target="../media/image244.png"/><Relationship Id="rId54" Type="http://schemas.openxmlformats.org/officeDocument/2006/relationships/customXml" Target="../ink/ink246.xml"/><Relationship Id="rId62" Type="http://schemas.openxmlformats.org/officeDocument/2006/relationships/customXml" Target="../ink/ink250.xml"/><Relationship Id="rId70" Type="http://schemas.openxmlformats.org/officeDocument/2006/relationships/customXml" Target="../ink/ink254.xml"/><Relationship Id="rId75" Type="http://schemas.openxmlformats.org/officeDocument/2006/relationships/image" Target="../media/image261.png"/><Relationship Id="rId83" Type="http://schemas.openxmlformats.org/officeDocument/2006/relationships/image" Target="../media/image265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22.xml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28" Type="http://schemas.openxmlformats.org/officeDocument/2006/relationships/customXml" Target="../ink/ink233.xml"/><Relationship Id="rId36" Type="http://schemas.openxmlformats.org/officeDocument/2006/relationships/customXml" Target="../ink/ink237.xml"/><Relationship Id="rId49" Type="http://schemas.openxmlformats.org/officeDocument/2006/relationships/image" Target="../media/image248.png"/><Relationship Id="rId57" Type="http://schemas.openxmlformats.org/officeDocument/2006/relationships/image" Target="../media/image252.png"/><Relationship Id="rId10" Type="http://schemas.openxmlformats.org/officeDocument/2006/relationships/customXml" Target="../ink/ink224.xml"/><Relationship Id="rId31" Type="http://schemas.openxmlformats.org/officeDocument/2006/relationships/image" Target="../media/image239.png"/><Relationship Id="rId44" Type="http://schemas.openxmlformats.org/officeDocument/2006/relationships/customXml" Target="../ink/ink241.xml"/><Relationship Id="rId52" Type="http://schemas.openxmlformats.org/officeDocument/2006/relationships/customXml" Target="../ink/ink245.xml"/><Relationship Id="rId60" Type="http://schemas.openxmlformats.org/officeDocument/2006/relationships/customXml" Target="../ink/ink249.xml"/><Relationship Id="rId65" Type="http://schemas.openxmlformats.org/officeDocument/2006/relationships/image" Target="../media/image256.png"/><Relationship Id="rId73" Type="http://schemas.openxmlformats.org/officeDocument/2006/relationships/image" Target="../media/image260.png"/><Relationship Id="rId78" Type="http://schemas.openxmlformats.org/officeDocument/2006/relationships/customXml" Target="../ink/ink258.xml"/><Relationship Id="rId81" Type="http://schemas.openxmlformats.org/officeDocument/2006/relationships/image" Target="../media/image264.png"/><Relationship Id="rId4" Type="http://schemas.openxmlformats.org/officeDocument/2006/relationships/customXml" Target="../ink/ink221.xml"/><Relationship Id="rId9" Type="http://schemas.openxmlformats.org/officeDocument/2006/relationships/image" Target="../media/image228.png"/><Relationship Id="rId13" Type="http://schemas.openxmlformats.org/officeDocument/2006/relationships/image" Target="../media/image230.png"/><Relationship Id="rId18" Type="http://schemas.openxmlformats.org/officeDocument/2006/relationships/customXml" Target="../ink/ink228.xml"/><Relationship Id="rId39" Type="http://schemas.openxmlformats.org/officeDocument/2006/relationships/image" Target="../media/image243.png"/><Relationship Id="rId34" Type="http://schemas.openxmlformats.org/officeDocument/2006/relationships/customXml" Target="../ink/ink236.xml"/><Relationship Id="rId50" Type="http://schemas.openxmlformats.org/officeDocument/2006/relationships/customXml" Target="../ink/ink244.xml"/><Relationship Id="rId55" Type="http://schemas.openxmlformats.org/officeDocument/2006/relationships/image" Target="../media/image251.png"/><Relationship Id="rId76" Type="http://schemas.openxmlformats.org/officeDocument/2006/relationships/customXml" Target="../ink/ink257.xml"/><Relationship Id="rId7" Type="http://schemas.openxmlformats.org/officeDocument/2006/relationships/image" Target="../media/image227.png"/><Relationship Id="rId71" Type="http://schemas.openxmlformats.org/officeDocument/2006/relationships/image" Target="../media/image259.png"/><Relationship Id="rId2" Type="http://schemas.openxmlformats.org/officeDocument/2006/relationships/customXml" Target="../ink/ink220.xml"/><Relationship Id="rId29" Type="http://schemas.openxmlformats.org/officeDocument/2006/relationships/image" Target="../media/image238.png"/><Relationship Id="rId24" Type="http://schemas.openxmlformats.org/officeDocument/2006/relationships/customXml" Target="../ink/ink231.xml"/><Relationship Id="rId40" Type="http://schemas.openxmlformats.org/officeDocument/2006/relationships/customXml" Target="../ink/ink239.xml"/><Relationship Id="rId45" Type="http://schemas.openxmlformats.org/officeDocument/2006/relationships/image" Target="../media/image246.png"/><Relationship Id="rId66" Type="http://schemas.openxmlformats.org/officeDocument/2006/relationships/customXml" Target="../ink/ink2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Instructor: Mohammad Hasan</a:t>
            </a:r>
          </a:p>
          <a:p>
            <a:r>
              <a:rPr lang="en-US" sz="1600"/>
              <a:t>Office: 13-240</a:t>
            </a:r>
          </a:p>
          <a:p>
            <a:r>
              <a:rPr lang="en-US" sz="1600"/>
              <a:t>08/26/26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/>
              <a:t>Supervised Learning and Linear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Review of types of machine learning</a:t>
            </a:r>
          </a:p>
          <a:p>
            <a:endParaRPr lang="en-US"/>
          </a:p>
          <a:p>
            <a:r>
              <a:rPr lang="en-US"/>
              <a:t>Hypotheses and Generalization</a:t>
            </a:r>
          </a:p>
          <a:p>
            <a:endParaRPr lang="en-US"/>
          </a:p>
          <a:p>
            <a:r>
              <a:rPr lang="en-US"/>
              <a:t>Linear Regression (single variable)</a:t>
            </a:r>
          </a:p>
          <a:p>
            <a:endParaRPr lang="en-US"/>
          </a:p>
          <a:p>
            <a:r>
              <a:rPr lang="en-US"/>
              <a:t>Linear Regression Generalization</a:t>
            </a: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8825-F96C-C0F1-1675-26E8F3D0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2AA462-716C-E060-1408-2BF8A3CE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289D7-9B98-90EC-E331-81B1858E6E3E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0E014-C92A-21B7-FAC4-0393E6B923EE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6D0DEF-07D6-2B15-40EA-B89432CD7810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8EEE4-E28F-98C9-AB08-C8E47E8B0BA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9F53A5-6522-0448-4003-F6A17BCE395A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3DA354E-64FB-07A7-F601-FC5905B8EA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CE7893F-E262-2527-1B29-843F5912ADC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91D1E02-9033-F021-4B67-CEF32473D0C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1341158" y="2236193"/>
            <a:ext cx="561080" cy="11006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1C0A3-5C23-65C7-B1B7-561C6148340C}"/>
              </a:ext>
            </a:extLst>
          </p:cNvPr>
          <p:cNvSpPr/>
          <p:nvPr/>
        </p:nvSpPr>
        <p:spPr>
          <a:xfrm>
            <a:off x="300087" y="306706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E3B0E-FD8E-BD03-F5C6-9857F002CDA1}"/>
              </a:ext>
            </a:extLst>
          </p:cNvPr>
          <p:cNvSpPr/>
          <p:nvPr/>
        </p:nvSpPr>
        <p:spPr>
          <a:xfrm>
            <a:off x="2745481" y="3067066"/>
            <a:ext cx="168111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Classification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1C24A70-880C-A63D-2095-57550CCFA3F9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16200000" flipH="1">
            <a:off x="2598494" y="2079522"/>
            <a:ext cx="561080" cy="141400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5807B2D-2120-EEEA-0339-23A060E61FB0}"/>
              </a:ext>
            </a:extLst>
          </p:cNvPr>
          <p:cNvSpPr/>
          <p:nvPr/>
        </p:nvSpPr>
        <p:spPr>
          <a:xfrm>
            <a:off x="0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number from a continuous space (example: temperature of a room)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D5B69-0285-DE77-D6F2-392214EFB0FF}"/>
              </a:ext>
            </a:extLst>
          </p:cNvPr>
          <p:cNvSpPr/>
          <p:nvPr/>
        </p:nvSpPr>
        <p:spPr>
          <a:xfrm>
            <a:off x="2265228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category or a number from a discrete set</a:t>
            </a:r>
          </a:p>
        </p:txBody>
      </p:sp>
    </p:spTree>
    <p:extLst>
      <p:ext uri="{BB962C8B-B14F-4D97-AF65-F5344CB8AC3E}">
        <p14:creationId xmlns:p14="http://schemas.microsoft.com/office/powerpoint/2010/main" val="147031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9" grpId="0" animBg="1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D534-ED4F-AB75-CAEF-CF602AB7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Supervised Learning Goal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E3A3D9E-5254-CD80-B56F-A4ADD08BEBD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/>
          <a:p>
            <a:r>
              <a:rPr lang="en-US"/>
              <a:t>Generalize knowledge based on provided examples to predict and generalize 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FD665BD-30C5-333B-B17B-27DE4F36E011}"/>
              </a:ext>
            </a:extLst>
          </p:cNvPr>
          <p:cNvGrpSpPr/>
          <p:nvPr/>
        </p:nvGrpSpPr>
        <p:grpSpPr>
          <a:xfrm>
            <a:off x="1524000" y="1989667"/>
            <a:ext cx="1178410" cy="429076"/>
            <a:chOff x="1524000" y="1989667"/>
            <a:chExt cx="1178410" cy="4290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26E7B3-4BEA-BD12-E3DB-0BFF0FC2D939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7C152-C618-E251-F0B2-1EB1EF3E3DEA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529C32-BAD0-37BC-67E9-4FFDFA21A1CD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39FCE6-53C6-8090-BF78-B0EC8C1EDB2D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17D592-CD33-AE19-D361-9A20357DE70F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EB5FAC-6515-FA7D-60DB-97134C9BE120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1AB0DB-8189-3081-A41A-6C0E28514ABC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31E29F-C7EC-186C-EA04-CE1285A8409E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5B942-59CD-DDC7-625D-B97A38659A0B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7BFF90-616A-C50F-2802-A17DACEE7623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CD162F-56F9-4174-ED98-BDEF44CEE976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92E941-CCCE-FC8F-8D23-16DF2C994161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0B1B1C-103D-85AD-EEC9-344BF0373126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089E790-6A0E-0646-3C18-721382A549A4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9DC3691-545D-B3FE-9508-7783162EB242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82DCF39-5C2D-B057-9644-384D75A0A44E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8F56259-A3D2-641F-B245-7E96E64BF936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987A0A2-859B-5ED9-DB7C-5141442E1E5E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B5BE9F-0F1F-5736-4E41-367B92640AD6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51D654-DFC5-9266-736C-605FBB97C930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F37F93-F336-7100-E039-69CADCCF77C0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52A213-0303-332B-7542-5971AF2EDEE8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204CB3E-0061-A89B-47B9-73FC4FFBBE42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C2D3D96-BDE7-41EF-4788-27684B026677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3BCD17F-6DE1-0C03-B546-4DBD62A5C6AC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A34D16-AE24-81CF-4B1E-C37CE776BB17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E32BFF-B92F-6789-1ED4-B9749D8622A3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A231D0-C436-FBEF-E3AB-9B6A04919EA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E3C10ED-3937-2AAB-0D44-5BDADBB28825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8445F8D-D1D7-8770-B142-1C37B7C3B272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D18A4FE-4641-341B-E364-08F61C6FA252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0DE0A28-9D87-4EF9-A338-09131F235C34}"/>
              </a:ext>
            </a:extLst>
          </p:cNvPr>
          <p:cNvGrpSpPr/>
          <p:nvPr/>
        </p:nvGrpSpPr>
        <p:grpSpPr>
          <a:xfrm>
            <a:off x="1524000" y="2518115"/>
            <a:ext cx="1178410" cy="1273736"/>
            <a:chOff x="1524000" y="2518115"/>
            <a:chExt cx="1178410" cy="12737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75B250-92F3-DC35-BF8E-A9BFFBEE8A3C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DEF4B2-D406-EEDA-9AB3-2DD0FD185ED1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D4D1D6-93F2-8240-30C3-57F9A317DEED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7422E0-BDB7-516E-8D2B-C6C07CBCEA70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6BFA7E-333E-C76E-695E-1511E469D26A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91BA0D-02DA-1B7F-6713-CE2D93FF7DFD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EE3ACE-3786-4637-ECE7-9E1B9429F736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26DAC2C-3ACC-72CE-9464-C0CCC39D0332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30CF39-09D1-E9BD-A0D7-2122482910A3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656220-13E8-8E5C-F233-B701A1870D82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A9C324-9117-8387-91CC-C7E3279462AE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A6F723-55BB-5629-9ACE-73083FFAA0E2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45BF6C-C00B-FA30-D2DE-5D6FDFFAA3F4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73185A-53B3-5474-0C5D-1AE2A20212FE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80610A0-98D6-29C7-5574-517134BFFDBB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96A4C8-9C20-2C2D-BF0B-1FE377A4901D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95667D6-9095-750A-F212-9A2CC803E7D6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770853-81C7-1F42-EA36-68ADCC41AA1B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9060B04-6C30-0064-CBE5-187DEC7859A1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3BF3D3-1AF0-7734-4598-A3A5C8732289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0AE7C60-2B90-FED8-BC14-D4B199551C98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D6246F-7004-CB16-8827-AF8569F0E782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1DFF07E-6A7C-EF1C-0C93-7A54927821A2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4424C2D-AFC0-0208-6AB6-E4DA6F0F6BFD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ED549A-F84C-CC6B-78DB-00B10B0DE814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018DDB2-E7BD-6288-7299-6BEBB134B53A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B4D73AD-F9C4-0649-375B-7742F1A23B2D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BD8AABE-11F7-7346-A438-E6191F02068F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D2C298E-6385-38A5-2B11-BDDB181C5C21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4D52C7-552F-E08A-FE19-6633D549344D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285BE8-1FE6-81C2-683B-B0891E103E40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CC7866-21F8-2241-32B1-A26CA21325E6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4A026-B93B-F204-50BE-B19D14DF2F2C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E9AE90-E939-9C81-09E5-2401402E1DE5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83028B-F018-6754-0F84-F1C843EB0924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E0A6DC6-74F7-46EA-0909-71805340DEAA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B0BD2B-2C0B-F01B-9D4D-C5E78EA41AF0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BD3F549-4B26-69A2-EAF3-09566E64E955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31D60EC-017F-160C-9CF3-4226CC5BF285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8E567C7-967F-088E-A321-292E40345C2D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6719181-9A39-7AF4-E06E-3D8F30A03165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DFEE5E-BFBC-8212-5213-9C54E085FB18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CC036A6-0C11-B4FC-F35A-6D020A317978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25CE734-7234-BD21-A927-85FE94F79530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A39940-F25D-83E9-4F76-19ED042611CF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9EE36BE-1777-711E-3C83-9F01E828D66B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5BD2553-4087-F9A9-A5F1-EE0A52FEA0EE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422F36-1483-5C20-4BC2-B3C78249DA81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0A1A6B0-1A6D-563B-FE55-E04C9769FB1B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1A729FC-65DC-223F-99BD-B27C114B86FB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D757423-5649-1E63-1A16-9543A7F9BAA9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70D877D-5683-7BDA-2C1B-351A3E4F43FF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F806AC0-CCCE-18CB-7DA0-26CB0300DEBE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72C82D1-BB5C-C926-FB18-06B4B5A62001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5CA2C8C-677A-DC78-2D3C-DBF699402673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6164104-8FE6-D0F9-13CE-341ED52FD572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325B32-071E-0D58-4C44-E9002A1B9E64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6C236CB-0A55-D8EE-3BD0-6C9AA4D1C43E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A286909-9631-2F7B-7CB6-F35C2E896EF5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86D818-BE37-27C3-F39F-B6DBC75C524D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496C4AA-92F2-9DEE-D211-45A7D496587A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0C2F48-A9AF-3F4A-F3F0-2FFE011A3877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9298984-8E84-C034-37D8-CDB2ADC41D3C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4DFD40B-8E6F-6AE9-C409-F6D7A889628C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99D2487-B96C-70FA-BD5F-77BCED1178D7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E311F78-7E35-1707-A985-93D244CA2C02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29BE137-108E-5B22-3F09-954262DCBC19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E2FE311-63CC-2DE8-8E11-67099073159F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5B3B8C1-82BA-17B6-B18C-B6F324A46AEE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4DFC458-63ED-2266-3C73-7718E873B2DF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41A6B1-D1FC-4B60-0CC3-39FDD988AE47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08DD667-5FE2-97A2-7A48-6631A30F7433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CDC70DD-7E73-B747-6D2F-5E726DFF1C2F}"/>
              </a:ext>
            </a:extLst>
          </p:cNvPr>
          <p:cNvGrpSpPr/>
          <p:nvPr/>
        </p:nvGrpSpPr>
        <p:grpSpPr>
          <a:xfrm>
            <a:off x="1524000" y="3791851"/>
            <a:ext cx="1178410" cy="321807"/>
            <a:chOff x="1524000" y="3791851"/>
            <a:chExt cx="1178410" cy="32180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BB254CC-1E34-AAEE-D574-98D5BCCA1D5A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A9317FB-B4EF-A6BF-C739-C536F8B386D6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4B99F05-DCFB-4C69-2108-657D50588A9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24275FD-7FF8-B384-A3EA-9830944F918B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8F8705E-E0F9-0CC5-AAC2-8286086BCAEA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7C9B853-D949-516D-E928-01A4D10C86F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5B51C5-5141-9DA2-5692-E8691CA1DB95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5D72A96-8B65-648F-E986-0B6C0076EE46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DF24BD7-C23F-E71B-7D7D-3B9B3D2B3E34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B375EC-BD58-C25F-886E-D2E7F4E74498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1797454-537D-D96B-C82F-E43006A36CAB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5E76FB9-D225-AA99-D4CC-3A6954631C17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EA500CA-D5B3-FE30-CDCA-D21ABD67E8F9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8D9BE7B-8695-0E7F-E9C6-BDF4959D295B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D97BFFA-DFA7-D69A-8111-B9A5D6B2DE00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ABC399F-863D-BB08-CDDD-7BB7A126DB8D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7BFB4AC-6264-CF94-C8C9-2B0931181AA6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2A4C918-0F4E-7B28-AEFC-2AE633796C4A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CBFE4679-E761-4685-0C5B-98E92F53920F}"/>
              </a:ext>
            </a:extLst>
          </p:cNvPr>
          <p:cNvSpPr txBox="1"/>
          <p:nvPr/>
        </p:nvSpPr>
        <p:spPr bwMode="auto">
          <a:xfrm>
            <a:off x="1333019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183681A-7C95-9BE5-0E9D-AF69831BE56E}"/>
              </a:ext>
            </a:extLst>
          </p:cNvPr>
          <p:cNvSpPr txBox="1"/>
          <p:nvPr/>
        </p:nvSpPr>
        <p:spPr bwMode="auto">
          <a:xfrm>
            <a:off x="2230487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FAB1DE8-AF3B-5880-51D8-0C1013687DDD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7D4D13E-3354-E66E-C476-A7953242A26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4469008-67A6-5210-2F3A-617761486306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47BB73B-B50C-6BA3-31D9-29F98815E189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60B73F2-CCCE-10A3-EAC4-67854BC26DEC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3783165-8A14-7E0C-E4FF-D57C2095E0EF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B53BF59-AB50-9D29-BD98-4C771A79100F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96E23EE-6F14-B3FE-F91A-5E861A0D56FD}"/>
              </a:ext>
            </a:extLst>
          </p:cNvPr>
          <p:cNvGrpSpPr/>
          <p:nvPr/>
        </p:nvGrpSpPr>
        <p:grpSpPr>
          <a:xfrm>
            <a:off x="1524000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9425A6A7-1DD4-A08D-06DE-FD42E80F4FF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B19FF9-83DC-3E34-D8C9-161729058B38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99DE813-0802-6ACF-875F-FC56B2E1803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E7FFA26-3194-FA35-8BBC-AC8270D1428C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4C88960-1B44-8A90-D8A6-6E392014CECC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D93BAA1-A005-9112-C398-BAA5ADB0DE0D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6FE7FD-7DCF-C0D6-FA09-365F81B0FEF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D55A6FF-28C5-D4DF-5A4E-E4FF4E9645BC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5E964BC-2A18-9882-DDC3-B9FFF891EAB8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EE58849-2A3A-FE13-763F-13A822AB5E5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C9E7AF2-4025-7618-456C-0BC708C367D4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12ACF18-D714-162E-558C-BE242519E89E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E36BAF2-0BFD-8AF1-D57E-B5343FB51433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D56A78F-3FD0-8434-3B6F-1CD91691EE6A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FE0DF61-EF4D-A76E-9764-95C39F26EDB5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DE6F414-A93E-90BC-EECF-BEECDDF4015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3DBFF0B-7C29-F8B4-A2E3-C94D799F0CC4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95DA417-AF9F-36F0-6E5C-02AF605F1EC7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F841412-6490-3168-D928-DEC104CF182E}"/>
              </a:ext>
            </a:extLst>
          </p:cNvPr>
          <p:cNvGrpSpPr/>
          <p:nvPr/>
        </p:nvGrpSpPr>
        <p:grpSpPr>
          <a:xfrm>
            <a:off x="4700839" y="1557867"/>
            <a:ext cx="1178410" cy="1700584"/>
            <a:chOff x="3710239" y="1964267"/>
            <a:chExt cx="1178410" cy="170058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C857DFB-B0D9-13B8-C278-A00AADD8F18F}"/>
                </a:ext>
              </a:extLst>
            </p:cNvPr>
            <p:cNvGrpSpPr/>
            <p:nvPr/>
          </p:nvGrpSpPr>
          <p:grpSpPr>
            <a:xfrm>
              <a:off x="3710239" y="1964267"/>
              <a:ext cx="1178410" cy="429076"/>
              <a:chOff x="1524000" y="1989667"/>
              <a:chExt cx="1178410" cy="429076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A12678A-88F5-D27E-0B2C-9AFC102B74A6}"/>
                  </a:ext>
                </a:extLst>
              </p:cNvPr>
              <p:cNvSpPr/>
              <p:nvPr/>
            </p:nvSpPr>
            <p:spPr>
              <a:xfrm flipH="1" flipV="1">
                <a:off x="1524000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F5851B3E-3B86-C078-39B6-2AF735F5F9E7}"/>
                  </a:ext>
                </a:extLst>
              </p:cNvPr>
              <p:cNvSpPr/>
              <p:nvPr/>
            </p:nvSpPr>
            <p:spPr>
              <a:xfrm flipH="1" flipV="1">
                <a:off x="1661969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45148D6-EAA3-281A-0BDE-550F6657BDD0}"/>
                  </a:ext>
                </a:extLst>
              </p:cNvPr>
              <p:cNvSpPr/>
              <p:nvPr/>
            </p:nvSpPr>
            <p:spPr>
              <a:xfrm flipH="1" flipV="1">
                <a:off x="1799938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BF729DF-D69D-9648-319B-239ADC6B9B70}"/>
                  </a:ext>
                </a:extLst>
              </p:cNvPr>
              <p:cNvSpPr/>
              <p:nvPr/>
            </p:nvSpPr>
            <p:spPr>
              <a:xfrm flipH="1" flipV="1">
                <a:off x="1937907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8D86652-1B63-5899-72B4-236598A49AA5}"/>
                  </a:ext>
                </a:extLst>
              </p:cNvPr>
              <p:cNvSpPr/>
              <p:nvPr/>
            </p:nvSpPr>
            <p:spPr>
              <a:xfrm flipH="1" flipV="1">
                <a:off x="1524000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4F67ACB-F325-83D3-F141-268E48A4A3DD}"/>
                  </a:ext>
                </a:extLst>
              </p:cNvPr>
              <p:cNvSpPr/>
              <p:nvPr/>
            </p:nvSpPr>
            <p:spPr>
              <a:xfrm flipH="1" flipV="1">
                <a:off x="1661969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3F9583A6-201D-32B5-BEFF-9203DE622855}"/>
                  </a:ext>
                </a:extLst>
              </p:cNvPr>
              <p:cNvSpPr/>
              <p:nvPr/>
            </p:nvSpPr>
            <p:spPr>
              <a:xfrm flipH="1" flipV="1">
                <a:off x="1799938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8C48790-60F6-295E-BC07-2CD7DFF4F090}"/>
                  </a:ext>
                </a:extLst>
              </p:cNvPr>
              <p:cNvSpPr/>
              <p:nvPr/>
            </p:nvSpPr>
            <p:spPr>
              <a:xfrm flipH="1" flipV="1">
                <a:off x="1937907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00D186E-2DE6-9AB7-F936-889545F07109}"/>
                  </a:ext>
                </a:extLst>
              </p:cNvPr>
              <p:cNvSpPr/>
              <p:nvPr/>
            </p:nvSpPr>
            <p:spPr>
              <a:xfrm flipH="1" flipV="1">
                <a:off x="1524000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BC70376-6928-195B-3815-0ABA122B21EB}"/>
                  </a:ext>
                </a:extLst>
              </p:cNvPr>
              <p:cNvSpPr/>
              <p:nvPr/>
            </p:nvSpPr>
            <p:spPr>
              <a:xfrm flipH="1" flipV="1">
                <a:off x="1661969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C6028B0E-83CC-C2BD-88D2-A634AF5080D2}"/>
                  </a:ext>
                </a:extLst>
              </p:cNvPr>
              <p:cNvSpPr/>
              <p:nvPr/>
            </p:nvSpPr>
            <p:spPr>
              <a:xfrm flipH="1" flipV="1">
                <a:off x="1799938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18BD6889-6963-06DB-531A-387D24CF16FB}"/>
                  </a:ext>
                </a:extLst>
              </p:cNvPr>
              <p:cNvSpPr/>
              <p:nvPr/>
            </p:nvSpPr>
            <p:spPr>
              <a:xfrm flipH="1" flipV="1">
                <a:off x="1937907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3827612D-062D-4672-466F-241EB41B5358}"/>
                  </a:ext>
                </a:extLst>
              </p:cNvPr>
              <p:cNvSpPr/>
              <p:nvPr/>
            </p:nvSpPr>
            <p:spPr>
              <a:xfrm flipH="1" flipV="1">
                <a:off x="2426472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571E5ACA-9343-2CCE-1A64-BB4016472C4C}"/>
                  </a:ext>
                </a:extLst>
              </p:cNvPr>
              <p:cNvSpPr/>
              <p:nvPr/>
            </p:nvSpPr>
            <p:spPr>
              <a:xfrm flipH="1" flipV="1">
                <a:off x="2564441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25DF0263-632C-AD9B-E558-C6C14BC05209}"/>
                  </a:ext>
                </a:extLst>
              </p:cNvPr>
              <p:cNvSpPr/>
              <p:nvPr/>
            </p:nvSpPr>
            <p:spPr>
              <a:xfrm flipH="1" flipV="1">
                <a:off x="2426472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22306D9-8DA5-1FBC-8729-5F43AAFA551B}"/>
                  </a:ext>
                </a:extLst>
              </p:cNvPr>
              <p:cNvSpPr/>
              <p:nvPr/>
            </p:nvSpPr>
            <p:spPr>
              <a:xfrm flipH="1" flipV="1">
                <a:off x="2564441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0E0716-BE36-64EA-393C-C75456495D3B}"/>
                  </a:ext>
                </a:extLst>
              </p:cNvPr>
              <p:cNvSpPr/>
              <p:nvPr/>
            </p:nvSpPr>
            <p:spPr>
              <a:xfrm flipH="1" flipV="1">
                <a:off x="2426472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327C9880-2436-68C0-D994-B22D6D2AB6D3}"/>
                  </a:ext>
                </a:extLst>
              </p:cNvPr>
              <p:cNvSpPr/>
              <p:nvPr/>
            </p:nvSpPr>
            <p:spPr>
              <a:xfrm flipH="1" flipV="1">
                <a:off x="2564441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E837E28-6233-E6E1-F7C3-FC637FE8BD2B}"/>
                  </a:ext>
                </a:extLst>
              </p:cNvPr>
              <p:cNvSpPr/>
              <p:nvPr/>
            </p:nvSpPr>
            <p:spPr>
              <a:xfrm flipH="1" flipV="1">
                <a:off x="1524000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3F904CFE-3E2C-4F83-4B4E-3C2195AA18AF}"/>
                  </a:ext>
                </a:extLst>
              </p:cNvPr>
              <p:cNvSpPr/>
              <p:nvPr/>
            </p:nvSpPr>
            <p:spPr>
              <a:xfrm flipH="1" flipV="1">
                <a:off x="1661969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DB9674C-EDC3-D449-D449-A0A065648523}"/>
                  </a:ext>
                </a:extLst>
              </p:cNvPr>
              <p:cNvSpPr/>
              <p:nvPr/>
            </p:nvSpPr>
            <p:spPr>
              <a:xfrm flipH="1" flipV="1">
                <a:off x="1799938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D71BB3A5-3173-A159-69BA-F189588A209E}"/>
                  </a:ext>
                </a:extLst>
              </p:cNvPr>
              <p:cNvSpPr/>
              <p:nvPr/>
            </p:nvSpPr>
            <p:spPr>
              <a:xfrm flipH="1" flipV="1">
                <a:off x="1937907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36CD294-B65F-D4A7-A342-C2FD2DA764D9}"/>
                  </a:ext>
                </a:extLst>
              </p:cNvPr>
              <p:cNvSpPr/>
              <p:nvPr/>
            </p:nvSpPr>
            <p:spPr>
              <a:xfrm flipH="1" flipV="1">
                <a:off x="2426472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86FFCBD-7339-C6A8-6955-BD4F4D98D8AB}"/>
                  </a:ext>
                </a:extLst>
              </p:cNvPr>
              <p:cNvSpPr/>
              <p:nvPr/>
            </p:nvSpPr>
            <p:spPr>
              <a:xfrm flipH="1" flipV="1">
                <a:off x="2564441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04F7F6CA-A17E-3D38-DD91-4AA0C9A08CC0}"/>
                </a:ext>
              </a:extLst>
            </p:cNvPr>
            <p:cNvGrpSpPr/>
            <p:nvPr/>
          </p:nvGrpSpPr>
          <p:grpSpPr>
            <a:xfrm>
              <a:off x="3710239" y="2391115"/>
              <a:ext cx="1178410" cy="1273736"/>
              <a:chOff x="1524000" y="2518115"/>
              <a:chExt cx="1178410" cy="1273736"/>
            </a:xfrm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77F0348-2953-1448-89D0-11F56F363F3A}"/>
                  </a:ext>
                </a:extLst>
              </p:cNvPr>
              <p:cNvSpPr/>
              <p:nvPr/>
            </p:nvSpPr>
            <p:spPr>
              <a:xfrm flipH="1" flipV="1">
                <a:off x="1524000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6D830AA-5B0D-34AC-7380-1D99A5777654}"/>
                  </a:ext>
                </a:extLst>
              </p:cNvPr>
              <p:cNvSpPr/>
              <p:nvPr/>
            </p:nvSpPr>
            <p:spPr>
              <a:xfrm flipH="1" flipV="1">
                <a:off x="1661969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559A899-6E9F-151E-E411-259A5FF428CF}"/>
                  </a:ext>
                </a:extLst>
              </p:cNvPr>
              <p:cNvSpPr/>
              <p:nvPr/>
            </p:nvSpPr>
            <p:spPr>
              <a:xfrm flipH="1" flipV="1">
                <a:off x="1799938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156AC934-7843-52AA-B1F2-F3A262D8B633}"/>
                  </a:ext>
                </a:extLst>
              </p:cNvPr>
              <p:cNvSpPr/>
              <p:nvPr/>
            </p:nvSpPr>
            <p:spPr>
              <a:xfrm flipH="1" flipV="1">
                <a:off x="1937907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72C7136-E707-042C-1FB4-DEFC1DB4FEFD}"/>
                  </a:ext>
                </a:extLst>
              </p:cNvPr>
              <p:cNvSpPr/>
              <p:nvPr/>
            </p:nvSpPr>
            <p:spPr>
              <a:xfrm flipH="1" flipV="1">
                <a:off x="1524000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6907B64-0A31-AC2F-6A13-2948E9C02D8F}"/>
                  </a:ext>
                </a:extLst>
              </p:cNvPr>
              <p:cNvSpPr/>
              <p:nvPr/>
            </p:nvSpPr>
            <p:spPr>
              <a:xfrm flipH="1" flipV="1">
                <a:off x="1661969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2C6AA6F-4E18-7C3A-3CCD-04726DD46695}"/>
                  </a:ext>
                </a:extLst>
              </p:cNvPr>
              <p:cNvSpPr/>
              <p:nvPr/>
            </p:nvSpPr>
            <p:spPr>
              <a:xfrm flipH="1" flipV="1">
                <a:off x="1799938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00F703A-E57E-2682-D8BD-6F769C49F3ED}"/>
                  </a:ext>
                </a:extLst>
              </p:cNvPr>
              <p:cNvSpPr/>
              <p:nvPr/>
            </p:nvSpPr>
            <p:spPr>
              <a:xfrm flipH="1" flipV="1">
                <a:off x="1937907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9BEECB0-7C19-031C-21AC-8DA85ED4D165}"/>
                  </a:ext>
                </a:extLst>
              </p:cNvPr>
              <p:cNvSpPr/>
              <p:nvPr/>
            </p:nvSpPr>
            <p:spPr>
              <a:xfrm flipH="1" flipV="1">
                <a:off x="1524000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577640FE-9CEA-675D-8340-4557A681EE8D}"/>
                  </a:ext>
                </a:extLst>
              </p:cNvPr>
              <p:cNvSpPr/>
              <p:nvPr/>
            </p:nvSpPr>
            <p:spPr>
              <a:xfrm flipH="1" flipV="1">
                <a:off x="1661969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A673533A-C1A3-5FAB-87FE-6ECDE943F66F}"/>
                  </a:ext>
                </a:extLst>
              </p:cNvPr>
              <p:cNvSpPr/>
              <p:nvPr/>
            </p:nvSpPr>
            <p:spPr>
              <a:xfrm flipH="1" flipV="1">
                <a:off x="1799938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1767DCE-9B6D-8D85-8143-2C3E658172DF}"/>
                  </a:ext>
                </a:extLst>
              </p:cNvPr>
              <p:cNvSpPr/>
              <p:nvPr/>
            </p:nvSpPr>
            <p:spPr>
              <a:xfrm flipH="1" flipV="1">
                <a:off x="1937907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6CCE947C-DD2B-7F59-41A9-6EE82054FCBC}"/>
                  </a:ext>
                </a:extLst>
              </p:cNvPr>
              <p:cNvSpPr/>
              <p:nvPr/>
            </p:nvSpPr>
            <p:spPr>
              <a:xfrm flipH="1" flipV="1">
                <a:off x="1524000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8BBBC11-5D71-3C26-B893-9AA1FAC64734}"/>
                  </a:ext>
                </a:extLst>
              </p:cNvPr>
              <p:cNvSpPr/>
              <p:nvPr/>
            </p:nvSpPr>
            <p:spPr>
              <a:xfrm flipH="1" flipV="1">
                <a:off x="1661969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43A125BA-B4AE-59C9-03F2-EC823166A304}"/>
                  </a:ext>
                </a:extLst>
              </p:cNvPr>
              <p:cNvSpPr/>
              <p:nvPr/>
            </p:nvSpPr>
            <p:spPr>
              <a:xfrm flipH="1" flipV="1">
                <a:off x="1799938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2476A53B-CB49-A36D-3BE1-046B48860A7F}"/>
                  </a:ext>
                </a:extLst>
              </p:cNvPr>
              <p:cNvSpPr/>
              <p:nvPr/>
            </p:nvSpPr>
            <p:spPr>
              <a:xfrm flipH="1" flipV="1">
                <a:off x="1937907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A449B0B-0E20-81F8-7A88-C3885F6DFECC}"/>
                  </a:ext>
                </a:extLst>
              </p:cNvPr>
              <p:cNvSpPr/>
              <p:nvPr/>
            </p:nvSpPr>
            <p:spPr>
              <a:xfrm flipH="1" flipV="1">
                <a:off x="1524000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067FAFD-A0DA-1E03-C16D-5D8DEE94CAF9}"/>
                  </a:ext>
                </a:extLst>
              </p:cNvPr>
              <p:cNvSpPr/>
              <p:nvPr/>
            </p:nvSpPr>
            <p:spPr>
              <a:xfrm flipH="1" flipV="1">
                <a:off x="1661969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6FBCC0B1-4811-26A7-0206-B08F314858D8}"/>
                  </a:ext>
                </a:extLst>
              </p:cNvPr>
              <p:cNvSpPr/>
              <p:nvPr/>
            </p:nvSpPr>
            <p:spPr>
              <a:xfrm flipH="1" flipV="1">
                <a:off x="1799938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6D05BDB0-73B8-9441-2E56-CDA83834CE20}"/>
                  </a:ext>
                </a:extLst>
              </p:cNvPr>
              <p:cNvSpPr/>
              <p:nvPr/>
            </p:nvSpPr>
            <p:spPr>
              <a:xfrm flipH="1" flipV="1">
                <a:off x="1937907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ED1C792-922A-CA0F-5204-0B992C0D838B}"/>
                  </a:ext>
                </a:extLst>
              </p:cNvPr>
              <p:cNvSpPr/>
              <p:nvPr/>
            </p:nvSpPr>
            <p:spPr>
              <a:xfrm flipH="1" flipV="1">
                <a:off x="1524000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A63171C-FFFE-AE45-675C-31C4A44593E0}"/>
                  </a:ext>
                </a:extLst>
              </p:cNvPr>
              <p:cNvSpPr/>
              <p:nvPr/>
            </p:nvSpPr>
            <p:spPr>
              <a:xfrm flipH="1" flipV="1">
                <a:off x="1661969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8292E2C-CF34-F7A8-B366-886055773187}"/>
                  </a:ext>
                </a:extLst>
              </p:cNvPr>
              <p:cNvSpPr/>
              <p:nvPr/>
            </p:nvSpPr>
            <p:spPr>
              <a:xfrm flipH="1" flipV="1">
                <a:off x="1799938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9D8E2B1D-48E9-C7FD-5495-3CC443A5DFAD}"/>
                  </a:ext>
                </a:extLst>
              </p:cNvPr>
              <p:cNvSpPr/>
              <p:nvPr/>
            </p:nvSpPr>
            <p:spPr>
              <a:xfrm flipH="1" flipV="1">
                <a:off x="1937907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3386FA0-54B5-BAE7-7011-6E89A2D020A8}"/>
                  </a:ext>
                </a:extLst>
              </p:cNvPr>
              <p:cNvSpPr/>
              <p:nvPr/>
            </p:nvSpPr>
            <p:spPr>
              <a:xfrm flipH="1" flipV="1">
                <a:off x="1524000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9CF2511F-AF23-353F-6A30-3187947CFE1A}"/>
                  </a:ext>
                </a:extLst>
              </p:cNvPr>
              <p:cNvSpPr/>
              <p:nvPr/>
            </p:nvSpPr>
            <p:spPr>
              <a:xfrm flipH="1" flipV="1">
                <a:off x="1661969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E394262-2E88-A0B9-136B-62D2E7BC2E6B}"/>
                  </a:ext>
                </a:extLst>
              </p:cNvPr>
              <p:cNvSpPr/>
              <p:nvPr/>
            </p:nvSpPr>
            <p:spPr>
              <a:xfrm flipH="1" flipV="1">
                <a:off x="1799938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F38BAFBC-83CA-EABB-1B67-861690C800E9}"/>
                  </a:ext>
                </a:extLst>
              </p:cNvPr>
              <p:cNvSpPr/>
              <p:nvPr/>
            </p:nvSpPr>
            <p:spPr>
              <a:xfrm flipH="1" flipV="1">
                <a:off x="1937907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1FE00A33-7B25-1D86-DC63-1E96E889F187}"/>
                  </a:ext>
                </a:extLst>
              </p:cNvPr>
              <p:cNvSpPr/>
              <p:nvPr/>
            </p:nvSpPr>
            <p:spPr>
              <a:xfrm flipH="1" flipV="1">
                <a:off x="1524000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18EE56F-5D5A-14E7-A5F6-550A009BA8FB}"/>
                  </a:ext>
                </a:extLst>
              </p:cNvPr>
              <p:cNvSpPr/>
              <p:nvPr/>
            </p:nvSpPr>
            <p:spPr>
              <a:xfrm flipH="1" flipV="1">
                <a:off x="1661969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1F261D9-D2D3-8B44-1314-3DF9C7C9DA35}"/>
                  </a:ext>
                </a:extLst>
              </p:cNvPr>
              <p:cNvSpPr/>
              <p:nvPr/>
            </p:nvSpPr>
            <p:spPr>
              <a:xfrm flipH="1" flipV="1">
                <a:off x="1799938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9E77B983-3831-A755-1E9A-882C479D65A2}"/>
                  </a:ext>
                </a:extLst>
              </p:cNvPr>
              <p:cNvSpPr/>
              <p:nvPr/>
            </p:nvSpPr>
            <p:spPr>
              <a:xfrm flipH="1" flipV="1">
                <a:off x="1937907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B5498712-1C65-B5A9-73FD-6FAFCA473221}"/>
                  </a:ext>
                </a:extLst>
              </p:cNvPr>
              <p:cNvSpPr/>
              <p:nvPr/>
            </p:nvSpPr>
            <p:spPr>
              <a:xfrm flipH="1" flipV="1">
                <a:off x="1524000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597E0632-9A7A-BC93-27DD-C190776D0C82}"/>
                  </a:ext>
                </a:extLst>
              </p:cNvPr>
              <p:cNvSpPr/>
              <p:nvPr/>
            </p:nvSpPr>
            <p:spPr>
              <a:xfrm flipH="1" flipV="1">
                <a:off x="1661969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01BF4310-E88D-28CC-C8E3-4E3F3FB84BB8}"/>
                  </a:ext>
                </a:extLst>
              </p:cNvPr>
              <p:cNvSpPr/>
              <p:nvPr/>
            </p:nvSpPr>
            <p:spPr>
              <a:xfrm flipH="1" flipV="1">
                <a:off x="1799938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81BA851-DA71-9824-3366-9028E24D8100}"/>
                  </a:ext>
                </a:extLst>
              </p:cNvPr>
              <p:cNvSpPr/>
              <p:nvPr/>
            </p:nvSpPr>
            <p:spPr>
              <a:xfrm flipH="1" flipV="1">
                <a:off x="1937907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1A14F2D7-5265-E9E7-55F1-E1C2A6B441A9}"/>
                  </a:ext>
                </a:extLst>
              </p:cNvPr>
              <p:cNvSpPr/>
              <p:nvPr/>
            </p:nvSpPr>
            <p:spPr>
              <a:xfrm flipH="1" flipV="1">
                <a:off x="1524000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8ECD522-7353-914E-8263-6C2B5A8CA0E1}"/>
                  </a:ext>
                </a:extLst>
              </p:cNvPr>
              <p:cNvSpPr/>
              <p:nvPr/>
            </p:nvSpPr>
            <p:spPr>
              <a:xfrm flipH="1" flipV="1">
                <a:off x="1661969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C5908EF4-6BA3-ACCF-B1A9-A5F961195809}"/>
                  </a:ext>
                </a:extLst>
              </p:cNvPr>
              <p:cNvSpPr/>
              <p:nvPr/>
            </p:nvSpPr>
            <p:spPr>
              <a:xfrm flipH="1" flipV="1">
                <a:off x="1799938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38995E4-EA06-E7A8-B760-3A658C3275CD}"/>
                  </a:ext>
                </a:extLst>
              </p:cNvPr>
              <p:cNvSpPr/>
              <p:nvPr/>
            </p:nvSpPr>
            <p:spPr>
              <a:xfrm flipH="1" flipV="1">
                <a:off x="1937907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4A994A42-3FD4-57DA-161F-2F71E4284C74}"/>
                  </a:ext>
                </a:extLst>
              </p:cNvPr>
              <p:cNvSpPr/>
              <p:nvPr/>
            </p:nvSpPr>
            <p:spPr>
              <a:xfrm flipH="1" flipV="1">
                <a:off x="1524000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5B85037E-ECBB-71A1-B62D-C94635746DBB}"/>
                  </a:ext>
                </a:extLst>
              </p:cNvPr>
              <p:cNvSpPr/>
              <p:nvPr/>
            </p:nvSpPr>
            <p:spPr>
              <a:xfrm flipH="1" flipV="1">
                <a:off x="1661969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3AE52E36-C3CD-B762-6E07-94CA73E42C1D}"/>
                  </a:ext>
                </a:extLst>
              </p:cNvPr>
              <p:cNvSpPr/>
              <p:nvPr/>
            </p:nvSpPr>
            <p:spPr>
              <a:xfrm flipH="1" flipV="1">
                <a:off x="1799938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80B4893-DDB3-BB74-B10A-82A20D1D728F}"/>
                  </a:ext>
                </a:extLst>
              </p:cNvPr>
              <p:cNvSpPr/>
              <p:nvPr/>
            </p:nvSpPr>
            <p:spPr>
              <a:xfrm flipH="1" flipV="1">
                <a:off x="1937907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05385B9-FB30-A3BC-ADF0-A96B9A796E24}"/>
                  </a:ext>
                </a:extLst>
              </p:cNvPr>
              <p:cNvSpPr/>
              <p:nvPr/>
            </p:nvSpPr>
            <p:spPr>
              <a:xfrm flipH="1" flipV="1">
                <a:off x="1524000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33C6E23-E919-8637-E27C-39F160604BBC}"/>
                  </a:ext>
                </a:extLst>
              </p:cNvPr>
              <p:cNvSpPr/>
              <p:nvPr/>
            </p:nvSpPr>
            <p:spPr>
              <a:xfrm flipH="1" flipV="1">
                <a:off x="1661969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87E60D78-6EED-EE21-32B2-D372C1DD40A5}"/>
                  </a:ext>
                </a:extLst>
              </p:cNvPr>
              <p:cNvSpPr/>
              <p:nvPr/>
            </p:nvSpPr>
            <p:spPr>
              <a:xfrm flipH="1" flipV="1">
                <a:off x="1799938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BD1F427-EE85-34D3-C6EE-895E8A30BDCD}"/>
                  </a:ext>
                </a:extLst>
              </p:cNvPr>
              <p:cNvSpPr/>
              <p:nvPr/>
            </p:nvSpPr>
            <p:spPr>
              <a:xfrm flipH="1" flipV="1">
                <a:off x="1937907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7F1A7BD-3E63-64BA-04D3-E57C89159281}"/>
                  </a:ext>
                </a:extLst>
              </p:cNvPr>
              <p:cNvSpPr/>
              <p:nvPr/>
            </p:nvSpPr>
            <p:spPr>
              <a:xfrm flipH="1" flipV="1">
                <a:off x="2426472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E0465DA-2B6E-D216-43A1-4AC59FB4F804}"/>
                  </a:ext>
                </a:extLst>
              </p:cNvPr>
              <p:cNvSpPr/>
              <p:nvPr/>
            </p:nvSpPr>
            <p:spPr>
              <a:xfrm flipH="1" flipV="1">
                <a:off x="2564441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0728AE9B-89A1-3331-108E-4FCE09FF6E92}"/>
                  </a:ext>
                </a:extLst>
              </p:cNvPr>
              <p:cNvSpPr/>
              <p:nvPr/>
            </p:nvSpPr>
            <p:spPr>
              <a:xfrm flipH="1" flipV="1">
                <a:off x="2426472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1DE01518-EEEE-1165-A610-DAAD3286CFD9}"/>
                  </a:ext>
                </a:extLst>
              </p:cNvPr>
              <p:cNvSpPr/>
              <p:nvPr/>
            </p:nvSpPr>
            <p:spPr>
              <a:xfrm flipH="1" flipV="1">
                <a:off x="2564441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E8733A37-A413-CE7D-2CA3-92B1073BD33A}"/>
                  </a:ext>
                </a:extLst>
              </p:cNvPr>
              <p:cNvSpPr/>
              <p:nvPr/>
            </p:nvSpPr>
            <p:spPr>
              <a:xfrm flipH="1" flipV="1">
                <a:off x="2426472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D1321442-43AA-0B05-D164-BC8E0403AFBA}"/>
                  </a:ext>
                </a:extLst>
              </p:cNvPr>
              <p:cNvSpPr/>
              <p:nvPr/>
            </p:nvSpPr>
            <p:spPr>
              <a:xfrm flipH="1" flipV="1">
                <a:off x="2564441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A20DCD20-0459-2C3B-8B1E-B7FDDC756E8C}"/>
                  </a:ext>
                </a:extLst>
              </p:cNvPr>
              <p:cNvSpPr/>
              <p:nvPr/>
            </p:nvSpPr>
            <p:spPr>
              <a:xfrm flipH="1" flipV="1">
                <a:off x="2426472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45A852CD-62DB-C3C6-D2A3-CE4DD7E069B7}"/>
                  </a:ext>
                </a:extLst>
              </p:cNvPr>
              <p:cNvSpPr/>
              <p:nvPr/>
            </p:nvSpPr>
            <p:spPr>
              <a:xfrm flipH="1" flipV="1">
                <a:off x="2564441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9A332248-EE0F-A102-F3A7-4625C5903CDC}"/>
                  </a:ext>
                </a:extLst>
              </p:cNvPr>
              <p:cNvSpPr/>
              <p:nvPr/>
            </p:nvSpPr>
            <p:spPr>
              <a:xfrm flipH="1" flipV="1">
                <a:off x="2426472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6F2C6226-AEA9-10B8-10AF-BD69A7897019}"/>
                  </a:ext>
                </a:extLst>
              </p:cNvPr>
              <p:cNvSpPr/>
              <p:nvPr/>
            </p:nvSpPr>
            <p:spPr>
              <a:xfrm flipH="1" flipV="1">
                <a:off x="2564441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E052FBD-0F20-E363-709E-DB1C0A96F000}"/>
                  </a:ext>
                </a:extLst>
              </p:cNvPr>
              <p:cNvSpPr/>
              <p:nvPr/>
            </p:nvSpPr>
            <p:spPr>
              <a:xfrm flipH="1" flipV="1">
                <a:off x="2426472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D20FFD5-DB4D-2D71-CAC2-93AF5C8203E2}"/>
                  </a:ext>
                </a:extLst>
              </p:cNvPr>
              <p:cNvSpPr/>
              <p:nvPr/>
            </p:nvSpPr>
            <p:spPr>
              <a:xfrm flipH="1" flipV="1">
                <a:off x="2564441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5B09CC39-8038-49A1-1EED-DAFA518F4CB1}"/>
                  </a:ext>
                </a:extLst>
              </p:cNvPr>
              <p:cNvSpPr/>
              <p:nvPr/>
            </p:nvSpPr>
            <p:spPr>
              <a:xfrm flipH="1" flipV="1">
                <a:off x="2426472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EB727B0-4E2F-9557-689A-FB33D3AE738D}"/>
                  </a:ext>
                </a:extLst>
              </p:cNvPr>
              <p:cNvSpPr/>
              <p:nvPr/>
            </p:nvSpPr>
            <p:spPr>
              <a:xfrm flipH="1" flipV="1">
                <a:off x="2564441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EA6D8C72-A719-68CB-5012-237E7C739B27}"/>
                  </a:ext>
                </a:extLst>
              </p:cNvPr>
              <p:cNvSpPr/>
              <p:nvPr/>
            </p:nvSpPr>
            <p:spPr>
              <a:xfrm flipH="1" flipV="1">
                <a:off x="2426472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FC94ECFD-337D-2746-51D9-2B4D50381BF9}"/>
                  </a:ext>
                </a:extLst>
              </p:cNvPr>
              <p:cNvSpPr/>
              <p:nvPr/>
            </p:nvSpPr>
            <p:spPr>
              <a:xfrm flipH="1" flipV="1">
                <a:off x="2564441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4C5769BC-47D3-71E4-BBAE-B58369418B6F}"/>
                  </a:ext>
                </a:extLst>
              </p:cNvPr>
              <p:cNvSpPr/>
              <p:nvPr/>
            </p:nvSpPr>
            <p:spPr>
              <a:xfrm flipH="1" flipV="1">
                <a:off x="2426472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0CFF1100-D13C-38BB-A44B-F331416FFFF5}"/>
                  </a:ext>
                </a:extLst>
              </p:cNvPr>
              <p:cNvSpPr/>
              <p:nvPr/>
            </p:nvSpPr>
            <p:spPr>
              <a:xfrm flipH="1" flipV="1">
                <a:off x="2564441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3F07FC20-ED70-79E8-BAC5-FB71126F1512}"/>
                  </a:ext>
                </a:extLst>
              </p:cNvPr>
              <p:cNvSpPr/>
              <p:nvPr/>
            </p:nvSpPr>
            <p:spPr>
              <a:xfrm flipH="1" flipV="1">
                <a:off x="2426472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E1458BB-7394-51F0-66D1-A1228140E92F}"/>
                  </a:ext>
                </a:extLst>
              </p:cNvPr>
              <p:cNvSpPr/>
              <p:nvPr/>
            </p:nvSpPr>
            <p:spPr>
              <a:xfrm flipH="1" flipV="1">
                <a:off x="2564441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08A95374-3AA0-E2AF-1E6E-888DC34356AF}"/>
                  </a:ext>
                </a:extLst>
              </p:cNvPr>
              <p:cNvSpPr/>
              <p:nvPr/>
            </p:nvSpPr>
            <p:spPr>
              <a:xfrm flipH="1" flipV="1">
                <a:off x="2426472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BCA8D68-6620-4B64-702E-C5AFDBF72423}"/>
                  </a:ext>
                </a:extLst>
              </p:cNvPr>
              <p:cNvSpPr/>
              <p:nvPr/>
            </p:nvSpPr>
            <p:spPr>
              <a:xfrm flipH="1" flipV="1">
                <a:off x="2564441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12C66B7C-9A02-4677-8DA1-EF2B34547080}"/>
                  </a:ext>
                </a:extLst>
              </p:cNvPr>
              <p:cNvSpPr/>
              <p:nvPr/>
            </p:nvSpPr>
            <p:spPr>
              <a:xfrm flipH="1" flipV="1">
                <a:off x="2426472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826863A6-16DF-0F0B-492D-56E973BF866A}"/>
                  </a:ext>
                </a:extLst>
              </p:cNvPr>
              <p:cNvSpPr/>
              <p:nvPr/>
            </p:nvSpPr>
            <p:spPr>
              <a:xfrm flipH="1" flipV="1">
                <a:off x="2564441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D4CE387-7E43-9E6F-226E-1581A862DAE4}"/>
              </a:ext>
            </a:extLst>
          </p:cNvPr>
          <p:cNvGrpSpPr/>
          <p:nvPr/>
        </p:nvGrpSpPr>
        <p:grpSpPr>
          <a:xfrm>
            <a:off x="4703750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AADF4C5-17FF-B9B7-6A60-81058101A9E4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AE160CB-0D11-4735-EF46-2CBB6445BB6E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81DB1FC-8D4B-15F3-92E0-F9D6909B6AD6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5BEABAC-5C78-24FB-4A75-CDBC809B9A62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599B65DB-42F2-8B7B-3EA3-8B6C877AA247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4EAE704-5E56-D489-DDC7-75B0CC5E35A9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004DA43-9817-AE2F-0BCC-1BB20B5BD3BE}"/>
              </a:ext>
            </a:extLst>
          </p:cNvPr>
          <p:cNvGrpSpPr/>
          <p:nvPr/>
        </p:nvGrpSpPr>
        <p:grpSpPr>
          <a:xfrm>
            <a:off x="4703750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4AFDFF56-9B77-9111-E64E-F984272C784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AFE4B27-EDFC-C188-B238-89F1E58C4437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9C41A9C0-C06D-D3C2-89E3-890CF266355E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3071316C-0639-94F8-9068-1B1A5A56265E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2D2A58E-A23B-72E7-A490-8563949EFB56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F2829A7-DAA6-2722-994A-14A9FB2E44A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AC2AF0D0-C84E-5DD1-5B53-D700C88E05A0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E1640CE-99E6-3A81-DABE-D62B6B4F4D6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3EDE9A3E-6F3F-9BEB-20F0-7E8A4B41263B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1566573A-462F-68C5-76BA-8E4059781352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6FF0FCB4-24F0-2BDA-0CF7-976E12A4ECE7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F3CAC416-1C8E-DE11-FA75-E8C49B8167A2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202A084-63F0-B718-CD29-189EDFDA9F10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9044E3E-425C-F22E-F63B-1BF1A5EB3CCE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577F140-83AE-6924-73FE-A2A99387CA1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8D9BF3C3-F049-ECF4-FEDA-EE159B07D2A5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1C09B4D6-CEC3-908F-CCAF-199EFB2FDCBE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0CEA05E-9780-3119-6C30-6E745EF7027C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26689935-8D95-49AD-F0E0-68045AB5A4E1}"/>
              </a:ext>
            </a:extLst>
          </p:cNvPr>
          <p:cNvSpPr txBox="1"/>
          <p:nvPr/>
        </p:nvSpPr>
        <p:spPr bwMode="auto">
          <a:xfrm>
            <a:off x="6290732" y="2266949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1A0B150-53EB-8F21-4523-F61D2F542AB7}"/>
              </a:ext>
            </a:extLst>
          </p:cNvPr>
          <p:cNvSpPr txBox="1"/>
          <p:nvPr/>
        </p:nvSpPr>
        <p:spPr bwMode="auto">
          <a:xfrm>
            <a:off x="6290732" y="4171082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316" name="Elbow Connector 315">
            <a:extLst>
              <a:ext uri="{FF2B5EF4-FFF2-40B4-BE49-F238E27FC236}">
                <a16:creationId xmlns:a16="http://schemas.microsoft.com/office/drawing/2014/main" id="{EFE6CFE2-1904-B159-F538-C6030895C7A4}"/>
              </a:ext>
            </a:extLst>
          </p:cNvPr>
          <p:cNvCxnSpPr>
            <a:cxnSpLocks/>
            <a:endCxn id="227" idx="3"/>
          </p:cNvCxnSpPr>
          <p:nvPr/>
        </p:nvCxnSpPr>
        <p:spPr>
          <a:xfrm flipV="1">
            <a:off x="3335867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Elbow Connector 318">
            <a:extLst>
              <a:ext uri="{FF2B5EF4-FFF2-40B4-BE49-F238E27FC236}">
                <a16:creationId xmlns:a16="http://schemas.microsoft.com/office/drawing/2014/main" id="{6F2AD486-34DB-631D-A245-4B17A4394722}"/>
              </a:ext>
            </a:extLst>
          </p:cNvPr>
          <p:cNvCxnSpPr>
            <a:cxnSpLocks/>
          </p:cNvCxnSpPr>
          <p:nvPr/>
        </p:nvCxnSpPr>
        <p:spPr>
          <a:xfrm>
            <a:off x="3335867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5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/>
      <p:bldP spid="3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516299-ADC7-0F7B-06C3-30433BC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Hypotheses and Generalization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AF8660-698C-C38D-DF4B-592E3BA63D7A}"/>
                  </a:ext>
                </a:extLst>
              </p14:cNvPr>
              <p14:cNvContentPartPr/>
              <p14:nvPr/>
            </p14:nvContentPartPr>
            <p14:xfrm>
              <a:off x="603000" y="736323"/>
              <a:ext cx="934200" cy="165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AF8660-698C-C38D-DF4B-592E3BA63D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520" y="720843"/>
                <a:ext cx="9648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159D404-AA9B-8345-EE89-63752C42C3BA}"/>
                  </a:ext>
                </a:extLst>
              </p14:cNvPr>
              <p14:cNvContentPartPr/>
              <p14:nvPr/>
            </p14:nvContentPartPr>
            <p14:xfrm>
              <a:off x="1693440" y="721203"/>
              <a:ext cx="701280" cy="171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159D404-AA9B-8345-EE89-63752C42C3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7952" y="705723"/>
                <a:ext cx="731896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E23FBC0-C97C-AE79-B074-511AA21226B4}"/>
                  </a:ext>
                </a:extLst>
              </p14:cNvPr>
              <p14:cNvContentPartPr/>
              <p14:nvPr/>
            </p14:nvContentPartPr>
            <p14:xfrm>
              <a:off x="2521800" y="700323"/>
              <a:ext cx="798120" cy="170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E23FBC0-C97C-AE79-B074-511AA21226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06320" y="684810"/>
                <a:ext cx="828720" cy="201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4F094C4-EC32-A492-CCE7-8AC7D5E47621}"/>
                  </a:ext>
                </a:extLst>
              </p14:cNvPr>
              <p14:cNvContentPartPr/>
              <p14:nvPr/>
            </p14:nvContentPartPr>
            <p14:xfrm>
              <a:off x="6532920" y="688443"/>
              <a:ext cx="449280" cy="1497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4F094C4-EC32-A492-CCE7-8AC7D5E476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17440" y="672926"/>
                <a:ext cx="479880" cy="180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D78E769-B8CE-9D82-4F05-F04AAB0AED8C}"/>
                  </a:ext>
                </a:extLst>
              </p14:cNvPr>
              <p14:cNvContentPartPr/>
              <p14:nvPr/>
            </p14:nvContentPartPr>
            <p14:xfrm>
              <a:off x="5527440" y="772683"/>
              <a:ext cx="828000" cy="93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D78E769-B8CE-9D82-4F05-F04AAB0AED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11960" y="757262"/>
                <a:ext cx="858600" cy="1240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A216231-BCE5-00FF-205A-A8AB423F6BA3}"/>
                  </a:ext>
                </a:extLst>
              </p14:cNvPr>
              <p14:cNvContentPartPr/>
              <p14:nvPr/>
            </p14:nvContentPartPr>
            <p14:xfrm>
              <a:off x="4612320" y="739203"/>
              <a:ext cx="732240" cy="196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A216231-BCE5-00FF-205A-A8AB423F6B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6848" y="723723"/>
                <a:ext cx="762825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B64C722-EE2A-50F3-5A95-F2D02B5F528A}"/>
                  </a:ext>
                </a:extLst>
              </p14:cNvPr>
              <p14:cNvContentPartPr/>
              <p14:nvPr/>
            </p14:nvContentPartPr>
            <p14:xfrm>
              <a:off x="4052880" y="774123"/>
              <a:ext cx="381240" cy="96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B64C722-EE2A-50F3-5A95-F2D02B5F52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7415" y="758643"/>
                <a:ext cx="411811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68BCA67-D8A6-94D1-D7A1-C145F94E89CA}"/>
                  </a:ext>
                </a:extLst>
              </p14:cNvPr>
              <p14:cNvContentPartPr/>
              <p14:nvPr/>
            </p14:nvContentPartPr>
            <p14:xfrm>
              <a:off x="3439080" y="715443"/>
              <a:ext cx="433800" cy="156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68BCA67-D8A6-94D1-D7A1-C145F94E89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23600" y="699927"/>
                <a:ext cx="464400" cy="187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DB4DDA9-9AA0-5F0D-6D87-FF6C37B9CB8A}"/>
                  </a:ext>
                </a:extLst>
              </p14:cNvPr>
              <p14:cNvContentPartPr/>
              <p14:nvPr/>
            </p14:nvContentPartPr>
            <p14:xfrm>
              <a:off x="7193878" y="710273"/>
              <a:ext cx="1172520" cy="165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DB4DDA9-9AA0-5F0D-6D87-FF6C37B9CB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78403" y="694793"/>
                <a:ext cx="1203111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61039BD-9F30-8DEE-AC49-AB988716949B}"/>
                  </a:ext>
                </a:extLst>
              </p14:cNvPr>
              <p14:cNvContentPartPr/>
              <p14:nvPr/>
            </p14:nvContentPartPr>
            <p14:xfrm>
              <a:off x="606960" y="1103738"/>
              <a:ext cx="547560" cy="129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61039BD-9F30-8DEE-AC49-AB98871694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1480" y="1088215"/>
                <a:ext cx="578160" cy="15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016FE51-369F-EA8C-324A-8FA34D6D628E}"/>
                  </a:ext>
                </a:extLst>
              </p14:cNvPr>
              <p14:cNvContentPartPr/>
              <p14:nvPr/>
            </p14:nvContentPartPr>
            <p14:xfrm>
              <a:off x="1433880" y="1078178"/>
              <a:ext cx="99720" cy="115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016FE51-369F-EA8C-324A-8FA34D6D628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18400" y="1062698"/>
                <a:ext cx="1303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CF641E5-392E-D4D1-3E8E-301F7EBB6F5E}"/>
                  </a:ext>
                </a:extLst>
              </p14:cNvPr>
              <p14:cNvContentPartPr/>
              <p14:nvPr/>
            </p14:nvContentPartPr>
            <p14:xfrm>
              <a:off x="1648440" y="1110578"/>
              <a:ext cx="67320" cy="349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CF641E5-392E-D4D1-3E8E-301F7EBB6F5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32960" y="1095098"/>
                <a:ext cx="979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E06241A-9F7B-E0C5-9847-7DF33498FD4E}"/>
                  </a:ext>
                </a:extLst>
              </p14:cNvPr>
              <p14:cNvContentPartPr/>
              <p14:nvPr/>
            </p14:nvContentPartPr>
            <p14:xfrm>
              <a:off x="2008800" y="925898"/>
              <a:ext cx="134280" cy="1483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E06241A-9F7B-E0C5-9847-7DF33498FD4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3320" y="910418"/>
                <a:ext cx="1648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9FA0BA2-66AF-D797-F6E2-067C274B009B}"/>
                  </a:ext>
                </a:extLst>
              </p14:cNvPr>
              <p14:cNvContentPartPr/>
              <p14:nvPr/>
            </p14:nvContentPartPr>
            <p14:xfrm>
              <a:off x="2034000" y="1316138"/>
              <a:ext cx="124920" cy="662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9FA0BA2-66AF-D797-F6E2-067C274B00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18520" y="1300658"/>
                <a:ext cx="155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A23395F-E4C7-66B1-1690-E571A3A7E945}"/>
                  </a:ext>
                </a:extLst>
              </p14:cNvPr>
              <p14:cNvContentPartPr/>
              <p14:nvPr/>
            </p14:nvContentPartPr>
            <p14:xfrm>
              <a:off x="2087280" y="1151978"/>
              <a:ext cx="16560" cy="90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A23395F-E4C7-66B1-1690-E571A3A7E9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71800" y="1136498"/>
                <a:ext cx="471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CA7B2F9-2204-DDB1-1532-E3A7D52D1194}"/>
                  </a:ext>
                </a:extLst>
              </p14:cNvPr>
              <p14:cNvContentPartPr/>
              <p14:nvPr/>
            </p14:nvContentPartPr>
            <p14:xfrm>
              <a:off x="2105640" y="1253498"/>
              <a:ext cx="122400" cy="374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CA7B2F9-2204-DDB1-1532-E3A7D52D11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90160" y="1238018"/>
                <a:ext cx="153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F9E44C3-A2A1-A9C7-C3C9-068A2A14E2DA}"/>
                  </a:ext>
                </a:extLst>
              </p14:cNvPr>
              <p14:cNvContentPartPr/>
              <p14:nvPr/>
            </p14:nvContentPartPr>
            <p14:xfrm>
              <a:off x="1856160" y="997178"/>
              <a:ext cx="57960" cy="372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F9E44C3-A2A1-A9C7-C3C9-068A2A14E2D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40680" y="981698"/>
                <a:ext cx="8856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33F6DAA-8BDF-AA66-0273-041E42BCBBBB}"/>
                  </a:ext>
                </a:extLst>
              </p14:cNvPr>
              <p14:cNvContentPartPr/>
              <p14:nvPr/>
            </p14:nvContentPartPr>
            <p14:xfrm>
              <a:off x="2367720" y="978818"/>
              <a:ext cx="29520" cy="3697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33F6DAA-8BDF-AA66-0273-041E42BCBBB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52240" y="963338"/>
                <a:ext cx="6012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B81383E-6D20-C4B9-5683-D85CA2054894}"/>
                  </a:ext>
                </a:extLst>
              </p14:cNvPr>
              <p14:cNvContentPartPr/>
              <p14:nvPr/>
            </p14:nvContentPartPr>
            <p14:xfrm>
              <a:off x="3003840" y="992858"/>
              <a:ext cx="226800" cy="1065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B81383E-6D20-C4B9-5683-D85CA205489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988335" y="977378"/>
                <a:ext cx="257449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DC0D354-17B3-CB83-E884-A6802A542CF3}"/>
                  </a:ext>
                </a:extLst>
              </p14:cNvPr>
              <p14:cNvContentPartPr/>
              <p14:nvPr/>
            </p14:nvContentPartPr>
            <p14:xfrm>
              <a:off x="3412800" y="909698"/>
              <a:ext cx="335160" cy="425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DC0D354-17B3-CB83-E884-A6802A542CF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97320" y="894218"/>
                <a:ext cx="36576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F5C4F2C-817D-7FB0-70E1-46EEBB074135}"/>
                  </a:ext>
                </a:extLst>
              </p14:cNvPr>
              <p14:cNvContentPartPr/>
              <p14:nvPr/>
            </p14:nvContentPartPr>
            <p14:xfrm>
              <a:off x="2251073" y="1165825"/>
              <a:ext cx="122760" cy="972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F5C4F2C-817D-7FB0-70E1-46EEBB0741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35547" y="1150287"/>
                <a:ext cx="153450" cy="127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202CA8E-B7E3-3FE2-2ED1-223FF6E97798}"/>
                  </a:ext>
                </a:extLst>
              </p14:cNvPr>
              <p14:cNvContentPartPr/>
              <p14:nvPr/>
            </p14:nvContentPartPr>
            <p14:xfrm>
              <a:off x="2179433" y="914185"/>
              <a:ext cx="91800" cy="69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202CA8E-B7E3-3FE2-2ED1-223FF6E9779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953" y="898705"/>
                <a:ext cx="1224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FC09CD2-FE43-D3CF-CBB4-707F71F3B8FA}"/>
                  </a:ext>
                </a:extLst>
              </p14:cNvPr>
              <p14:cNvContentPartPr/>
              <p14:nvPr/>
            </p14:nvContentPartPr>
            <p14:xfrm>
              <a:off x="3765902" y="902520"/>
              <a:ext cx="143280" cy="72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FC09CD2-FE43-D3CF-CBB4-707F71F3B8F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750422" y="887040"/>
                <a:ext cx="173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706DF1C-6857-DB26-B5CF-77CD8C4A1CF2}"/>
                  </a:ext>
                </a:extLst>
              </p14:cNvPr>
              <p14:cNvContentPartPr/>
              <p14:nvPr/>
            </p14:nvContentPartPr>
            <p14:xfrm>
              <a:off x="3805142" y="1149840"/>
              <a:ext cx="150480" cy="810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706DF1C-6857-DB26-B5CF-77CD8C4A1CF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89662" y="1134428"/>
                <a:ext cx="181080" cy="111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02AD42B-F36B-DC89-4F83-64368AB6BF62}"/>
                  </a:ext>
                </a:extLst>
              </p14:cNvPr>
              <p14:cNvContentPartPr/>
              <p14:nvPr/>
            </p14:nvContentPartPr>
            <p14:xfrm>
              <a:off x="3985142" y="932760"/>
              <a:ext cx="78840" cy="4183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02AD42B-F36B-DC89-4F83-64368AB6BF6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69662" y="917280"/>
                <a:ext cx="1094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611C2A6-F3F8-FE26-7640-660DCA2732FE}"/>
                  </a:ext>
                </a:extLst>
              </p14:cNvPr>
              <p14:cNvContentPartPr/>
              <p14:nvPr/>
            </p14:nvContentPartPr>
            <p14:xfrm>
              <a:off x="5112509" y="969665"/>
              <a:ext cx="293400" cy="193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611C2A6-F3F8-FE26-7640-660DCA2732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97029" y="954185"/>
                <a:ext cx="3240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B9ED6F3-D29B-207A-C0E9-845CAADBB661}"/>
                  </a:ext>
                </a:extLst>
              </p14:cNvPr>
              <p14:cNvContentPartPr/>
              <p14:nvPr/>
            </p14:nvContentPartPr>
            <p14:xfrm>
              <a:off x="5091269" y="999545"/>
              <a:ext cx="92520" cy="511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B9ED6F3-D29B-207A-C0E9-845CAADBB66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75789" y="984065"/>
                <a:ext cx="1231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9A3FD42-66DF-2AE2-A007-1E3DA4779776}"/>
                  </a:ext>
                </a:extLst>
              </p14:cNvPr>
              <p14:cNvContentPartPr/>
              <p14:nvPr/>
            </p14:nvContentPartPr>
            <p14:xfrm>
              <a:off x="5488709" y="1031945"/>
              <a:ext cx="501480" cy="1227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9A3FD42-66DF-2AE2-A007-1E3DA477977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73229" y="1016465"/>
                <a:ext cx="532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AA5D708-AE9E-4D0D-81E7-BE1B5C48D940}"/>
                  </a:ext>
                </a:extLst>
              </p14:cNvPr>
              <p14:cNvContentPartPr/>
              <p14:nvPr/>
            </p14:nvContentPartPr>
            <p14:xfrm>
              <a:off x="6132749" y="1075865"/>
              <a:ext cx="224280" cy="118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AA5D708-AE9E-4D0D-81E7-BE1B5C48D94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17269" y="1060840"/>
                <a:ext cx="254880" cy="41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15D8550-3CE7-A2E4-09BB-A73782BDBDBC}"/>
                  </a:ext>
                </a:extLst>
              </p14:cNvPr>
              <p14:cNvContentPartPr/>
              <p14:nvPr/>
            </p14:nvContentPartPr>
            <p14:xfrm>
              <a:off x="6496709" y="994865"/>
              <a:ext cx="389160" cy="1195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15D8550-3CE7-A2E4-09BB-A73782BDBDB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81229" y="979385"/>
                <a:ext cx="4197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1E00B613-5B5F-EF7A-AB08-44219CBD7646}"/>
                  </a:ext>
                </a:extLst>
              </p14:cNvPr>
              <p14:cNvContentPartPr/>
              <p14:nvPr/>
            </p14:nvContentPartPr>
            <p14:xfrm>
              <a:off x="5073044" y="1204989"/>
              <a:ext cx="280800" cy="1144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1E00B613-5B5F-EF7A-AB08-44219CBD764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57564" y="1189460"/>
                <a:ext cx="311400" cy="145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FF02C18B-0BCA-128D-9D0C-A6AB513B516C}"/>
                  </a:ext>
                </a:extLst>
              </p14:cNvPr>
              <p14:cNvContentPartPr/>
              <p14:nvPr/>
            </p14:nvContentPartPr>
            <p14:xfrm>
              <a:off x="7989404" y="949029"/>
              <a:ext cx="640080" cy="1616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FF02C18B-0BCA-128D-9D0C-A6AB513B51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973924" y="933514"/>
                <a:ext cx="670680" cy="192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67CB3BDA-70DE-8590-B278-0A1179CAA904}"/>
                  </a:ext>
                </a:extLst>
              </p14:cNvPr>
              <p14:cNvContentPartPr/>
              <p14:nvPr/>
            </p14:nvContentPartPr>
            <p14:xfrm>
              <a:off x="7229444" y="953349"/>
              <a:ext cx="593640" cy="1386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67CB3BDA-70DE-8590-B278-0A1179CAA90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13964" y="937869"/>
                <a:ext cx="6242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A9B4345-C559-2FE2-AB06-EA69FDCB5B12}"/>
                  </a:ext>
                </a:extLst>
              </p14:cNvPr>
              <p14:cNvContentPartPr/>
              <p14:nvPr/>
            </p14:nvContentPartPr>
            <p14:xfrm>
              <a:off x="4876484" y="1318389"/>
              <a:ext cx="695520" cy="2145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A9B4345-C559-2FE2-AB06-EA69FDCB5B1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61004" y="1302909"/>
                <a:ext cx="726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B2501FA3-4008-94A9-D728-825E2D8DDFC8}"/>
                  </a:ext>
                </a:extLst>
              </p14:cNvPr>
              <p14:cNvContentPartPr/>
              <p14:nvPr/>
            </p14:nvContentPartPr>
            <p14:xfrm>
              <a:off x="7469887" y="1145382"/>
              <a:ext cx="625680" cy="1800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B2501FA3-4008-94A9-D728-825E2D8DDFC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54416" y="1129871"/>
                <a:ext cx="656262" cy="210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E161EC09-BEF3-3537-AEF8-7C2727279B67}"/>
                  </a:ext>
                </a:extLst>
              </p14:cNvPr>
              <p14:cNvContentPartPr/>
              <p14:nvPr/>
            </p14:nvContentPartPr>
            <p14:xfrm>
              <a:off x="6537127" y="1606902"/>
              <a:ext cx="108720" cy="1432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E161EC09-BEF3-3537-AEF8-7C2727279B6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521647" y="1591422"/>
                <a:ext cx="139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D514076-3780-00F7-040D-4C95C946F919}"/>
                  </a:ext>
                </a:extLst>
              </p14:cNvPr>
              <p14:cNvContentPartPr/>
              <p14:nvPr/>
            </p14:nvContentPartPr>
            <p14:xfrm>
              <a:off x="6172087" y="1717782"/>
              <a:ext cx="236880" cy="280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D514076-3780-00F7-040D-4C95C946F9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56630" y="1702101"/>
                <a:ext cx="267434" cy="5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110B8BA7-6851-B5F5-4900-D10169D0C975}"/>
                  </a:ext>
                </a:extLst>
              </p14:cNvPr>
              <p14:cNvContentPartPr/>
              <p14:nvPr/>
            </p14:nvContentPartPr>
            <p14:xfrm>
              <a:off x="5105407" y="1625262"/>
              <a:ext cx="910080" cy="2732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110B8BA7-6851-B5F5-4900-D10169D0C97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089921" y="1609762"/>
                <a:ext cx="940692" cy="3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9AFA79D0-EEA6-DD17-1447-BF349F562F0A}"/>
                  </a:ext>
                </a:extLst>
              </p14:cNvPr>
              <p14:cNvContentPartPr/>
              <p14:nvPr/>
            </p14:nvContentPartPr>
            <p14:xfrm>
              <a:off x="6677887" y="1590702"/>
              <a:ext cx="210240" cy="1645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9AFA79D0-EEA6-DD17-1447-BF349F562F0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662433" y="1575188"/>
                <a:ext cx="240788" cy="195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266C41B6-FCD8-ABED-C9D0-4C78C23938A9}"/>
                  </a:ext>
                </a:extLst>
              </p14:cNvPr>
              <p14:cNvContentPartPr/>
              <p14:nvPr/>
            </p14:nvContentPartPr>
            <p14:xfrm>
              <a:off x="7091887" y="1459185"/>
              <a:ext cx="1482120" cy="2077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266C41B6-FCD8-ABED-C9D0-4C78C23938A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076403" y="1443732"/>
                <a:ext cx="1512727" cy="238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83384E4D-7A8F-44D0-6E94-7F025063D623}"/>
                  </a:ext>
                </a:extLst>
              </p14:cNvPr>
              <p14:cNvContentPartPr/>
              <p14:nvPr/>
            </p14:nvContentPartPr>
            <p14:xfrm>
              <a:off x="7280651" y="1680982"/>
              <a:ext cx="745920" cy="1479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83384E4D-7A8F-44D0-6E94-7F025063D62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65178" y="1665502"/>
                <a:ext cx="776505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7215ADD-A402-AC19-DC00-B822B23D44A4}"/>
                  </a:ext>
                </a:extLst>
              </p14:cNvPr>
              <p14:cNvContentPartPr/>
              <p14:nvPr/>
            </p14:nvContentPartPr>
            <p14:xfrm>
              <a:off x="496440" y="1731622"/>
              <a:ext cx="457200" cy="1782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7215ADD-A402-AC19-DC00-B822B23D44A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80960" y="1716111"/>
                <a:ext cx="487800" cy="208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BC6AA622-93B8-5277-871F-469BB0872E51}"/>
                  </a:ext>
                </a:extLst>
              </p14:cNvPr>
              <p14:cNvContentPartPr/>
              <p14:nvPr/>
            </p14:nvContentPartPr>
            <p14:xfrm>
              <a:off x="1152000" y="1700302"/>
              <a:ext cx="688320" cy="15408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BC6AA622-93B8-5277-871F-469BB0872E5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36520" y="1684786"/>
                <a:ext cx="718920" cy="184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0DF5856D-79FD-3B3C-5D34-E547B9DEC818}"/>
                  </a:ext>
                </a:extLst>
              </p14:cNvPr>
              <p14:cNvContentPartPr/>
              <p14:nvPr/>
            </p14:nvContentPartPr>
            <p14:xfrm>
              <a:off x="1944000" y="1726942"/>
              <a:ext cx="99720" cy="532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0DF5856D-79FD-3B3C-5D34-E547B9DEC81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928520" y="1711462"/>
                <a:ext cx="1303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8AF6508D-09BB-EA1F-3B0C-FB75868D7DCB}"/>
                  </a:ext>
                </a:extLst>
              </p14:cNvPr>
              <p14:cNvContentPartPr/>
              <p14:nvPr/>
            </p14:nvContentPartPr>
            <p14:xfrm>
              <a:off x="2184120" y="1549102"/>
              <a:ext cx="1233720" cy="27864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8AF6508D-09BB-EA1F-3B0C-FB75868D7DC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68635" y="1533622"/>
                <a:ext cx="1264329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E4ADD1EE-B8DC-2321-415E-378FB42047A5}"/>
                  </a:ext>
                </a:extLst>
              </p14:cNvPr>
              <p14:cNvContentPartPr/>
              <p14:nvPr/>
            </p14:nvContentPartPr>
            <p14:xfrm>
              <a:off x="3678127" y="1562935"/>
              <a:ext cx="85680" cy="1231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E4ADD1EE-B8DC-2321-415E-378FB42047A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62647" y="1547455"/>
                <a:ext cx="116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794B30C-96DC-52DC-6CF4-9EF49E554BC3}"/>
                  </a:ext>
                </a:extLst>
              </p14:cNvPr>
              <p14:cNvContentPartPr/>
              <p14:nvPr/>
            </p14:nvContentPartPr>
            <p14:xfrm>
              <a:off x="1253487" y="2007535"/>
              <a:ext cx="127440" cy="1195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794B30C-96DC-52DC-6CF4-9EF49E554BC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38007" y="1992055"/>
                <a:ext cx="1580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3472A602-0AA7-0B1A-7E62-355E3BE68162}"/>
                  </a:ext>
                </a:extLst>
              </p14:cNvPr>
              <p14:cNvContentPartPr/>
              <p14:nvPr/>
            </p14:nvContentPartPr>
            <p14:xfrm>
              <a:off x="1387407" y="2022655"/>
              <a:ext cx="97200" cy="8820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3472A602-0AA7-0B1A-7E62-355E3BE6816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71927" y="2007175"/>
                <a:ext cx="12780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A09EDD3-819C-A6CF-5577-3E81684740F2}"/>
                  </a:ext>
                </a:extLst>
              </p14:cNvPr>
              <p14:cNvContentPartPr/>
              <p14:nvPr/>
            </p14:nvContentPartPr>
            <p14:xfrm>
              <a:off x="1637247" y="2003935"/>
              <a:ext cx="83160" cy="9720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A09EDD3-819C-A6CF-5577-3E81684740F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21834" y="1988455"/>
                <a:ext cx="113628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5465AB02-63B5-82CB-7B1E-238D986FD790}"/>
                  </a:ext>
                </a:extLst>
              </p14:cNvPr>
              <p14:cNvContentPartPr/>
              <p14:nvPr/>
            </p14:nvContentPartPr>
            <p14:xfrm>
              <a:off x="1724727" y="1931215"/>
              <a:ext cx="212760" cy="15156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5465AB02-63B5-82CB-7B1E-238D986FD79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09273" y="1915698"/>
                <a:ext cx="243308" cy="182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B49388D-3E04-B863-146F-19A7075B2C74}"/>
                  </a:ext>
                </a:extLst>
              </p14:cNvPr>
              <p14:cNvContentPartPr/>
              <p14:nvPr/>
            </p14:nvContentPartPr>
            <p14:xfrm>
              <a:off x="2081487" y="1918615"/>
              <a:ext cx="33840" cy="14364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B49388D-3E04-B863-146F-19A7075B2C7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66007" y="1903096"/>
                <a:ext cx="64440" cy="174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16047076-1EFC-03B9-3AC2-59A2B2669881}"/>
                  </a:ext>
                </a:extLst>
              </p14:cNvPr>
              <p14:cNvContentPartPr/>
              <p14:nvPr/>
            </p14:nvContentPartPr>
            <p14:xfrm>
              <a:off x="2059527" y="1941655"/>
              <a:ext cx="233640" cy="1044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16047076-1EFC-03B9-3AC2-59A2B266988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44023" y="1926121"/>
                <a:ext cx="264287" cy="135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81B727DE-299C-D712-BD18-EB11A6CFD0F4}"/>
                  </a:ext>
                </a:extLst>
              </p14:cNvPr>
              <p14:cNvContentPartPr/>
              <p14:nvPr/>
            </p14:nvContentPartPr>
            <p14:xfrm>
              <a:off x="2313687" y="1902415"/>
              <a:ext cx="21240" cy="97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81B727DE-299C-D712-BD18-EB11A6CFD0F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298207" y="1886340"/>
                <a:ext cx="51840" cy="41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3BC9CDF4-32CE-F323-01CD-D9AC31AB9338}"/>
                  </a:ext>
                </a:extLst>
              </p14:cNvPr>
              <p14:cNvContentPartPr/>
              <p14:nvPr/>
            </p14:nvContentPartPr>
            <p14:xfrm>
              <a:off x="2341407" y="1951015"/>
              <a:ext cx="39600" cy="7416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3BC9CDF4-32CE-F323-01CD-D9AC31AB933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325927" y="1935610"/>
                <a:ext cx="70200" cy="10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331649C5-F3D4-FD5D-6689-DB6C03C95379}"/>
                  </a:ext>
                </a:extLst>
              </p14:cNvPr>
              <p14:cNvContentPartPr/>
              <p14:nvPr/>
            </p14:nvContentPartPr>
            <p14:xfrm>
              <a:off x="2613567" y="1817095"/>
              <a:ext cx="92520" cy="24300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331649C5-F3D4-FD5D-6689-DB6C03C9537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98087" y="1801615"/>
                <a:ext cx="123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125F0EB1-7F08-2447-AE33-6123A3EFE1D5}"/>
                  </a:ext>
                </a:extLst>
              </p14:cNvPr>
              <p14:cNvContentPartPr/>
              <p14:nvPr/>
            </p14:nvContentPartPr>
            <p14:xfrm>
              <a:off x="297509" y="3143701"/>
              <a:ext cx="1018440" cy="22572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125F0EB1-7F08-2447-AE33-6123A3EFE1D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82024" y="3128221"/>
                <a:ext cx="1049051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FB718D62-5EBA-2A9F-8F55-399858070443}"/>
                  </a:ext>
                </a:extLst>
              </p14:cNvPr>
              <p14:cNvContentPartPr/>
              <p14:nvPr/>
            </p14:nvContentPartPr>
            <p14:xfrm>
              <a:off x="1425389" y="3104461"/>
              <a:ext cx="972360" cy="210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FB718D62-5EBA-2A9F-8F55-39985807044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409909" y="3088955"/>
                <a:ext cx="1002960" cy="241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93CAE707-4F99-E3D3-B2F2-99294D445369}"/>
                  </a:ext>
                </a:extLst>
              </p14:cNvPr>
              <p14:cNvContentPartPr/>
              <p14:nvPr/>
            </p14:nvContentPartPr>
            <p14:xfrm>
              <a:off x="676949" y="3315421"/>
              <a:ext cx="1524960" cy="993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93CAE707-4F99-E3D3-B2F2-99294D44536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61469" y="3299941"/>
                <a:ext cx="15555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C0CB6524-FE38-E677-911F-BFF1CD5989BE}"/>
                  </a:ext>
                </a:extLst>
              </p14:cNvPr>
              <p14:cNvContentPartPr/>
              <p14:nvPr/>
            </p14:nvContentPartPr>
            <p14:xfrm>
              <a:off x="4427789" y="3062701"/>
              <a:ext cx="141120" cy="14076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C0CB6524-FE38-E677-911F-BFF1CD5989B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412309" y="3047221"/>
                <a:ext cx="171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156A0F0B-62FE-316D-B244-62BE95B9ABF8}"/>
                  </a:ext>
                </a:extLst>
              </p14:cNvPr>
              <p14:cNvContentPartPr/>
              <p14:nvPr/>
            </p14:nvContentPartPr>
            <p14:xfrm>
              <a:off x="2496389" y="3036421"/>
              <a:ext cx="1710360" cy="21384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156A0F0B-62FE-316D-B244-62BE95B9AB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480909" y="3020941"/>
                <a:ext cx="17409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B966E06F-B831-E8F8-6EAD-60790BA8D685}"/>
                  </a:ext>
                </a:extLst>
              </p14:cNvPr>
              <p14:cNvContentPartPr/>
              <p14:nvPr/>
            </p14:nvContentPartPr>
            <p14:xfrm>
              <a:off x="4662509" y="3056221"/>
              <a:ext cx="62640" cy="1314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B966E06F-B831-E8F8-6EAD-60790BA8D68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46940" y="3040741"/>
                <a:ext cx="93417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B706E3CE-4070-6662-48DF-B9803A917540}"/>
                  </a:ext>
                </a:extLst>
              </p14:cNvPr>
              <p14:cNvContentPartPr/>
              <p14:nvPr/>
            </p14:nvContentPartPr>
            <p14:xfrm>
              <a:off x="4794989" y="2968741"/>
              <a:ext cx="586800" cy="23436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B706E3CE-4070-6662-48DF-B9803A91754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79499" y="2953285"/>
                <a:ext cx="617419" cy="264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28596238-C65D-6009-A0C1-9AA37C51A8F6}"/>
                  </a:ext>
                </a:extLst>
              </p14:cNvPr>
              <p14:cNvContentPartPr/>
              <p14:nvPr/>
            </p14:nvContentPartPr>
            <p14:xfrm>
              <a:off x="418829" y="3654181"/>
              <a:ext cx="248400" cy="11916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28596238-C65D-6009-A0C1-9AA37C51A8F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03349" y="3638701"/>
                <a:ext cx="2790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62589C73-15AC-9D29-6A9F-B0A18557D864}"/>
                  </a:ext>
                </a:extLst>
              </p14:cNvPr>
              <p14:cNvContentPartPr/>
              <p14:nvPr/>
            </p14:nvContentPartPr>
            <p14:xfrm>
              <a:off x="812669" y="3561301"/>
              <a:ext cx="1777680" cy="23112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62589C73-15AC-9D29-6A9F-B0A18557D86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97192" y="3545797"/>
                <a:ext cx="1808274" cy="261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0C40BAA7-B86C-FBBC-136F-BBF86FB4095F}"/>
                  </a:ext>
                </a:extLst>
              </p14:cNvPr>
              <p14:cNvContentPartPr/>
              <p14:nvPr/>
            </p14:nvContentPartPr>
            <p14:xfrm>
              <a:off x="2744069" y="3555541"/>
              <a:ext cx="966960" cy="1119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0C40BAA7-B86C-FBBC-136F-BBF86FB4095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28595" y="3540111"/>
                <a:ext cx="997549" cy="142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4D77CD85-E598-7A20-A2DB-E687414D44E0}"/>
                  </a:ext>
                </a:extLst>
              </p14:cNvPr>
              <p14:cNvContentPartPr/>
              <p14:nvPr/>
            </p14:nvContentPartPr>
            <p14:xfrm>
              <a:off x="3880229" y="3484621"/>
              <a:ext cx="50040" cy="11664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4D77CD85-E598-7A20-A2DB-E687414D44E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64637" y="3469093"/>
                <a:ext cx="80862" cy="147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B32C8AC6-F3B0-3802-BFD1-72F6E2E853F0}"/>
                  </a:ext>
                </a:extLst>
              </p14:cNvPr>
              <p14:cNvContentPartPr/>
              <p14:nvPr/>
            </p14:nvContentPartPr>
            <p14:xfrm>
              <a:off x="3936389" y="3523861"/>
              <a:ext cx="61560" cy="6804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B32C8AC6-F3B0-3802-BFD1-72F6E2E853F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20818" y="3508462"/>
                <a:ext cx="92340" cy="98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4C30B0B5-987F-4E0C-01AA-EADDFBA4D0BA}"/>
                  </a:ext>
                </a:extLst>
              </p14:cNvPr>
              <p14:cNvContentPartPr/>
              <p14:nvPr/>
            </p14:nvContentPartPr>
            <p14:xfrm>
              <a:off x="4008029" y="3513781"/>
              <a:ext cx="62640" cy="7812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4C30B0B5-987F-4E0C-01AA-EADDFBA4D0B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992549" y="3498372"/>
                <a:ext cx="93240" cy="108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7B9DFEED-7FDF-E633-9D30-3303D24751F3}"/>
                  </a:ext>
                </a:extLst>
              </p14:cNvPr>
              <p14:cNvContentPartPr/>
              <p14:nvPr/>
            </p14:nvContentPartPr>
            <p14:xfrm>
              <a:off x="4088669" y="3495061"/>
              <a:ext cx="86400" cy="8640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7B9DFEED-7FDF-E633-9D30-3303D24751F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073189" y="3479581"/>
                <a:ext cx="1170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B61A70A4-8A21-20B0-EBEE-39151ABECD06}"/>
                  </a:ext>
                </a:extLst>
              </p14:cNvPr>
              <p14:cNvContentPartPr/>
              <p14:nvPr/>
            </p14:nvContentPartPr>
            <p14:xfrm>
              <a:off x="4344269" y="3406861"/>
              <a:ext cx="214200" cy="17748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B61A70A4-8A21-20B0-EBEE-39151ABECD0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328789" y="3391381"/>
                <a:ext cx="2448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823ECF58-52C2-40DC-743D-A0D783E0C1AF}"/>
                  </a:ext>
                </a:extLst>
              </p14:cNvPr>
              <p14:cNvContentPartPr/>
              <p14:nvPr/>
            </p14:nvContentPartPr>
            <p14:xfrm>
              <a:off x="4594469" y="3518821"/>
              <a:ext cx="91440" cy="4968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823ECF58-52C2-40DC-743D-A0D783E0C1A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579050" y="3503228"/>
                <a:ext cx="121920" cy="80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4EBFCF34-3981-B4B8-941E-18321D795CC2}"/>
                  </a:ext>
                </a:extLst>
              </p14:cNvPr>
              <p14:cNvContentPartPr/>
              <p14:nvPr/>
            </p14:nvContentPartPr>
            <p14:xfrm>
              <a:off x="4727309" y="3420901"/>
              <a:ext cx="195840" cy="14760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4EBFCF34-3981-B4B8-941E-18321D795CC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711829" y="3405421"/>
                <a:ext cx="2264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1A45AD22-D6DE-03ED-4FC9-4A35A052A97B}"/>
                  </a:ext>
                </a:extLst>
              </p14:cNvPr>
              <p14:cNvContentPartPr/>
              <p14:nvPr/>
            </p14:nvContentPartPr>
            <p14:xfrm>
              <a:off x="4941149" y="3429901"/>
              <a:ext cx="10800" cy="1584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1A45AD22-D6DE-03ED-4FC9-4A35A052A97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925669" y="3414421"/>
                <a:ext cx="41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6EB9ABA7-B0A2-E1B6-5C76-C55BBB26C861}"/>
                  </a:ext>
                </a:extLst>
              </p14:cNvPr>
              <p14:cNvContentPartPr/>
              <p14:nvPr/>
            </p14:nvContentPartPr>
            <p14:xfrm>
              <a:off x="4982909" y="3500461"/>
              <a:ext cx="216720" cy="6048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6EB9ABA7-B0A2-E1B6-5C76-C55BBB26C86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967429" y="3484981"/>
                <a:ext cx="2473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53761695-8354-60B1-FA41-769312EEED86}"/>
                  </a:ext>
                </a:extLst>
              </p14:cNvPr>
              <p14:cNvContentPartPr/>
              <p14:nvPr/>
            </p14:nvContentPartPr>
            <p14:xfrm>
              <a:off x="5384309" y="3437821"/>
              <a:ext cx="100800" cy="10620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53761695-8354-60B1-FA41-769312EEED8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368829" y="3422341"/>
                <a:ext cx="1314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FB3DC963-5A8B-C3D9-A7BE-4C6DFD73AD49}"/>
                  </a:ext>
                </a:extLst>
              </p14:cNvPr>
              <p14:cNvContentPartPr/>
              <p14:nvPr/>
            </p14:nvContentPartPr>
            <p14:xfrm>
              <a:off x="5724215" y="3424613"/>
              <a:ext cx="1848960" cy="17676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FB3DC963-5A8B-C3D9-A7BE-4C6DFD73AD4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08732" y="3409164"/>
                <a:ext cx="1879566" cy="207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9612CE53-A4D3-86E6-7A17-6E0260B97FDF}"/>
                  </a:ext>
                </a:extLst>
              </p14:cNvPr>
              <p14:cNvContentPartPr/>
              <p14:nvPr/>
            </p14:nvContentPartPr>
            <p14:xfrm>
              <a:off x="7772123" y="3323197"/>
              <a:ext cx="667080" cy="19152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9612CE53-A4D3-86E6-7A17-6E0260B97FD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756643" y="3307746"/>
                <a:ext cx="697680" cy="222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8CEA810C-B683-D944-72D3-0A45B3DA46A6}"/>
                  </a:ext>
                </a:extLst>
              </p14:cNvPr>
              <p14:cNvContentPartPr/>
              <p14:nvPr/>
            </p14:nvContentPartPr>
            <p14:xfrm>
              <a:off x="576000" y="2247155"/>
              <a:ext cx="2575080" cy="25416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8CEA810C-B683-D944-72D3-0A45B3DA46A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60520" y="2231675"/>
                <a:ext cx="26056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D7CB9A3B-7DDB-5E97-7091-EAFDF1024DD4}"/>
                  </a:ext>
                </a:extLst>
              </p14:cNvPr>
              <p14:cNvContentPartPr/>
              <p14:nvPr/>
            </p14:nvContentPartPr>
            <p14:xfrm>
              <a:off x="3342600" y="2282075"/>
              <a:ext cx="107280" cy="7740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D7CB9A3B-7DDB-5E97-7091-EAFDF1024DD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327068" y="2266595"/>
                <a:ext cx="137983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48B889BC-FBEC-50C5-AD1B-56FBB1B2769A}"/>
                  </a:ext>
                </a:extLst>
              </p14:cNvPr>
              <p14:cNvContentPartPr/>
              <p14:nvPr/>
            </p14:nvContentPartPr>
            <p14:xfrm>
              <a:off x="3479400" y="2274875"/>
              <a:ext cx="96840" cy="8244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48B889BC-FBEC-50C5-AD1B-56FBB1B2769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463920" y="2259395"/>
                <a:ext cx="1274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4902A632-433F-C6F7-A26E-1D0114DFF550}"/>
                  </a:ext>
                </a:extLst>
              </p14:cNvPr>
              <p14:cNvContentPartPr/>
              <p14:nvPr/>
            </p14:nvContentPartPr>
            <p14:xfrm>
              <a:off x="3608280" y="2302235"/>
              <a:ext cx="35280" cy="4248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4902A632-433F-C6F7-A26E-1D0114DFF55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592800" y="2286755"/>
                <a:ext cx="658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DE6D924F-FBA8-15D5-E404-C6C1DFE36E83}"/>
                  </a:ext>
                </a:extLst>
              </p14:cNvPr>
              <p14:cNvContentPartPr/>
              <p14:nvPr/>
            </p14:nvContentPartPr>
            <p14:xfrm>
              <a:off x="3591000" y="2198195"/>
              <a:ext cx="22680" cy="34560"/>
            </p14:xfrm>
          </p:contentPart>
        </mc:Choice>
        <mc:Fallback xmlns=""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DE6D924F-FBA8-15D5-E404-C6C1DFE36E8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575520" y="2182715"/>
                <a:ext cx="532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1EA13EFF-D73E-F62D-2952-81688F58B784}"/>
                  </a:ext>
                </a:extLst>
              </p14:cNvPr>
              <p14:cNvContentPartPr/>
              <p14:nvPr/>
            </p14:nvContentPartPr>
            <p14:xfrm>
              <a:off x="3675600" y="2289635"/>
              <a:ext cx="104760" cy="5760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1EA13EFF-D73E-F62D-2952-81688F58B78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660120" y="2274058"/>
                <a:ext cx="135360" cy="88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A670B87E-8F3D-391F-B554-184302E6553A}"/>
                  </a:ext>
                </a:extLst>
              </p14:cNvPr>
              <p14:cNvContentPartPr/>
              <p14:nvPr/>
            </p14:nvContentPartPr>
            <p14:xfrm>
              <a:off x="3780000" y="2287115"/>
              <a:ext cx="141480" cy="9468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A670B87E-8F3D-391F-B554-184302E6553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764481" y="2271635"/>
                <a:ext cx="172158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538B6946-A551-F910-3FE0-085C0CFAF7B3}"/>
                  </a:ext>
                </a:extLst>
              </p14:cNvPr>
              <p14:cNvContentPartPr/>
              <p14:nvPr/>
            </p14:nvContentPartPr>
            <p14:xfrm>
              <a:off x="4090320" y="2262275"/>
              <a:ext cx="119520" cy="7740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538B6946-A551-F910-3FE0-085C0CFAF7B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074840" y="2246795"/>
                <a:ext cx="1501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D0ADD161-1054-3242-EDCF-93719F97C60F}"/>
                  </a:ext>
                </a:extLst>
              </p14:cNvPr>
              <p14:cNvContentPartPr/>
              <p14:nvPr/>
            </p14:nvContentPartPr>
            <p14:xfrm>
              <a:off x="4405680" y="2111075"/>
              <a:ext cx="216360" cy="23112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D0ADD161-1054-3242-EDCF-93719F97C60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390226" y="2095571"/>
                <a:ext cx="246909" cy="261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20234D26-BA76-FCE5-BFCB-F0892106DA02}"/>
                  </a:ext>
                </a:extLst>
              </p14:cNvPr>
              <p14:cNvContentPartPr/>
              <p14:nvPr/>
            </p14:nvContentPartPr>
            <p14:xfrm>
              <a:off x="4656600" y="2269835"/>
              <a:ext cx="92160" cy="5508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20234D26-BA76-FCE5-BFCB-F0892106DA0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641180" y="2254355"/>
                <a:ext cx="122641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334E369D-E3ED-9B46-E426-1A55A6CE8153}"/>
                  </a:ext>
                </a:extLst>
              </p14:cNvPr>
              <p14:cNvContentPartPr/>
              <p14:nvPr/>
            </p14:nvContentPartPr>
            <p14:xfrm>
              <a:off x="4825440" y="2162915"/>
              <a:ext cx="238680" cy="156960"/>
            </p14:xfrm>
          </p:contentPart>
        </mc:Choice>
        <mc:Fallback xmlns=""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334E369D-E3ED-9B46-E426-1A55A6CE815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809983" y="2147399"/>
                <a:ext cx="269234" cy="187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B4DF6F58-24AE-6AD3-869E-C7D8B502108D}"/>
                  </a:ext>
                </a:extLst>
              </p14:cNvPr>
              <p14:cNvContentPartPr/>
              <p14:nvPr/>
            </p14:nvContentPartPr>
            <p14:xfrm>
              <a:off x="5056200" y="2168315"/>
              <a:ext cx="15120" cy="2988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B4DF6F58-24AE-6AD3-869E-C7D8B502108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040720" y="2152835"/>
                <a:ext cx="457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0F7B8F0A-9FE2-BB86-F0E5-986DF06D1D0A}"/>
                  </a:ext>
                </a:extLst>
              </p14:cNvPr>
              <p14:cNvContentPartPr/>
              <p14:nvPr/>
            </p14:nvContentPartPr>
            <p14:xfrm>
              <a:off x="5111280" y="2250035"/>
              <a:ext cx="231120" cy="6984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0F7B8F0A-9FE2-BB86-F0E5-986DF06D1D0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095776" y="2234555"/>
                <a:ext cx="261768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187AB1DB-76E9-5BC7-CDB6-82689A96A455}"/>
                  </a:ext>
                </a:extLst>
              </p14:cNvPr>
              <p14:cNvContentPartPr/>
              <p14:nvPr/>
            </p14:nvContentPartPr>
            <p14:xfrm>
              <a:off x="5531520" y="2127429"/>
              <a:ext cx="592560" cy="198000"/>
            </p14:xfrm>
          </p:contentPart>
        </mc:Choice>
        <mc:Fallback xmlns=""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187AB1DB-76E9-5BC7-CDB6-82689A96A45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516040" y="2111921"/>
                <a:ext cx="623160" cy="228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2BF727AA-576D-C823-390B-25F467A61A86}"/>
                  </a:ext>
                </a:extLst>
              </p14:cNvPr>
              <p14:cNvContentPartPr/>
              <p14:nvPr/>
            </p14:nvContentPartPr>
            <p14:xfrm>
              <a:off x="6285360" y="2197989"/>
              <a:ext cx="120240" cy="6696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2BF727AA-576D-C823-390B-25F467A61A8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269834" y="2182509"/>
                <a:ext cx="150932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DDC1D49D-4D1C-4E3D-3E21-C49E359239B5}"/>
                  </a:ext>
                </a:extLst>
              </p14:cNvPr>
              <p14:cNvContentPartPr/>
              <p14:nvPr/>
            </p14:nvContentPartPr>
            <p14:xfrm>
              <a:off x="6594600" y="2095389"/>
              <a:ext cx="1099440" cy="22428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DDC1D49D-4D1C-4E3D-3E21-C49E359239B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579125" y="2079909"/>
                <a:ext cx="113003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134BE083-589E-D42A-CD27-0D4E1356EEA9}"/>
                  </a:ext>
                </a:extLst>
              </p14:cNvPr>
              <p14:cNvContentPartPr/>
              <p14:nvPr/>
            </p14:nvContentPartPr>
            <p14:xfrm>
              <a:off x="588600" y="2613662"/>
              <a:ext cx="774000" cy="298080"/>
            </p14:xfrm>
          </p:contentPart>
        </mc:Choice>
        <mc:Fallback xmlns=""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134BE083-589E-D42A-CD27-0D4E1356EEA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73113" y="2598163"/>
                <a:ext cx="804614" cy="328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7DF0242E-F83D-2758-4A1D-F28408D52DA3}"/>
                  </a:ext>
                </a:extLst>
              </p14:cNvPr>
              <p14:cNvContentPartPr/>
              <p14:nvPr/>
            </p14:nvContentPartPr>
            <p14:xfrm>
              <a:off x="1417680" y="2680622"/>
              <a:ext cx="65160" cy="16344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7DF0242E-F83D-2758-4A1D-F28408D52DA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402200" y="2665108"/>
                <a:ext cx="95760" cy="194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949E4F1B-36BA-C2CB-27BB-7BEC656D3BD3}"/>
                  </a:ext>
                </a:extLst>
              </p14:cNvPr>
              <p14:cNvContentPartPr/>
              <p14:nvPr/>
            </p14:nvContentPartPr>
            <p14:xfrm>
              <a:off x="1553760" y="2715182"/>
              <a:ext cx="141120" cy="69480"/>
            </p14:xfrm>
          </p:contentPart>
        </mc:Choice>
        <mc:Fallback xmlns=""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949E4F1B-36BA-C2CB-27BB-7BEC656D3BD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538280" y="2699702"/>
                <a:ext cx="1717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4DD608FB-45EC-B881-C930-864DA016020A}"/>
                  </a:ext>
                </a:extLst>
              </p14:cNvPr>
              <p14:cNvContentPartPr/>
              <p14:nvPr/>
            </p14:nvContentPartPr>
            <p14:xfrm>
              <a:off x="1581480" y="2592782"/>
              <a:ext cx="127440" cy="37440"/>
            </p14:xfrm>
          </p:contentPart>
        </mc:Choice>
        <mc:Fallback xmlns=""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4DD608FB-45EC-B881-C930-864DA016020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565956" y="2577302"/>
                <a:ext cx="158127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BCD479E4-5E8F-4F18-FFF6-06096A42C9B8}"/>
                  </a:ext>
                </a:extLst>
              </p14:cNvPr>
              <p14:cNvContentPartPr/>
              <p14:nvPr/>
            </p14:nvContentPartPr>
            <p14:xfrm>
              <a:off x="1773360" y="2678462"/>
              <a:ext cx="53280" cy="127440"/>
            </p14:xfrm>
          </p:contentPart>
        </mc:Choice>
        <mc:Fallback xmlns=""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BCD479E4-5E8F-4F18-FFF6-06096A42C9B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757880" y="2662982"/>
                <a:ext cx="83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EF524CD6-FFCC-FDBD-8850-6BEA6650F56E}"/>
                  </a:ext>
                </a:extLst>
              </p14:cNvPr>
              <p14:cNvContentPartPr/>
              <p14:nvPr/>
            </p14:nvContentPartPr>
            <p14:xfrm>
              <a:off x="2827080" y="2454542"/>
              <a:ext cx="2558520" cy="211680"/>
            </p14:xfrm>
          </p:contentPart>
        </mc:Choice>
        <mc:Fallback xmlns=""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EF524CD6-FFCC-FDBD-8850-6BEA6650F56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811600" y="2439062"/>
                <a:ext cx="25891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3B83D357-D442-1EB9-9088-BADB058B5C86}"/>
                  </a:ext>
                </a:extLst>
              </p14:cNvPr>
              <p14:cNvContentPartPr/>
              <p14:nvPr/>
            </p14:nvContentPartPr>
            <p14:xfrm>
              <a:off x="849600" y="3969033"/>
              <a:ext cx="141120" cy="16668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3B83D357-D442-1EB9-9088-BADB058B5C8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34159" y="3953553"/>
                <a:ext cx="171642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B24F1953-C127-9AEB-21DE-978BEFF7BEA4}"/>
                  </a:ext>
                </a:extLst>
              </p14:cNvPr>
              <p14:cNvContentPartPr/>
              <p14:nvPr/>
            </p14:nvContentPartPr>
            <p14:xfrm>
              <a:off x="1070280" y="3971553"/>
              <a:ext cx="65880" cy="141120"/>
            </p14:xfrm>
          </p:contentPart>
        </mc:Choice>
        <mc:Fallback xmlns=""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B24F1953-C127-9AEB-21DE-978BEFF7BEA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4884" y="3956073"/>
                <a:ext cx="96314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1AFE12CF-2D93-1DF5-4DEB-EE200BBBDE74}"/>
                  </a:ext>
                </a:extLst>
              </p14:cNvPr>
              <p14:cNvContentPartPr/>
              <p14:nvPr/>
            </p14:nvContentPartPr>
            <p14:xfrm>
              <a:off x="1620720" y="3996753"/>
              <a:ext cx="272880" cy="12060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1AFE12CF-2D93-1DF5-4DEB-EE200BBBDE7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605240" y="3981273"/>
                <a:ext cx="3034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B7BD04F3-83B1-B85F-02BF-627BBF2D8C9E}"/>
                  </a:ext>
                </a:extLst>
              </p14:cNvPr>
              <p14:cNvContentPartPr/>
              <p14:nvPr/>
            </p14:nvContentPartPr>
            <p14:xfrm>
              <a:off x="2219760" y="3897393"/>
              <a:ext cx="200520" cy="188640"/>
            </p14:xfrm>
          </p:contentPart>
        </mc:Choice>
        <mc:Fallback xmlns=""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B7BD04F3-83B1-B85F-02BF-627BBF2D8C9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204280" y="3881913"/>
                <a:ext cx="2311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8C570D61-4EB9-C3EE-284F-F1553AA8C12C}"/>
                  </a:ext>
                </a:extLst>
              </p14:cNvPr>
              <p14:cNvContentPartPr/>
              <p14:nvPr/>
            </p14:nvContentPartPr>
            <p14:xfrm>
              <a:off x="2202840" y="4156233"/>
              <a:ext cx="272520" cy="127080"/>
            </p14:xfrm>
          </p:contentPart>
        </mc:Choice>
        <mc:Fallback xmlns=""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8C570D61-4EB9-C3EE-284F-F1553AA8C12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187380" y="4140797"/>
                <a:ext cx="303080" cy="157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9BE40B96-886D-BC0B-9209-E662BF3C5621}"/>
                  </a:ext>
                </a:extLst>
              </p14:cNvPr>
              <p14:cNvContentPartPr/>
              <p14:nvPr/>
            </p14:nvContentPartPr>
            <p14:xfrm>
              <a:off x="2001960" y="3865353"/>
              <a:ext cx="95400" cy="120600"/>
            </p14:xfrm>
          </p:contentPart>
        </mc:Choice>
        <mc:Fallback xmlns=""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9BE40B96-886D-BC0B-9209-E662BF3C562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986480" y="3849873"/>
                <a:ext cx="1260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0876A4F1-C87B-DF5E-01CF-82551C15F9F2}"/>
                  </a:ext>
                </a:extLst>
              </p14:cNvPr>
              <p14:cNvContentPartPr/>
              <p14:nvPr/>
            </p14:nvContentPartPr>
            <p14:xfrm>
              <a:off x="2505600" y="3834033"/>
              <a:ext cx="244800" cy="264600"/>
            </p14:xfrm>
          </p:contentPart>
        </mc:Choice>
        <mc:Fallback xmlns=""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0876A4F1-C87B-DF5E-01CF-82551C15F9F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490120" y="3818553"/>
                <a:ext cx="2754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E0B9148E-0BC7-6DDA-9C39-F86D98A1EA5A}"/>
                  </a:ext>
                </a:extLst>
              </p14:cNvPr>
              <p14:cNvContentPartPr/>
              <p14:nvPr/>
            </p14:nvContentPartPr>
            <p14:xfrm>
              <a:off x="523800" y="1930353"/>
              <a:ext cx="341280" cy="950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E0B9148E-0BC7-6DDA-9C39-F86D98A1EA5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08320" y="1914873"/>
                <a:ext cx="3718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5356176A-5689-F5D2-49EC-7415527AF35D}"/>
                  </a:ext>
                </a:extLst>
              </p14:cNvPr>
              <p14:cNvContentPartPr/>
              <p14:nvPr/>
            </p14:nvContentPartPr>
            <p14:xfrm>
              <a:off x="290880" y="4394913"/>
              <a:ext cx="510480" cy="28800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5356176A-5689-F5D2-49EC-7415527AF35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75411" y="4379433"/>
                <a:ext cx="541058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50E34139-AEAA-E957-FB90-5A426F711183}"/>
                  </a:ext>
                </a:extLst>
              </p14:cNvPr>
              <p14:cNvContentPartPr/>
              <p14:nvPr/>
            </p14:nvContentPartPr>
            <p14:xfrm>
              <a:off x="1025280" y="4385913"/>
              <a:ext cx="342000" cy="23688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50E34139-AEAA-E957-FB90-5A426F71118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09784" y="4370433"/>
                <a:ext cx="372632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595" name="Ink 594">
                <a:extLst>
                  <a:ext uri="{FF2B5EF4-FFF2-40B4-BE49-F238E27FC236}">
                    <a16:creationId xmlns:a16="http://schemas.microsoft.com/office/drawing/2014/main" id="{2623684C-3059-8269-B286-48A74254B947}"/>
                  </a:ext>
                </a:extLst>
              </p14:cNvPr>
              <p14:cNvContentPartPr/>
              <p14:nvPr/>
            </p14:nvContentPartPr>
            <p14:xfrm>
              <a:off x="1530720" y="4435593"/>
              <a:ext cx="628200" cy="284400"/>
            </p14:xfrm>
          </p:contentPart>
        </mc:Choice>
        <mc:Fallback xmlns="">
          <p:pic>
            <p:nvPicPr>
              <p:cNvPr id="595" name="Ink 594">
                <a:extLst>
                  <a:ext uri="{FF2B5EF4-FFF2-40B4-BE49-F238E27FC236}">
                    <a16:creationId xmlns:a16="http://schemas.microsoft.com/office/drawing/2014/main" id="{2623684C-3059-8269-B286-48A74254B94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515240" y="4420113"/>
                <a:ext cx="6588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42B97D8C-CF17-6C14-E919-DD1C5839506A}"/>
                  </a:ext>
                </a:extLst>
              </p14:cNvPr>
              <p14:cNvContentPartPr/>
              <p14:nvPr/>
            </p14:nvContentPartPr>
            <p14:xfrm>
              <a:off x="2269800" y="4405713"/>
              <a:ext cx="288720" cy="21276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42B97D8C-CF17-6C14-E919-DD1C5839506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254320" y="4390233"/>
                <a:ext cx="3193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E3608B0F-6199-A864-D7FD-43DF7324350B}"/>
                  </a:ext>
                </a:extLst>
              </p14:cNvPr>
              <p14:cNvContentPartPr/>
              <p14:nvPr/>
            </p14:nvContentPartPr>
            <p14:xfrm>
              <a:off x="1216727" y="3876873"/>
              <a:ext cx="327960" cy="29700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E3608B0F-6199-A864-D7FD-43DF7324350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201264" y="3861393"/>
                <a:ext cx="358526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616" name="Ink 615">
                <a:extLst>
                  <a:ext uri="{FF2B5EF4-FFF2-40B4-BE49-F238E27FC236}">
                    <a16:creationId xmlns:a16="http://schemas.microsoft.com/office/drawing/2014/main" id="{DD6EEE1A-564E-2819-0E9C-2B3BE8251FCE}"/>
                  </a:ext>
                </a:extLst>
              </p14:cNvPr>
              <p14:cNvContentPartPr/>
              <p14:nvPr/>
            </p14:nvContentPartPr>
            <p14:xfrm>
              <a:off x="2639447" y="4340913"/>
              <a:ext cx="775800" cy="270360"/>
            </p14:xfrm>
          </p:contentPart>
        </mc:Choice>
        <mc:Fallback xmlns="">
          <p:pic>
            <p:nvPicPr>
              <p:cNvPr id="616" name="Ink 615">
                <a:extLst>
                  <a:ext uri="{FF2B5EF4-FFF2-40B4-BE49-F238E27FC236}">
                    <a16:creationId xmlns:a16="http://schemas.microsoft.com/office/drawing/2014/main" id="{DD6EEE1A-564E-2819-0E9C-2B3BE8251FC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623974" y="4325454"/>
                <a:ext cx="806386" cy="300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9A67F2D4-AC95-2843-C5CD-9562D2A09A94}"/>
                  </a:ext>
                </a:extLst>
              </p14:cNvPr>
              <p14:cNvContentPartPr/>
              <p14:nvPr/>
            </p14:nvContentPartPr>
            <p14:xfrm>
              <a:off x="2805211" y="3809913"/>
              <a:ext cx="1029960" cy="30060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9A67F2D4-AC95-2843-C5CD-9562D2A09A9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789731" y="3794433"/>
                <a:ext cx="10605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8FD5B9C3-2CA7-0174-F47F-6A082E15DCA4}"/>
                  </a:ext>
                </a:extLst>
              </p14:cNvPr>
              <p14:cNvContentPartPr/>
              <p14:nvPr/>
            </p14:nvContentPartPr>
            <p14:xfrm>
              <a:off x="2290480" y="3782215"/>
              <a:ext cx="72000" cy="6732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8FD5B9C3-2CA7-0174-F47F-6A082E15DCA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275000" y="3766735"/>
                <a:ext cx="1026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640" name="Ink 639">
                <a:extLst>
                  <a:ext uri="{FF2B5EF4-FFF2-40B4-BE49-F238E27FC236}">
                    <a16:creationId xmlns:a16="http://schemas.microsoft.com/office/drawing/2014/main" id="{6A6C2936-A083-7274-EEAD-B4CD3E853520}"/>
                  </a:ext>
                </a:extLst>
              </p14:cNvPr>
              <p14:cNvContentPartPr/>
              <p14:nvPr/>
            </p14:nvContentPartPr>
            <p14:xfrm>
              <a:off x="4694200" y="3719935"/>
              <a:ext cx="854640" cy="196200"/>
            </p14:xfrm>
          </p:contentPart>
        </mc:Choice>
        <mc:Fallback xmlns="">
          <p:pic>
            <p:nvPicPr>
              <p:cNvPr id="640" name="Ink 639">
                <a:extLst>
                  <a:ext uri="{FF2B5EF4-FFF2-40B4-BE49-F238E27FC236}">
                    <a16:creationId xmlns:a16="http://schemas.microsoft.com/office/drawing/2014/main" id="{6A6C2936-A083-7274-EEAD-B4CD3E853520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678720" y="3704455"/>
                <a:ext cx="8852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649" name="Ink 648">
                <a:extLst>
                  <a:ext uri="{FF2B5EF4-FFF2-40B4-BE49-F238E27FC236}">
                    <a16:creationId xmlns:a16="http://schemas.microsoft.com/office/drawing/2014/main" id="{5A344453-8D47-C1C9-F04A-CC834AEFD612}"/>
                  </a:ext>
                </a:extLst>
              </p14:cNvPr>
              <p14:cNvContentPartPr/>
              <p14:nvPr/>
            </p14:nvContentPartPr>
            <p14:xfrm>
              <a:off x="5707960" y="3742975"/>
              <a:ext cx="653760" cy="136440"/>
            </p14:xfrm>
          </p:contentPart>
        </mc:Choice>
        <mc:Fallback xmlns="">
          <p:pic>
            <p:nvPicPr>
              <p:cNvPr id="649" name="Ink 648">
                <a:extLst>
                  <a:ext uri="{FF2B5EF4-FFF2-40B4-BE49-F238E27FC236}">
                    <a16:creationId xmlns:a16="http://schemas.microsoft.com/office/drawing/2014/main" id="{5A344453-8D47-C1C9-F04A-CC834AEFD61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692489" y="3727536"/>
                <a:ext cx="684343" cy="166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650" name="Ink 649">
                <a:extLst>
                  <a:ext uri="{FF2B5EF4-FFF2-40B4-BE49-F238E27FC236}">
                    <a16:creationId xmlns:a16="http://schemas.microsoft.com/office/drawing/2014/main" id="{DF7B87D4-9567-89E9-B637-6759F6519707}"/>
                  </a:ext>
                </a:extLst>
              </p14:cNvPr>
              <p14:cNvContentPartPr/>
              <p14:nvPr/>
            </p14:nvContentPartPr>
            <p14:xfrm>
              <a:off x="6456196" y="3763473"/>
              <a:ext cx="37440" cy="66960"/>
            </p14:xfrm>
          </p:contentPart>
        </mc:Choice>
        <mc:Fallback xmlns="">
          <p:pic>
            <p:nvPicPr>
              <p:cNvPr id="650" name="Ink 649">
                <a:extLst>
                  <a:ext uri="{FF2B5EF4-FFF2-40B4-BE49-F238E27FC236}">
                    <a16:creationId xmlns:a16="http://schemas.microsoft.com/office/drawing/2014/main" id="{DF7B87D4-9567-89E9-B637-6759F651970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440716" y="3747993"/>
                <a:ext cx="680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651" name="Ink 650">
                <a:extLst>
                  <a:ext uri="{FF2B5EF4-FFF2-40B4-BE49-F238E27FC236}">
                    <a16:creationId xmlns:a16="http://schemas.microsoft.com/office/drawing/2014/main" id="{DEF804DE-799B-5887-8F8B-E4F90BFD8785}"/>
                  </a:ext>
                </a:extLst>
              </p14:cNvPr>
              <p14:cNvContentPartPr/>
              <p14:nvPr/>
            </p14:nvContentPartPr>
            <p14:xfrm>
              <a:off x="6520636" y="3772833"/>
              <a:ext cx="85680" cy="55800"/>
            </p14:xfrm>
          </p:contentPart>
        </mc:Choice>
        <mc:Fallback xmlns="">
          <p:pic>
            <p:nvPicPr>
              <p:cNvPr id="651" name="Ink 650">
                <a:extLst>
                  <a:ext uri="{FF2B5EF4-FFF2-40B4-BE49-F238E27FC236}">
                    <a16:creationId xmlns:a16="http://schemas.microsoft.com/office/drawing/2014/main" id="{DEF804DE-799B-5887-8F8B-E4F90BFD878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505156" y="3757353"/>
                <a:ext cx="116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652" name="Ink 651">
                <a:extLst>
                  <a:ext uri="{FF2B5EF4-FFF2-40B4-BE49-F238E27FC236}">
                    <a16:creationId xmlns:a16="http://schemas.microsoft.com/office/drawing/2014/main" id="{73F451B4-E343-88C5-303B-4C5161851AA9}"/>
                  </a:ext>
                </a:extLst>
              </p14:cNvPr>
              <p14:cNvContentPartPr/>
              <p14:nvPr/>
            </p14:nvContentPartPr>
            <p14:xfrm>
              <a:off x="6599116" y="3732513"/>
              <a:ext cx="51120" cy="102240"/>
            </p14:xfrm>
          </p:contentPart>
        </mc:Choice>
        <mc:Fallback xmlns="">
          <p:pic>
            <p:nvPicPr>
              <p:cNvPr id="652" name="Ink 651">
                <a:extLst>
                  <a:ext uri="{FF2B5EF4-FFF2-40B4-BE49-F238E27FC236}">
                    <a16:creationId xmlns:a16="http://schemas.microsoft.com/office/drawing/2014/main" id="{73F451B4-E343-88C5-303B-4C5161851AA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583636" y="3717033"/>
                <a:ext cx="817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653" name="Ink 652">
                <a:extLst>
                  <a:ext uri="{FF2B5EF4-FFF2-40B4-BE49-F238E27FC236}">
                    <a16:creationId xmlns:a16="http://schemas.microsoft.com/office/drawing/2014/main" id="{EDB65359-9A82-6DBB-CB79-84D30BA9AED3}"/>
                  </a:ext>
                </a:extLst>
              </p14:cNvPr>
              <p14:cNvContentPartPr/>
              <p14:nvPr/>
            </p14:nvContentPartPr>
            <p14:xfrm>
              <a:off x="6608836" y="3770673"/>
              <a:ext cx="90000" cy="9720"/>
            </p14:xfrm>
          </p:contentPart>
        </mc:Choice>
        <mc:Fallback xmlns="">
          <p:pic>
            <p:nvPicPr>
              <p:cNvPr id="653" name="Ink 652">
                <a:extLst>
                  <a:ext uri="{FF2B5EF4-FFF2-40B4-BE49-F238E27FC236}">
                    <a16:creationId xmlns:a16="http://schemas.microsoft.com/office/drawing/2014/main" id="{EDB65359-9A82-6DBB-CB79-84D30BA9AED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593418" y="3755193"/>
                <a:ext cx="120478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069E67-46AA-F89B-9CE8-CD6856B820AA}"/>
                  </a:ext>
                </a:extLst>
              </p14:cNvPr>
              <p14:cNvContentPartPr/>
              <p14:nvPr/>
            </p14:nvContentPartPr>
            <p14:xfrm>
              <a:off x="2029561" y="4044158"/>
              <a:ext cx="63360" cy="98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069E67-46AA-F89B-9CE8-CD6856B820A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014081" y="4028678"/>
                <a:ext cx="93960" cy="12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95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7159B6-7D8F-6B30-0447-1E606BB2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5366A-8AD5-40D0-9A44-F2502E936D3A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CFDDF-3F6D-6B26-1474-D93F780D923C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86D57-32E1-D5D3-D52C-2644B6F30FB1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607E9-1F27-A3BB-1934-E3DF354D4FB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FAA73A-0E57-DBAE-7CC9-6A761AA8D399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BDBDAF5-F5A3-EFE5-D7CD-2E908D9B1AA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B044D39-44FC-962F-25EA-17A1C28121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D847C22-38E5-6C37-858B-605000666904}"/>
              </a:ext>
            </a:extLst>
          </p:cNvPr>
          <p:cNvSpPr/>
          <p:nvPr/>
        </p:nvSpPr>
        <p:spPr>
          <a:xfrm>
            <a:off x="403189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Linear Regression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3B248-34DF-63D2-90A1-184924B28E47}"/>
              </a:ext>
            </a:extLst>
          </p:cNvPr>
          <p:cNvSpPr/>
          <p:nvPr/>
        </p:nvSpPr>
        <p:spPr>
          <a:xfrm>
            <a:off x="2291738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Neural Networks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62BDA-50AA-D708-A2CC-C8A7734CA0A0}"/>
              </a:ext>
            </a:extLst>
          </p:cNvPr>
          <p:cNvSpPr/>
          <p:nvPr/>
        </p:nvSpPr>
        <p:spPr>
          <a:xfrm>
            <a:off x="4180288" y="2993428"/>
            <a:ext cx="2380092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And many other algorithms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FF12AEB-8490-7653-662C-DF1E28727A91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1430072" y="2250381"/>
            <a:ext cx="486354" cy="99756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B61B878-99B0-F800-9E9E-C3935D4E22AD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2374346" y="2303671"/>
            <a:ext cx="486354" cy="890984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6E0DDAC-1BB2-8362-1802-8F63FFEB7D2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16200000" flipH="1">
            <a:off x="3527461" y="1150555"/>
            <a:ext cx="487442" cy="319830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3BD934D-1BA6-561A-1D50-E3CCBADD2846}"/>
              </a:ext>
            </a:extLst>
          </p:cNvPr>
          <p:cNvSpPr/>
          <p:nvPr/>
        </p:nvSpPr>
        <p:spPr>
          <a:xfrm>
            <a:off x="399933" y="2992340"/>
            <a:ext cx="1542554" cy="59634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53D9D-0DD8-40B0-787B-D0D0821F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Models (Single Variable)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BE6CB26-13D2-251E-7FE9-0F4606B9419C}"/>
                  </a:ext>
                </a:extLst>
              </p14:cNvPr>
              <p14:cNvContentPartPr/>
              <p14:nvPr/>
            </p14:nvContentPartPr>
            <p14:xfrm>
              <a:off x="2163600" y="720436"/>
              <a:ext cx="515880" cy="137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BE6CB26-13D2-251E-7FE9-0F4606B941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8120" y="704956"/>
                <a:ext cx="5464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3D1068F-46CF-19B1-2851-C295474A8EC3}"/>
                  </a:ext>
                </a:extLst>
              </p14:cNvPr>
              <p14:cNvContentPartPr/>
              <p14:nvPr/>
            </p14:nvContentPartPr>
            <p14:xfrm>
              <a:off x="1521000" y="715036"/>
              <a:ext cx="466920" cy="158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3D1068F-46CF-19B1-2851-C295474A8E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5508" y="699556"/>
                <a:ext cx="497544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2235E5B-EC2F-DE78-ADC5-84E77A937043}"/>
                  </a:ext>
                </a:extLst>
              </p14:cNvPr>
              <p14:cNvContentPartPr/>
              <p14:nvPr/>
            </p14:nvContentPartPr>
            <p14:xfrm>
              <a:off x="690480" y="735916"/>
              <a:ext cx="685800" cy="209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2235E5B-EC2F-DE78-ADC5-84E77A9370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000" y="720463"/>
                <a:ext cx="716400" cy="240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F1D0470-294D-2807-BFF9-859D6D8E9511}"/>
                  </a:ext>
                </a:extLst>
              </p14:cNvPr>
              <p14:cNvContentPartPr/>
              <p14:nvPr/>
            </p14:nvContentPartPr>
            <p14:xfrm>
              <a:off x="3775388" y="721314"/>
              <a:ext cx="1277640" cy="183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F1D0470-294D-2807-BFF9-859D6D8E95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59908" y="705864"/>
                <a:ext cx="1308240" cy="213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2F288BA-B283-FA93-FC04-11D2CECFC50E}"/>
                  </a:ext>
                </a:extLst>
              </p14:cNvPr>
              <p14:cNvContentPartPr/>
              <p14:nvPr/>
            </p14:nvContentPartPr>
            <p14:xfrm>
              <a:off x="3025148" y="713034"/>
              <a:ext cx="604440" cy="205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2F288BA-B283-FA93-FC04-11D2CECFC5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9659" y="697527"/>
                <a:ext cx="635058" cy="23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5B08443-B45E-FE04-DF4D-94BCF18894D0}"/>
                  </a:ext>
                </a:extLst>
              </p14:cNvPr>
              <p14:cNvContentPartPr/>
              <p14:nvPr/>
            </p14:nvContentPartPr>
            <p14:xfrm>
              <a:off x="5207108" y="683874"/>
              <a:ext cx="795240" cy="202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5B08443-B45E-FE04-DF4D-94BCF18894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91628" y="668366"/>
                <a:ext cx="825840" cy="232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3C61F67-C75A-F4A0-0857-B2C0D0279C43}"/>
                  </a:ext>
                </a:extLst>
              </p14:cNvPr>
              <p14:cNvContentPartPr/>
              <p14:nvPr/>
            </p14:nvContentPartPr>
            <p14:xfrm>
              <a:off x="6164982" y="691299"/>
              <a:ext cx="852840" cy="163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3C61F67-C75A-F4A0-0857-B2C0D0279C4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49502" y="675853"/>
                <a:ext cx="883440" cy="194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169A116-8F9F-CC2B-2040-F3035F768147}"/>
                  </a:ext>
                </a:extLst>
              </p14:cNvPr>
              <p14:cNvContentPartPr/>
              <p14:nvPr/>
            </p14:nvContentPartPr>
            <p14:xfrm>
              <a:off x="965178" y="1126564"/>
              <a:ext cx="85680" cy="1180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169A116-8F9F-CC2B-2040-F3035F76814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9698" y="1111084"/>
                <a:ext cx="1162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CE7BF96-45FE-24FC-D30E-8D8D460770C9}"/>
                  </a:ext>
                </a:extLst>
              </p14:cNvPr>
              <p14:cNvContentPartPr/>
              <p14:nvPr/>
            </p14:nvContentPartPr>
            <p14:xfrm>
              <a:off x="1191258" y="1092004"/>
              <a:ext cx="92520" cy="972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CE7BF96-45FE-24FC-D30E-8D8D460770C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75718" y="1076524"/>
                <a:ext cx="1232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D83E800-7607-802B-A950-2742FE9D5E03}"/>
                  </a:ext>
                </a:extLst>
              </p14:cNvPr>
              <p14:cNvContentPartPr/>
              <p14:nvPr/>
            </p14:nvContentPartPr>
            <p14:xfrm>
              <a:off x="1512378" y="1094164"/>
              <a:ext cx="432360" cy="1112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D83E800-7607-802B-A950-2742FE9D5E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96898" y="1078684"/>
                <a:ext cx="4629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1A0505C-BD04-9000-A5E2-DF1B4CE84357}"/>
                  </a:ext>
                </a:extLst>
              </p14:cNvPr>
              <p14:cNvContentPartPr/>
              <p14:nvPr/>
            </p14:nvContentPartPr>
            <p14:xfrm>
              <a:off x="2228058" y="1034404"/>
              <a:ext cx="90360" cy="119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1A0505C-BD04-9000-A5E2-DF1B4CE8435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578" y="1018924"/>
                <a:ext cx="1209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59EF947B-3856-48E6-C533-C6AFAB114D41}"/>
                  </a:ext>
                </a:extLst>
              </p14:cNvPr>
              <p14:cNvContentPartPr/>
              <p14:nvPr/>
            </p14:nvContentPartPr>
            <p14:xfrm>
              <a:off x="2532978" y="1050604"/>
              <a:ext cx="111240" cy="993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59EF947B-3856-48E6-C533-C6AFAB114D4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17498" y="1035124"/>
                <a:ext cx="1418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8483B86-5F8A-2420-6DBB-6786A206CFB0}"/>
                  </a:ext>
                </a:extLst>
              </p14:cNvPr>
              <p14:cNvContentPartPr/>
              <p14:nvPr/>
            </p14:nvContentPartPr>
            <p14:xfrm>
              <a:off x="2876778" y="1050604"/>
              <a:ext cx="280080" cy="99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8483B86-5F8A-2420-6DBB-6786A206CFB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61278" y="1035124"/>
                <a:ext cx="310719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DB2070F-CC74-1024-A96F-08BF62CACA7F}"/>
                  </a:ext>
                </a:extLst>
              </p14:cNvPr>
              <p14:cNvContentPartPr/>
              <p14:nvPr/>
            </p14:nvContentPartPr>
            <p14:xfrm>
              <a:off x="782658" y="1433644"/>
              <a:ext cx="162000" cy="247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DB2070F-CC74-1024-A96F-08BF62CACA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7178" y="1418141"/>
                <a:ext cx="192600" cy="27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76D2F6E-974B-E8DD-15C9-D3C2B4F762CE}"/>
                  </a:ext>
                </a:extLst>
              </p14:cNvPr>
              <p14:cNvContentPartPr/>
              <p14:nvPr/>
            </p14:nvContentPartPr>
            <p14:xfrm>
              <a:off x="997200" y="1413865"/>
              <a:ext cx="102240" cy="1123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76D2F6E-974B-E8DD-15C9-D3C2B4F762C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1665" y="1398385"/>
                <a:ext cx="132948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1E316F5-4C21-5879-C172-7BD4A3248921}"/>
                  </a:ext>
                </a:extLst>
              </p14:cNvPr>
              <p14:cNvContentPartPr/>
              <p14:nvPr/>
            </p14:nvContentPartPr>
            <p14:xfrm>
              <a:off x="1290600" y="1572265"/>
              <a:ext cx="81000" cy="46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1E316F5-4C21-5879-C172-7BD4A324892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75120" y="1556785"/>
                <a:ext cx="1116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8665ADB-E2D5-F20A-CBB7-1512F6BF0E76}"/>
                  </a:ext>
                </a:extLst>
              </p14:cNvPr>
              <p14:cNvContentPartPr/>
              <p14:nvPr/>
            </p14:nvContentPartPr>
            <p14:xfrm>
              <a:off x="1944360" y="1422145"/>
              <a:ext cx="381240" cy="156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8665ADB-E2D5-F20A-CBB7-1512F6BF0E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28880" y="1406665"/>
                <a:ext cx="4118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4BEC5D7-E5A1-6A38-8D64-52C03E90BA5E}"/>
                  </a:ext>
                </a:extLst>
              </p14:cNvPr>
              <p14:cNvContentPartPr/>
              <p14:nvPr/>
            </p14:nvContentPartPr>
            <p14:xfrm>
              <a:off x="1591200" y="1461385"/>
              <a:ext cx="212400" cy="1270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4BEC5D7-E5A1-6A38-8D64-52C03E90BA5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75720" y="1445861"/>
                <a:ext cx="243000" cy="157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D29FB17-0CFF-06F3-5C73-691FC6A2A5CA}"/>
                  </a:ext>
                </a:extLst>
              </p14:cNvPr>
              <p14:cNvContentPartPr/>
              <p14:nvPr/>
            </p14:nvContentPartPr>
            <p14:xfrm>
              <a:off x="2415240" y="1292905"/>
              <a:ext cx="808560" cy="236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D29FB17-0CFF-06F3-5C73-691FC6A2A5C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99760" y="1277401"/>
                <a:ext cx="839160" cy="266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1C15079-823D-0463-9C14-85DEE19325EC}"/>
                  </a:ext>
                </a:extLst>
              </p14:cNvPr>
              <p14:cNvContentPartPr/>
              <p14:nvPr/>
            </p14:nvContentPartPr>
            <p14:xfrm>
              <a:off x="4221463" y="1348336"/>
              <a:ext cx="786240" cy="111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1C15079-823D-0463-9C14-85DEE19325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05983" y="1332906"/>
                <a:ext cx="816840" cy="142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B7BBDD2-60B0-29F8-CEB7-58206886B43B}"/>
                  </a:ext>
                </a:extLst>
              </p14:cNvPr>
              <p14:cNvContentPartPr/>
              <p14:nvPr/>
            </p14:nvContentPartPr>
            <p14:xfrm>
              <a:off x="5193823" y="1295776"/>
              <a:ext cx="545760" cy="1292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B7BBDD2-60B0-29F8-CEB7-58206886B43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78343" y="1280296"/>
                <a:ext cx="5763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0E3C581-850F-3AC6-C870-720D98D96EB0}"/>
                  </a:ext>
                </a:extLst>
              </p14:cNvPr>
              <p14:cNvContentPartPr/>
              <p14:nvPr/>
            </p14:nvContentPartPr>
            <p14:xfrm>
              <a:off x="1078065" y="1862065"/>
              <a:ext cx="757440" cy="1699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0E3C581-850F-3AC6-C870-720D98D96EB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2585" y="1846618"/>
                <a:ext cx="788040" cy="200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ABD28F6-2E93-1268-6B66-ADB06FC1E1A7}"/>
                  </a:ext>
                </a:extLst>
              </p14:cNvPr>
              <p14:cNvContentPartPr/>
              <p14:nvPr/>
            </p14:nvContentPartPr>
            <p14:xfrm>
              <a:off x="685665" y="1954225"/>
              <a:ext cx="205920" cy="1054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ABD28F6-2E93-1268-6B66-ADB06FC1E1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0185" y="1938745"/>
                <a:ext cx="2365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E1EDFDFA-3B11-8066-80C3-B7ECD3F10252}"/>
                  </a:ext>
                </a:extLst>
              </p14:cNvPr>
              <p14:cNvContentPartPr/>
              <p14:nvPr/>
            </p14:nvContentPartPr>
            <p14:xfrm>
              <a:off x="2008665" y="1639585"/>
              <a:ext cx="2254320" cy="3160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E1EDFDFA-3B11-8066-80C3-B7ECD3F1025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93183" y="1624123"/>
                <a:ext cx="2284925" cy="346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4561DF52-2168-8D0F-ACAD-CD37E17401E1}"/>
                  </a:ext>
                </a:extLst>
              </p14:cNvPr>
              <p14:cNvContentPartPr/>
              <p14:nvPr/>
            </p14:nvContentPartPr>
            <p14:xfrm>
              <a:off x="4396674" y="1518967"/>
              <a:ext cx="2247840" cy="2718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4561DF52-2168-8D0F-ACAD-CD37E17401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81194" y="1503487"/>
                <a:ext cx="22784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C375B122-1389-78D2-61C4-027B34FE92DB}"/>
                  </a:ext>
                </a:extLst>
              </p14:cNvPr>
              <p14:cNvContentPartPr/>
              <p14:nvPr/>
            </p14:nvContentPartPr>
            <p14:xfrm>
              <a:off x="7767306" y="1460790"/>
              <a:ext cx="1181160" cy="2458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C375B122-1389-78D2-61C4-027B34FE92D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51826" y="1445310"/>
                <a:ext cx="12117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07E36D7-E1DE-4B53-41EB-43C93578FC43}"/>
                  </a:ext>
                </a:extLst>
              </p14:cNvPr>
              <p14:cNvContentPartPr/>
              <p14:nvPr/>
            </p14:nvContentPartPr>
            <p14:xfrm>
              <a:off x="6811866" y="1463670"/>
              <a:ext cx="755280" cy="23076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07E36D7-E1DE-4B53-41EB-43C93578FC4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96386" y="1448166"/>
                <a:ext cx="785880" cy="261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3809F44-CAE4-F4F1-4DAC-ABEBBC5A148E}"/>
                  </a:ext>
                </a:extLst>
              </p14:cNvPr>
              <p14:cNvContentPartPr/>
              <p14:nvPr/>
            </p14:nvContentPartPr>
            <p14:xfrm>
              <a:off x="694893" y="2190049"/>
              <a:ext cx="404280" cy="294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3809F44-CAE4-F4F1-4DAC-ABEBBC5A148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9413" y="2174550"/>
                <a:ext cx="434880" cy="324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9334D5B4-5B91-2647-2F31-E086DC593E87}"/>
                  </a:ext>
                </a:extLst>
              </p14:cNvPr>
              <p14:cNvContentPartPr/>
              <p14:nvPr/>
            </p14:nvContentPartPr>
            <p14:xfrm>
              <a:off x="1289613" y="2255569"/>
              <a:ext cx="983880" cy="155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9334D5B4-5B91-2647-2F31-E086DC593E8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274133" y="2240089"/>
                <a:ext cx="10144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ACEDB7DC-B1F7-438C-881C-980C92A03CEC}"/>
                  </a:ext>
                </a:extLst>
              </p14:cNvPr>
              <p14:cNvContentPartPr/>
              <p14:nvPr/>
            </p14:nvContentPartPr>
            <p14:xfrm>
              <a:off x="628200" y="2637085"/>
              <a:ext cx="866880" cy="24012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ACEDB7DC-B1F7-438C-881C-980C92A03CE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2714" y="2621628"/>
                <a:ext cx="897493" cy="270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23CCC54C-0115-96F2-389E-250B1F4D5D4A}"/>
                  </a:ext>
                </a:extLst>
              </p14:cNvPr>
              <p14:cNvContentPartPr/>
              <p14:nvPr/>
            </p14:nvContentPartPr>
            <p14:xfrm>
              <a:off x="1908360" y="2595685"/>
              <a:ext cx="943200" cy="16884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23CCC54C-0115-96F2-389E-250B1F4D5D4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92880" y="2580172"/>
                <a:ext cx="973800" cy="199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38ADAA82-D254-0DE2-CD74-6F6CD9A57CBE}"/>
                  </a:ext>
                </a:extLst>
              </p14:cNvPr>
              <p14:cNvContentPartPr/>
              <p14:nvPr/>
            </p14:nvContentPartPr>
            <p14:xfrm>
              <a:off x="1622160" y="2646805"/>
              <a:ext cx="130320" cy="1504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38ADAA82-D254-0DE2-CD74-6F6CD9A57CB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06680" y="2631325"/>
                <a:ext cx="1609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E4926D31-EFF6-65C6-6BFC-BB55E6467379}"/>
                  </a:ext>
                </a:extLst>
              </p14:cNvPr>
              <p14:cNvContentPartPr/>
              <p14:nvPr/>
            </p14:nvContentPartPr>
            <p14:xfrm>
              <a:off x="2989440" y="2548525"/>
              <a:ext cx="937800" cy="13932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E4926D31-EFF6-65C6-6BFC-BB55E64673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973966" y="2533085"/>
                <a:ext cx="968388" cy="169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542460A0-A214-DC9F-388B-684BADFEE29D}"/>
                  </a:ext>
                </a:extLst>
              </p14:cNvPr>
              <p14:cNvContentPartPr/>
              <p14:nvPr/>
            </p14:nvContentPartPr>
            <p14:xfrm>
              <a:off x="623520" y="3104365"/>
              <a:ext cx="398880" cy="24300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542460A0-A214-DC9F-388B-684BADFEE29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08026" y="3088885"/>
                <a:ext cx="429508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ECCCD5BB-E7B4-FD0B-A8B5-33D611AAA90F}"/>
                  </a:ext>
                </a:extLst>
              </p14:cNvPr>
              <p14:cNvContentPartPr/>
              <p14:nvPr/>
            </p14:nvContentPartPr>
            <p14:xfrm>
              <a:off x="1241640" y="3070885"/>
              <a:ext cx="687600" cy="19980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ECCCD5BB-E7B4-FD0B-A8B5-33D611AAA90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26168" y="3055377"/>
                <a:ext cx="718184" cy="230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5E2E5E3-6C97-22F9-4C04-3761B34740D4}"/>
                  </a:ext>
                </a:extLst>
              </p14:cNvPr>
              <p14:cNvContentPartPr/>
              <p14:nvPr/>
            </p14:nvContentPartPr>
            <p14:xfrm>
              <a:off x="1566360" y="3357085"/>
              <a:ext cx="105120" cy="9972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5E2E5E3-6C97-22F9-4C04-3761B34740D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50827" y="3341605"/>
                <a:ext cx="135825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A3847386-279C-6D08-4722-E08BC0B2ADA3}"/>
                  </a:ext>
                </a:extLst>
              </p14:cNvPr>
              <p14:cNvContentPartPr/>
              <p14:nvPr/>
            </p14:nvContentPartPr>
            <p14:xfrm>
              <a:off x="2033640" y="2948485"/>
              <a:ext cx="107640" cy="3315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A3847386-279C-6D08-4722-E08BC0B2ADA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18160" y="2933005"/>
                <a:ext cx="13824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E788D2A7-5241-E940-93AE-0CCEADD0C327}"/>
                  </a:ext>
                </a:extLst>
              </p14:cNvPr>
              <p14:cNvContentPartPr/>
              <p14:nvPr/>
            </p14:nvContentPartPr>
            <p14:xfrm>
              <a:off x="2213640" y="2991685"/>
              <a:ext cx="134280" cy="13068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E788D2A7-5241-E940-93AE-0CCEADD0C32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198160" y="2976205"/>
                <a:ext cx="164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35829094-2891-BE32-4BD3-010E8373B00E}"/>
                  </a:ext>
                </a:extLst>
              </p14:cNvPr>
              <p14:cNvContentPartPr/>
              <p14:nvPr/>
            </p14:nvContentPartPr>
            <p14:xfrm>
              <a:off x="2223360" y="3179745"/>
              <a:ext cx="81000" cy="7128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35829094-2891-BE32-4BD3-010E8373B0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207880" y="3164265"/>
                <a:ext cx="1116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B127CCBE-7CBC-7711-EECC-521ED7256E23}"/>
                  </a:ext>
                </a:extLst>
              </p14:cNvPr>
              <p14:cNvContentPartPr/>
              <p14:nvPr/>
            </p14:nvContentPartPr>
            <p14:xfrm>
              <a:off x="2553840" y="2990025"/>
              <a:ext cx="244800" cy="29340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B127CCBE-7CBC-7711-EECC-521ED7256E2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38383" y="2974545"/>
                <a:ext cx="275355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76554433-516D-488F-3023-93000F0AD5DB}"/>
                  </a:ext>
                </a:extLst>
              </p14:cNvPr>
              <p14:cNvContentPartPr/>
              <p14:nvPr/>
            </p14:nvContentPartPr>
            <p14:xfrm>
              <a:off x="2588400" y="2872305"/>
              <a:ext cx="65160" cy="489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76554433-516D-488F-3023-93000F0AD5D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72920" y="2856710"/>
                <a:ext cx="95760" cy="79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9EAC05B8-19D8-B08B-752F-56969CC7FC09}"/>
                  </a:ext>
                </a:extLst>
              </p14:cNvPr>
              <p14:cNvContentPartPr/>
              <p14:nvPr/>
            </p14:nvContentPartPr>
            <p14:xfrm>
              <a:off x="2909160" y="2902185"/>
              <a:ext cx="127440" cy="24300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9EAC05B8-19D8-B08B-752F-56969CC7FC0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93680" y="2886682"/>
                <a:ext cx="158040" cy="27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C0057260-4E66-ED55-EB28-9739FF5E2EED}"/>
                  </a:ext>
                </a:extLst>
              </p14:cNvPr>
              <p14:cNvContentPartPr/>
              <p14:nvPr/>
            </p14:nvContentPartPr>
            <p14:xfrm>
              <a:off x="3089520" y="2969145"/>
              <a:ext cx="233640" cy="17244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C0057260-4E66-ED55-EB28-9739FF5E2EE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074016" y="2953665"/>
                <a:ext cx="264287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0BCDB510-2079-2FFB-E7BB-5DA456975C76}"/>
                  </a:ext>
                </a:extLst>
              </p14:cNvPr>
              <p14:cNvContentPartPr/>
              <p14:nvPr/>
            </p14:nvContentPartPr>
            <p14:xfrm>
              <a:off x="3287880" y="2897865"/>
              <a:ext cx="173520" cy="11196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0BCDB510-2079-2FFB-E7BB-5DA456975C7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72368" y="2882435"/>
                <a:ext cx="204184" cy="142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9785DA8D-A9FE-2140-2944-BA37BE245A81}"/>
                  </a:ext>
                </a:extLst>
              </p14:cNvPr>
              <p14:cNvContentPartPr/>
              <p14:nvPr/>
            </p14:nvContentPartPr>
            <p14:xfrm>
              <a:off x="4066200" y="2978505"/>
              <a:ext cx="323640" cy="1551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9785DA8D-A9FE-2140-2944-BA37BE245A8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050720" y="2962989"/>
                <a:ext cx="354240" cy="185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501D95CA-6C68-9553-BEA3-06F1E8F84B0A}"/>
                  </a:ext>
                </a:extLst>
              </p14:cNvPr>
              <p14:cNvContentPartPr/>
              <p14:nvPr/>
            </p14:nvContentPartPr>
            <p14:xfrm>
              <a:off x="3510720" y="2990025"/>
              <a:ext cx="382320" cy="15948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501D95CA-6C68-9553-BEA3-06F1E8F84B0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495255" y="2974545"/>
                <a:ext cx="412891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93B599D9-D86E-BA8C-4253-256C97ABC6D8}"/>
                  </a:ext>
                </a:extLst>
              </p14:cNvPr>
              <p14:cNvContentPartPr/>
              <p14:nvPr/>
            </p14:nvContentPartPr>
            <p14:xfrm>
              <a:off x="4370760" y="2872305"/>
              <a:ext cx="162000" cy="13212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93B599D9-D86E-BA8C-4253-256C97ABC6D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355246" y="2856783"/>
                <a:ext cx="192668" cy="162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9AF6FC6F-8D4C-9576-6964-3199E9D9FB67}"/>
                  </a:ext>
                </a:extLst>
              </p14:cNvPr>
              <p14:cNvContentPartPr/>
              <p14:nvPr/>
            </p14:nvContentPartPr>
            <p14:xfrm>
              <a:off x="2798280" y="2950785"/>
              <a:ext cx="83520" cy="20952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9AF6FC6F-8D4C-9576-6964-3199E9D9FB6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82800" y="2935278"/>
                <a:ext cx="114120" cy="240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2EF0C7C5-CCCA-B502-34C5-87B988DF1A1B}"/>
                  </a:ext>
                </a:extLst>
              </p14:cNvPr>
              <p14:cNvContentPartPr/>
              <p14:nvPr/>
            </p14:nvContentPartPr>
            <p14:xfrm>
              <a:off x="4601880" y="2858625"/>
              <a:ext cx="362160" cy="29124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2EF0C7C5-CCCA-B502-34C5-87B988DF1A1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586415" y="2843145"/>
                <a:ext cx="39273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6B221402-88FE-BA7D-0511-A5249F216F5E}"/>
                  </a:ext>
                </a:extLst>
              </p14:cNvPr>
              <p14:cNvContentPartPr/>
              <p14:nvPr/>
            </p14:nvContentPartPr>
            <p14:xfrm>
              <a:off x="2473920" y="2255625"/>
              <a:ext cx="70920" cy="4896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6B221402-88FE-BA7D-0511-A5249F216F5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458440" y="2240145"/>
                <a:ext cx="101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23C2DD90-46DD-9BF0-A265-8A26FBC5D1CE}"/>
                  </a:ext>
                </a:extLst>
              </p14:cNvPr>
              <p14:cNvContentPartPr/>
              <p14:nvPr/>
            </p14:nvContentPartPr>
            <p14:xfrm>
              <a:off x="3149640" y="2154105"/>
              <a:ext cx="133920" cy="12240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23C2DD90-46DD-9BF0-A265-8A26FBC5D1C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134160" y="2138625"/>
                <a:ext cx="164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42A4E379-9A34-C143-B101-95E0203FA6FE}"/>
                  </a:ext>
                </a:extLst>
              </p14:cNvPr>
              <p14:cNvContentPartPr/>
              <p14:nvPr/>
            </p14:nvContentPartPr>
            <p14:xfrm>
              <a:off x="2823840" y="2202705"/>
              <a:ext cx="159120" cy="9468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42A4E379-9A34-C143-B101-95E0203FA6F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08395" y="2187284"/>
                <a:ext cx="189651" cy="125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2A26FB0C-F467-1818-E248-FE6BA1C9C913}"/>
                  </a:ext>
                </a:extLst>
              </p14:cNvPr>
              <p14:cNvContentPartPr/>
              <p14:nvPr/>
            </p14:nvContentPartPr>
            <p14:xfrm>
              <a:off x="2802960" y="2080305"/>
              <a:ext cx="138960" cy="7308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2A26FB0C-F467-1818-E248-FE6BA1C9C91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87440" y="2064825"/>
                <a:ext cx="169639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0676626A-095B-E98C-30EB-03FCC26D4021}"/>
                  </a:ext>
                </a:extLst>
              </p14:cNvPr>
              <p14:cNvContentPartPr/>
              <p14:nvPr/>
            </p14:nvContentPartPr>
            <p14:xfrm>
              <a:off x="3001680" y="2098665"/>
              <a:ext cx="67320" cy="6048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0676626A-095B-E98C-30EB-03FCC26D402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986200" y="2083185"/>
                <a:ext cx="97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3C499DA0-F180-E899-FF02-83E5B4F3BE4F}"/>
                  </a:ext>
                </a:extLst>
              </p14:cNvPr>
              <p14:cNvContentPartPr/>
              <p14:nvPr/>
            </p14:nvContentPartPr>
            <p14:xfrm>
              <a:off x="4257720" y="2027025"/>
              <a:ext cx="746280" cy="15984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3C499DA0-F180-E899-FF02-83E5B4F3BE4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242233" y="2011545"/>
                <a:ext cx="776895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E043079A-B412-60A6-8413-32B1B7560BC4}"/>
                  </a:ext>
                </a:extLst>
              </p14:cNvPr>
              <p14:cNvContentPartPr/>
              <p14:nvPr/>
            </p14:nvContentPartPr>
            <p14:xfrm>
              <a:off x="5449393" y="2061745"/>
              <a:ext cx="117360" cy="6084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E043079A-B412-60A6-8413-32B1B7560BC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33913" y="2046173"/>
                <a:ext cx="147960" cy="91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DD821E76-D754-0637-722E-D55656738CED}"/>
                  </a:ext>
                </a:extLst>
              </p14:cNvPr>
              <p14:cNvContentPartPr/>
              <p14:nvPr/>
            </p14:nvContentPartPr>
            <p14:xfrm>
              <a:off x="5631553" y="2036545"/>
              <a:ext cx="65160" cy="13428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DD821E76-D754-0637-722E-D55656738CE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15987" y="2021065"/>
                <a:ext cx="9593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4D1B248E-FAE0-38AE-5A82-374F3FFB621B}"/>
                  </a:ext>
                </a:extLst>
              </p14:cNvPr>
              <p14:cNvContentPartPr/>
              <p14:nvPr/>
            </p14:nvContentPartPr>
            <p14:xfrm>
              <a:off x="2918593" y="2373505"/>
              <a:ext cx="194400" cy="60120"/>
            </p14:xfrm>
          </p:contentPart>
        </mc:Choice>
        <mc:Fallback xmlns=""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4D1B248E-FAE0-38AE-5A82-374F3FFB621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903113" y="2358025"/>
                <a:ext cx="2250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8E054AC6-6A0B-97BB-265E-B3986D5FFA89}"/>
                  </a:ext>
                </a:extLst>
              </p14:cNvPr>
              <p14:cNvContentPartPr/>
              <p14:nvPr/>
            </p14:nvContentPartPr>
            <p14:xfrm>
              <a:off x="3297313" y="2304385"/>
              <a:ext cx="196560" cy="6264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8E054AC6-6A0B-97BB-265E-B3986D5FFA8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281833" y="2288905"/>
                <a:ext cx="2271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05234255-2A3B-B3DB-AB41-A89861B40D7B}"/>
                  </a:ext>
                </a:extLst>
              </p14:cNvPr>
              <p14:cNvContentPartPr/>
              <p14:nvPr/>
            </p14:nvContentPartPr>
            <p14:xfrm>
              <a:off x="4842073" y="2276665"/>
              <a:ext cx="517320" cy="27864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05234255-2A3B-B3DB-AB41-A89861B40D7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26593" y="2261205"/>
                <a:ext cx="547920" cy="309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C4281C70-15ED-D248-C2D2-0D5ECEE58EC0}"/>
                  </a:ext>
                </a:extLst>
              </p14:cNvPr>
              <p14:cNvContentPartPr/>
              <p14:nvPr/>
            </p14:nvContentPartPr>
            <p14:xfrm>
              <a:off x="4241593" y="2285665"/>
              <a:ext cx="342000" cy="17388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C4281C70-15ED-D248-C2D2-0D5ECEE58EC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226113" y="2270153"/>
                <a:ext cx="372600" cy="204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CBA11FB0-72D8-B95E-1BCF-BFAA66D56AD9}"/>
                  </a:ext>
                </a:extLst>
              </p14:cNvPr>
              <p14:cNvContentPartPr/>
              <p14:nvPr/>
            </p14:nvContentPartPr>
            <p14:xfrm>
              <a:off x="923400" y="3793713"/>
              <a:ext cx="83520" cy="4392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CBA11FB0-72D8-B95E-1BCF-BFAA66D56AD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07920" y="3778359"/>
                <a:ext cx="114120" cy="7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33BACA58-52F9-2F7E-2E54-B45BC13E488C}"/>
                  </a:ext>
                </a:extLst>
              </p14:cNvPr>
              <p14:cNvContentPartPr/>
              <p14:nvPr/>
            </p14:nvContentPartPr>
            <p14:xfrm>
              <a:off x="3200400" y="2052753"/>
              <a:ext cx="129600" cy="60120"/>
            </p14:xfrm>
          </p:contentPart>
        </mc:Choice>
        <mc:Fallback xmlns=""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33BACA58-52F9-2F7E-2E54-B45BC13E488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184920" y="2037365"/>
                <a:ext cx="160200" cy="90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F98BE228-E16A-0D85-655E-799773CC665B}"/>
                  </a:ext>
                </a:extLst>
              </p14:cNvPr>
              <p14:cNvContentPartPr/>
              <p14:nvPr/>
            </p14:nvContentPartPr>
            <p14:xfrm>
              <a:off x="3659760" y="2883993"/>
              <a:ext cx="127080" cy="69480"/>
            </p14:xfrm>
          </p:contentPart>
        </mc:Choice>
        <mc:Fallback xmlns=""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F98BE228-E16A-0D85-655E-799773CC665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44324" y="2868593"/>
                <a:ext cx="157594" cy="99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2D034AE0-3BAA-EBBD-F6DF-628E81A36E13}"/>
                  </a:ext>
                </a:extLst>
              </p14:cNvPr>
              <p14:cNvContentPartPr/>
              <p14:nvPr/>
            </p14:nvContentPartPr>
            <p14:xfrm>
              <a:off x="1595520" y="3281073"/>
              <a:ext cx="145800" cy="48960"/>
            </p14:xfrm>
          </p:contentPart>
        </mc:Choice>
        <mc:Fallback xmlns=""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2D034AE0-3BAA-EBBD-F6DF-628E81A36E1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80040" y="3265593"/>
                <a:ext cx="1764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F7E3B16A-8007-2AE4-F8C9-A6E2863EE98A}"/>
                  </a:ext>
                </a:extLst>
              </p14:cNvPr>
              <p14:cNvContentPartPr/>
              <p14:nvPr/>
            </p14:nvContentPartPr>
            <p14:xfrm>
              <a:off x="2242080" y="3584553"/>
              <a:ext cx="145440" cy="25092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F7E3B16A-8007-2AE4-F8C9-A6E2863EE98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226638" y="3569051"/>
                <a:ext cx="175964" cy="281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81CDDAF6-0385-B1A4-4230-8064B5608C49}"/>
                  </a:ext>
                </a:extLst>
              </p14:cNvPr>
              <p14:cNvContentPartPr/>
              <p14:nvPr/>
            </p14:nvContentPartPr>
            <p14:xfrm>
              <a:off x="1214280" y="3694353"/>
              <a:ext cx="749520" cy="185040"/>
            </p14:xfrm>
          </p:contentPart>
        </mc:Choice>
        <mc:Fallback xmlns=""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81CDDAF6-0385-B1A4-4230-8064B5608C4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98793" y="3678873"/>
                <a:ext cx="780135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8264554F-5101-0760-E035-C688122F45A7}"/>
                  </a:ext>
                </a:extLst>
              </p14:cNvPr>
              <p14:cNvContentPartPr/>
              <p14:nvPr/>
            </p14:nvContentPartPr>
            <p14:xfrm>
              <a:off x="2706480" y="3472593"/>
              <a:ext cx="288720" cy="399960"/>
            </p14:xfrm>
          </p:contentPart>
        </mc:Choice>
        <mc:Fallback xmlns=""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8264554F-5101-0760-E035-C688122F45A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691000" y="3457099"/>
                <a:ext cx="319320" cy="430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F1454906-13CF-2317-D8FB-D06E17CD4248}"/>
                  </a:ext>
                </a:extLst>
              </p14:cNvPr>
              <p14:cNvContentPartPr/>
              <p14:nvPr/>
            </p14:nvContentPartPr>
            <p14:xfrm>
              <a:off x="3084840" y="3484113"/>
              <a:ext cx="145440" cy="176040"/>
            </p14:xfrm>
          </p:contentPart>
        </mc:Choice>
        <mc:Fallback xmlns=""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F1454906-13CF-2317-D8FB-D06E17CD424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69398" y="3468601"/>
                <a:ext cx="175964" cy="206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6F44A370-9D45-DA2D-9F69-3F0ECD5D3E1D}"/>
                  </a:ext>
                </a:extLst>
              </p14:cNvPr>
              <p14:cNvContentPartPr/>
              <p14:nvPr/>
            </p14:nvContentPartPr>
            <p14:xfrm>
              <a:off x="7311159" y="2015708"/>
              <a:ext cx="123480" cy="105480"/>
            </p14:xfrm>
          </p:contentPart>
        </mc:Choice>
        <mc:Fallback xmlns=""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6F44A370-9D45-DA2D-9F69-3F0ECD5D3E1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295679" y="2000228"/>
                <a:ext cx="1540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E2E9C918-54CD-A14A-501E-CD66BACA4671}"/>
                  </a:ext>
                </a:extLst>
              </p14:cNvPr>
              <p14:cNvContentPartPr/>
              <p14:nvPr/>
            </p14:nvContentPartPr>
            <p14:xfrm>
              <a:off x="5916519" y="1990868"/>
              <a:ext cx="1245240" cy="187920"/>
            </p14:xfrm>
          </p:contentPart>
        </mc:Choice>
        <mc:Fallback xmlns=""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E2E9C918-54CD-A14A-501E-CD66BACA467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1043" y="1975388"/>
                <a:ext cx="1275831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879D247E-77BA-3612-2F75-EE66CCCB3C5A}"/>
                  </a:ext>
                </a:extLst>
              </p14:cNvPr>
              <p14:cNvContentPartPr/>
              <p14:nvPr/>
            </p14:nvContentPartPr>
            <p14:xfrm>
              <a:off x="7573567" y="1960164"/>
              <a:ext cx="1380960" cy="159840"/>
            </p14:xfrm>
          </p:contentPart>
        </mc:Choice>
        <mc:Fallback xmlns=""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879D247E-77BA-3612-2F75-EE66CCCB3C5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558087" y="1944649"/>
                <a:ext cx="1411560" cy="190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9752685F-9984-5991-FB04-95D9533795BA}"/>
                  </a:ext>
                </a:extLst>
              </p14:cNvPr>
              <p14:cNvContentPartPr/>
              <p14:nvPr/>
            </p14:nvContentPartPr>
            <p14:xfrm>
              <a:off x="3020662" y="3499182"/>
              <a:ext cx="62280" cy="20952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9752685F-9984-5991-FB04-95D9533795B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005182" y="3483702"/>
                <a:ext cx="928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A0CD37AB-88BA-C8DB-B458-756B38BF42CF}"/>
                  </a:ext>
                </a:extLst>
              </p14:cNvPr>
              <p14:cNvContentPartPr/>
              <p14:nvPr/>
            </p14:nvContentPartPr>
            <p14:xfrm>
              <a:off x="3316222" y="3424302"/>
              <a:ext cx="280800" cy="22752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A0CD37AB-88BA-C8DB-B458-756B38BF42C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300762" y="3408846"/>
                <a:ext cx="311361" cy="258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5B382DF6-D996-620F-60D1-CB0BFF704433}"/>
                  </a:ext>
                </a:extLst>
              </p14:cNvPr>
              <p14:cNvContentPartPr/>
              <p14:nvPr/>
            </p14:nvContentPartPr>
            <p14:xfrm>
              <a:off x="3704662" y="3581262"/>
              <a:ext cx="87120" cy="252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5B382DF6-D996-620F-60D1-CB0BFF70443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689182" y="3567717"/>
                <a:ext cx="117720" cy="29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ADB3457A-BBE7-D251-16FA-2C7ACE3404F0}"/>
                  </a:ext>
                </a:extLst>
              </p14:cNvPr>
              <p14:cNvContentPartPr/>
              <p14:nvPr/>
            </p14:nvContentPartPr>
            <p14:xfrm>
              <a:off x="3248542" y="3362022"/>
              <a:ext cx="88560" cy="11124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ADB3457A-BBE7-D251-16FA-2C7ACE3404F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232999" y="3346542"/>
                <a:ext cx="119285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7950718F-5A76-52BC-DA83-DACBA3B9DF7E}"/>
                  </a:ext>
                </a:extLst>
              </p14:cNvPr>
              <p14:cNvContentPartPr/>
              <p14:nvPr/>
            </p14:nvContentPartPr>
            <p14:xfrm>
              <a:off x="3962062" y="3389742"/>
              <a:ext cx="275400" cy="25884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7950718F-5A76-52BC-DA83-DACBA3B9DF7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46562" y="3374262"/>
                <a:ext cx="3060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6D0DEBF7-47F4-B988-CB5B-8824FD8D4305}"/>
                  </a:ext>
                </a:extLst>
              </p14:cNvPr>
              <p14:cNvContentPartPr/>
              <p14:nvPr/>
            </p14:nvContentPartPr>
            <p14:xfrm>
              <a:off x="2944342" y="3484062"/>
              <a:ext cx="47160" cy="249480"/>
            </p14:xfrm>
          </p:contentPart>
        </mc:Choice>
        <mc:Fallback xmlns=""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6D0DEBF7-47F4-B988-CB5B-8824FD8D430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928862" y="3468582"/>
                <a:ext cx="777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7D730F65-846C-4A1E-A3C5-C2AB9C0E0AD9}"/>
                  </a:ext>
                </a:extLst>
              </p14:cNvPr>
              <p14:cNvContentPartPr/>
              <p14:nvPr/>
            </p14:nvContentPartPr>
            <p14:xfrm>
              <a:off x="4340782" y="3408102"/>
              <a:ext cx="261360" cy="241560"/>
            </p14:xfrm>
          </p:contentPart>
        </mc:Choice>
        <mc:Fallback xmlns=""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7D730F65-846C-4A1E-A3C5-C2AB9C0E0AD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25302" y="3392645"/>
                <a:ext cx="291960" cy="272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773B0656-1DCB-7195-AEF7-4F28E7AC334C}"/>
                  </a:ext>
                </a:extLst>
              </p14:cNvPr>
              <p14:cNvContentPartPr/>
              <p14:nvPr/>
            </p14:nvContentPartPr>
            <p14:xfrm>
              <a:off x="2096542" y="3560382"/>
              <a:ext cx="78840" cy="33984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773B0656-1DCB-7195-AEF7-4F28E7AC334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81062" y="3544902"/>
                <a:ext cx="1094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BD1FD0E-3E88-BC3A-0A6E-2DF740BBB8EA}"/>
                  </a:ext>
                </a:extLst>
              </p14:cNvPr>
              <p14:cNvContentPartPr/>
              <p14:nvPr/>
            </p14:nvContentPartPr>
            <p14:xfrm>
              <a:off x="4719502" y="3377862"/>
              <a:ext cx="83160" cy="29628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BD1FD0E-3E88-BC3A-0A6E-2DF740BBB8E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704022" y="3362363"/>
                <a:ext cx="113760" cy="326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157E0D36-1707-4516-76C1-9B6A34E0C71A}"/>
                  </a:ext>
                </a:extLst>
              </p14:cNvPr>
              <p14:cNvContentPartPr/>
              <p14:nvPr/>
            </p14:nvContentPartPr>
            <p14:xfrm>
              <a:off x="6617520" y="3383787"/>
              <a:ext cx="311760" cy="208080"/>
            </p14:xfrm>
          </p:contentPart>
        </mc:Choice>
        <mc:Fallback xmlns=""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157E0D36-1707-4516-76C1-9B6A34E0C71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02058" y="3368280"/>
                <a:ext cx="342325" cy="238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61E3B5DE-C7F7-E5F9-3432-9F16ECBC858A}"/>
                  </a:ext>
                </a:extLst>
              </p14:cNvPr>
              <p14:cNvContentPartPr/>
              <p14:nvPr/>
            </p14:nvContentPartPr>
            <p14:xfrm>
              <a:off x="5979600" y="3398187"/>
              <a:ext cx="464760" cy="21420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61E3B5DE-C7F7-E5F9-3432-9F16ECBC858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964132" y="3382733"/>
                <a:ext cx="495336" cy="244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7AB4B902-A126-AD49-D6E0-B60C9F46F742}"/>
                  </a:ext>
                </a:extLst>
              </p14:cNvPr>
              <p14:cNvContentPartPr/>
              <p14:nvPr/>
            </p14:nvContentPartPr>
            <p14:xfrm>
              <a:off x="5480280" y="3447867"/>
              <a:ext cx="295200" cy="182520"/>
            </p14:xfrm>
          </p:contentPart>
        </mc:Choice>
        <mc:Fallback xmlns=""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7AB4B902-A126-AD49-D6E0-B60C9F46F74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464781" y="3432387"/>
                <a:ext cx="325837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603" name="Ink 602">
                <a:extLst>
                  <a:ext uri="{FF2B5EF4-FFF2-40B4-BE49-F238E27FC236}">
                    <a16:creationId xmlns:a16="http://schemas.microsoft.com/office/drawing/2014/main" id="{D4DFAD62-EAC9-7DED-E40B-D98EF981F950}"/>
                  </a:ext>
                </a:extLst>
              </p14:cNvPr>
              <p14:cNvContentPartPr/>
              <p14:nvPr/>
            </p14:nvContentPartPr>
            <p14:xfrm>
              <a:off x="6338361" y="4205822"/>
              <a:ext cx="190080" cy="88920"/>
            </p14:xfrm>
          </p:contentPart>
        </mc:Choice>
        <mc:Fallback xmlns="">
          <p:pic>
            <p:nvPicPr>
              <p:cNvPr id="603" name="Ink 602">
                <a:extLst>
                  <a:ext uri="{FF2B5EF4-FFF2-40B4-BE49-F238E27FC236}">
                    <a16:creationId xmlns:a16="http://schemas.microsoft.com/office/drawing/2014/main" id="{D4DFAD62-EAC9-7DED-E40B-D98EF981F95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322881" y="4190404"/>
                <a:ext cx="220680" cy="119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624" name="Ink 623">
                <a:extLst>
                  <a:ext uri="{FF2B5EF4-FFF2-40B4-BE49-F238E27FC236}">
                    <a16:creationId xmlns:a16="http://schemas.microsoft.com/office/drawing/2014/main" id="{8CBC73B3-7F68-5A6A-1287-4A56A204D0F7}"/>
                  </a:ext>
                </a:extLst>
              </p14:cNvPr>
              <p14:cNvContentPartPr/>
              <p14:nvPr/>
            </p14:nvContentPartPr>
            <p14:xfrm>
              <a:off x="5157921" y="4460702"/>
              <a:ext cx="196200" cy="154440"/>
            </p14:xfrm>
          </p:contentPart>
        </mc:Choice>
        <mc:Fallback xmlns="">
          <p:pic>
            <p:nvPicPr>
              <p:cNvPr id="624" name="Ink 623">
                <a:extLst>
                  <a:ext uri="{FF2B5EF4-FFF2-40B4-BE49-F238E27FC236}">
                    <a16:creationId xmlns:a16="http://schemas.microsoft.com/office/drawing/2014/main" id="{8CBC73B3-7F68-5A6A-1287-4A56A204D0F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142441" y="4445222"/>
                <a:ext cx="2268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9C715C78-2F6F-326B-8BFE-C30827C443A1}"/>
                  </a:ext>
                </a:extLst>
              </p14:cNvPr>
              <p14:cNvContentPartPr/>
              <p14:nvPr/>
            </p14:nvContentPartPr>
            <p14:xfrm>
              <a:off x="8441481" y="4057502"/>
              <a:ext cx="700200" cy="160560"/>
            </p14:xfrm>
          </p:contentPart>
        </mc:Choice>
        <mc:Fallback xmlns=""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9C715C78-2F6F-326B-8BFE-C30827C443A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426009" y="4042022"/>
                <a:ext cx="730784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626" name="Ink 625">
                <a:extLst>
                  <a:ext uri="{FF2B5EF4-FFF2-40B4-BE49-F238E27FC236}">
                    <a16:creationId xmlns:a16="http://schemas.microsoft.com/office/drawing/2014/main" id="{FD0AFFFC-3634-351C-C698-6A316E8B8906}"/>
                  </a:ext>
                </a:extLst>
              </p14:cNvPr>
              <p14:cNvContentPartPr/>
              <p14:nvPr/>
            </p14:nvContentPartPr>
            <p14:xfrm>
              <a:off x="7646961" y="4045622"/>
              <a:ext cx="588600" cy="209160"/>
            </p14:xfrm>
          </p:contentPart>
        </mc:Choice>
        <mc:Fallback xmlns="">
          <p:pic>
            <p:nvPicPr>
              <p:cNvPr id="626" name="Ink 625">
                <a:extLst>
                  <a:ext uri="{FF2B5EF4-FFF2-40B4-BE49-F238E27FC236}">
                    <a16:creationId xmlns:a16="http://schemas.microsoft.com/office/drawing/2014/main" id="{FD0AFFFC-3634-351C-C698-6A316E8B890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631490" y="4030169"/>
                <a:ext cx="619181" cy="239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627" name="Ink 626">
                <a:extLst>
                  <a:ext uri="{FF2B5EF4-FFF2-40B4-BE49-F238E27FC236}">
                    <a16:creationId xmlns:a16="http://schemas.microsoft.com/office/drawing/2014/main" id="{AB78FA19-561B-BC60-D165-438CBC622355}"/>
                  </a:ext>
                </a:extLst>
              </p14:cNvPr>
              <p14:cNvContentPartPr/>
              <p14:nvPr/>
            </p14:nvContentPartPr>
            <p14:xfrm>
              <a:off x="6741921" y="4091342"/>
              <a:ext cx="673560" cy="206640"/>
            </p14:xfrm>
          </p:contentPart>
        </mc:Choice>
        <mc:Fallback xmlns="">
          <p:pic>
            <p:nvPicPr>
              <p:cNvPr id="627" name="Ink 626">
                <a:extLst>
                  <a:ext uri="{FF2B5EF4-FFF2-40B4-BE49-F238E27FC236}">
                    <a16:creationId xmlns:a16="http://schemas.microsoft.com/office/drawing/2014/main" id="{AB78FA19-561B-BC60-D165-438CBC62235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726441" y="4075835"/>
                <a:ext cx="704160" cy="237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F1D71510-FD32-D7E9-34DF-26519E2C0E0D}"/>
                  </a:ext>
                </a:extLst>
              </p14:cNvPr>
              <p14:cNvContentPartPr/>
              <p14:nvPr/>
            </p14:nvContentPartPr>
            <p14:xfrm>
              <a:off x="5926161" y="4164422"/>
              <a:ext cx="190440" cy="12492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F1D71510-FD32-D7E9-34DF-26519E2C0E0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910681" y="4148942"/>
                <a:ext cx="2210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639DA1E2-0058-85E5-2DEC-A227C65B3340}"/>
                  </a:ext>
                </a:extLst>
              </p14:cNvPr>
              <p14:cNvContentPartPr/>
              <p14:nvPr/>
            </p14:nvContentPartPr>
            <p14:xfrm>
              <a:off x="5036241" y="4134542"/>
              <a:ext cx="688320" cy="19620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639DA1E2-0058-85E5-2DEC-A227C65B334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020761" y="4119034"/>
                <a:ext cx="718920" cy="226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BF1A0648-EF59-4C45-05B0-B2E25E0F35EA}"/>
                  </a:ext>
                </a:extLst>
              </p14:cNvPr>
              <p14:cNvContentPartPr/>
              <p14:nvPr/>
            </p14:nvContentPartPr>
            <p14:xfrm>
              <a:off x="6839841" y="3719822"/>
              <a:ext cx="1865880" cy="222120"/>
            </p14:xfrm>
          </p:contentPart>
        </mc:Choice>
        <mc:Fallback xmlns=""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BF1A0648-EF59-4C45-05B0-B2E25E0F35E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824364" y="3704367"/>
                <a:ext cx="1896474" cy="252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631" name="Ink 630">
                <a:extLst>
                  <a:ext uri="{FF2B5EF4-FFF2-40B4-BE49-F238E27FC236}">
                    <a16:creationId xmlns:a16="http://schemas.microsoft.com/office/drawing/2014/main" id="{E8B5EE4C-7A89-3CB6-590B-29B25B175E24}"/>
                  </a:ext>
                </a:extLst>
              </p14:cNvPr>
              <p14:cNvContentPartPr/>
              <p14:nvPr/>
            </p14:nvContentPartPr>
            <p14:xfrm>
              <a:off x="5513961" y="3820262"/>
              <a:ext cx="1118520" cy="180720"/>
            </p14:xfrm>
          </p:contentPart>
        </mc:Choice>
        <mc:Fallback xmlns="">
          <p:pic>
            <p:nvPicPr>
              <p:cNvPr id="631" name="Ink 630">
                <a:extLst>
                  <a:ext uri="{FF2B5EF4-FFF2-40B4-BE49-F238E27FC236}">
                    <a16:creationId xmlns:a16="http://schemas.microsoft.com/office/drawing/2014/main" id="{E8B5EE4C-7A89-3CB6-590B-29B25B175E2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498481" y="3804813"/>
                <a:ext cx="1149120" cy="211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9A91CEB3-CED1-A1B9-53F5-9858B014CFCC}"/>
                  </a:ext>
                </a:extLst>
              </p14:cNvPr>
              <p14:cNvContentPartPr/>
              <p14:nvPr/>
            </p14:nvContentPartPr>
            <p14:xfrm>
              <a:off x="7836321" y="3378182"/>
              <a:ext cx="623160" cy="163080"/>
            </p14:xfrm>
          </p:contentPart>
        </mc:Choice>
        <mc:Fallback xmlns=""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9A91CEB3-CED1-A1B9-53F5-9858B014CFC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820850" y="3362702"/>
                <a:ext cx="653742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1A6BCA0F-4C82-449E-EA55-3F32363CBE7F}"/>
                  </a:ext>
                </a:extLst>
              </p14:cNvPr>
              <p14:cNvContentPartPr/>
              <p14:nvPr/>
            </p14:nvContentPartPr>
            <p14:xfrm>
              <a:off x="7085721" y="3409142"/>
              <a:ext cx="572760" cy="188640"/>
            </p14:xfrm>
          </p:contentPart>
        </mc:Choice>
        <mc:Fallback xmlns=""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1A6BCA0F-4C82-449E-EA55-3F32363CBE7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70241" y="3393632"/>
                <a:ext cx="603360" cy="219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644" name="Ink 643">
                <a:extLst>
                  <a:ext uri="{FF2B5EF4-FFF2-40B4-BE49-F238E27FC236}">
                    <a16:creationId xmlns:a16="http://schemas.microsoft.com/office/drawing/2014/main" id="{C4555125-9880-835E-0D76-82A72E4CDBC7}"/>
                  </a:ext>
                </a:extLst>
              </p14:cNvPr>
              <p14:cNvContentPartPr/>
              <p14:nvPr/>
            </p14:nvContentPartPr>
            <p14:xfrm>
              <a:off x="7091841" y="4416422"/>
              <a:ext cx="249480" cy="234360"/>
            </p14:xfrm>
          </p:contentPart>
        </mc:Choice>
        <mc:Fallback xmlns="">
          <p:pic>
            <p:nvPicPr>
              <p:cNvPr id="644" name="Ink 643">
                <a:extLst>
                  <a:ext uri="{FF2B5EF4-FFF2-40B4-BE49-F238E27FC236}">
                    <a16:creationId xmlns:a16="http://schemas.microsoft.com/office/drawing/2014/main" id="{C4555125-9880-835E-0D76-82A72E4CDBC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076383" y="4400942"/>
                <a:ext cx="280036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645" name="Ink 644">
                <a:extLst>
                  <a:ext uri="{FF2B5EF4-FFF2-40B4-BE49-F238E27FC236}">
                    <a16:creationId xmlns:a16="http://schemas.microsoft.com/office/drawing/2014/main" id="{20E1C541-1DAB-7255-FD5B-2BB0C1612E48}"/>
                  </a:ext>
                </a:extLst>
              </p14:cNvPr>
              <p14:cNvContentPartPr/>
              <p14:nvPr/>
            </p14:nvContentPartPr>
            <p14:xfrm>
              <a:off x="5561121" y="4449182"/>
              <a:ext cx="1285200" cy="176760"/>
            </p14:xfrm>
          </p:contentPart>
        </mc:Choice>
        <mc:Fallback xmlns="">
          <p:pic>
            <p:nvPicPr>
              <p:cNvPr id="645" name="Ink 644">
                <a:extLst>
                  <a:ext uri="{FF2B5EF4-FFF2-40B4-BE49-F238E27FC236}">
                    <a16:creationId xmlns:a16="http://schemas.microsoft.com/office/drawing/2014/main" id="{20E1C541-1DAB-7255-FD5B-2BB0C1612E4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545637" y="4433702"/>
                <a:ext cx="1315809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8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6BC564-2025-A67D-81ED-8EE57EF4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/>
              <a:t>Single Variable Linear Regression (Closed Form Solution)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3D329B1-148C-F659-6BC4-C0E9315BFA0A}"/>
                  </a:ext>
                </a:extLst>
              </p14:cNvPr>
              <p14:cNvContentPartPr/>
              <p14:nvPr/>
            </p14:nvContentPartPr>
            <p14:xfrm>
              <a:off x="3509585" y="659233"/>
              <a:ext cx="383760" cy="141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3D329B1-148C-F659-6BC4-C0E9315BFA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4090" y="643792"/>
                <a:ext cx="414389" cy="172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3BF52E9-CB35-9EFA-EAE8-219BBAA362FD}"/>
                  </a:ext>
                </a:extLst>
              </p14:cNvPr>
              <p14:cNvContentPartPr/>
              <p14:nvPr/>
            </p14:nvContentPartPr>
            <p14:xfrm>
              <a:off x="625625" y="683353"/>
              <a:ext cx="2702160" cy="171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3BF52E9-CB35-9EFA-EAE8-219BBAA362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145" y="667873"/>
                <a:ext cx="27327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38F1191-F526-C75D-9CF9-55C73EECB2E9}"/>
                  </a:ext>
                </a:extLst>
              </p14:cNvPr>
              <p14:cNvContentPartPr/>
              <p14:nvPr/>
            </p14:nvContentPartPr>
            <p14:xfrm>
              <a:off x="4742818" y="662535"/>
              <a:ext cx="464400" cy="138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38F1191-F526-C75D-9CF9-55C73EECB2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27338" y="647055"/>
                <a:ext cx="4950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AC38179-0733-EFF4-A53A-BAF61F40F900}"/>
                  </a:ext>
                </a:extLst>
              </p14:cNvPr>
              <p14:cNvContentPartPr/>
              <p14:nvPr/>
            </p14:nvContentPartPr>
            <p14:xfrm>
              <a:off x="4026778" y="694935"/>
              <a:ext cx="519840" cy="108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AC38179-0733-EFF4-A53A-BAF61F40F9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11298" y="679506"/>
                <a:ext cx="550440" cy="139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366835A-37E6-36F9-401B-544C8531824B}"/>
                  </a:ext>
                </a:extLst>
              </p14:cNvPr>
              <p14:cNvContentPartPr/>
              <p14:nvPr/>
            </p14:nvContentPartPr>
            <p14:xfrm>
              <a:off x="5345444" y="681942"/>
              <a:ext cx="711720" cy="140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366835A-37E6-36F9-401B-544C853182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9956" y="666462"/>
                <a:ext cx="742335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361374F-8A4D-645C-2C84-BB68516C017B}"/>
                  </a:ext>
                </a:extLst>
              </p14:cNvPr>
              <p14:cNvContentPartPr/>
              <p14:nvPr/>
            </p14:nvContentPartPr>
            <p14:xfrm>
              <a:off x="777960" y="1101375"/>
              <a:ext cx="319320" cy="129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361374F-8A4D-645C-2C84-BB68516C01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2463" y="1085895"/>
                <a:ext cx="349955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C242385-CDD3-F231-CA85-02042671F521}"/>
                  </a:ext>
                </a:extLst>
              </p14:cNvPr>
              <p14:cNvContentPartPr/>
              <p14:nvPr/>
            </p14:nvContentPartPr>
            <p14:xfrm>
              <a:off x="1306800" y="1087335"/>
              <a:ext cx="104400" cy="132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C242385-CDD3-F231-CA85-02042671F5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1320" y="1071813"/>
                <a:ext cx="135000" cy="162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45142C4-61CC-CAD1-C38B-FE386CB6963B}"/>
                  </a:ext>
                </a:extLst>
              </p14:cNvPr>
              <p14:cNvContentPartPr/>
              <p14:nvPr/>
            </p14:nvContentPartPr>
            <p14:xfrm>
              <a:off x="757080" y="1313775"/>
              <a:ext cx="176040" cy="83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45142C4-61CC-CAD1-C38B-FE386CB696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1568" y="1298295"/>
                <a:ext cx="206703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2311D87-A886-9119-1F6E-1034D776C171}"/>
                  </a:ext>
                </a:extLst>
              </p14:cNvPr>
              <p14:cNvContentPartPr/>
              <p14:nvPr/>
            </p14:nvContentPartPr>
            <p14:xfrm>
              <a:off x="1288440" y="1259415"/>
              <a:ext cx="540720" cy="97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2311D87-A886-9119-1F6E-1034D776C17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72960" y="1243935"/>
                <a:ext cx="571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599898B-6A23-0B5B-761A-166B6FE19A42}"/>
                  </a:ext>
                </a:extLst>
              </p14:cNvPr>
              <p14:cNvContentPartPr/>
              <p14:nvPr/>
            </p14:nvContentPartPr>
            <p14:xfrm>
              <a:off x="2583720" y="995175"/>
              <a:ext cx="503640" cy="104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599898B-6A23-0B5B-761A-166B6FE19A4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8251" y="979748"/>
                <a:ext cx="534218" cy="134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B716D8E-49D9-72D7-F675-F520A1A97012}"/>
                  </a:ext>
                </a:extLst>
              </p14:cNvPr>
              <p14:cNvContentPartPr/>
              <p14:nvPr/>
            </p14:nvContentPartPr>
            <p14:xfrm>
              <a:off x="3571920" y="1009215"/>
              <a:ext cx="127440" cy="784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B716D8E-49D9-72D7-F675-F520A1A970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56396" y="993806"/>
                <a:ext cx="158127" cy="108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5E0B7C1-B97D-2996-EB42-C2AC777FC1E1}"/>
                  </a:ext>
                </a:extLst>
              </p14:cNvPr>
              <p14:cNvContentPartPr/>
              <p14:nvPr/>
            </p14:nvContentPartPr>
            <p14:xfrm>
              <a:off x="3248640" y="995175"/>
              <a:ext cx="111240" cy="101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5E0B7C1-B97D-2996-EB42-C2AC777FC1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3160" y="979695"/>
                <a:ext cx="1418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34199FC-0069-1013-2278-935D9191067A}"/>
                  </a:ext>
                </a:extLst>
              </p14:cNvPr>
              <p14:cNvContentPartPr/>
              <p14:nvPr/>
            </p14:nvContentPartPr>
            <p14:xfrm>
              <a:off x="3867480" y="938295"/>
              <a:ext cx="695520" cy="194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34199FC-0069-1013-2278-935D9191067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51992" y="922786"/>
                <a:ext cx="726136" cy="225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71580C6-15F2-6D21-925E-CEEB4968B199}"/>
                  </a:ext>
                </a:extLst>
              </p14:cNvPr>
              <p14:cNvContentPartPr/>
              <p14:nvPr/>
            </p14:nvContentPartPr>
            <p14:xfrm>
              <a:off x="4685267" y="966840"/>
              <a:ext cx="582480" cy="1177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71580C6-15F2-6D21-925E-CEEB4968B1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69777" y="951360"/>
                <a:ext cx="613099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38C9DA4-07C3-3B1F-05A7-E751DD169846}"/>
                  </a:ext>
                </a:extLst>
              </p14:cNvPr>
              <p14:cNvContentPartPr/>
              <p14:nvPr/>
            </p14:nvContentPartPr>
            <p14:xfrm>
              <a:off x="5396267" y="967920"/>
              <a:ext cx="502920" cy="1191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38C9DA4-07C3-3B1F-05A7-E751DD16984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80776" y="952393"/>
                <a:ext cx="533542" cy="149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B8BD980-BD17-E029-8922-93FA28EB702E}"/>
                  </a:ext>
                </a:extLst>
              </p14:cNvPr>
              <p14:cNvContentPartPr/>
              <p14:nvPr/>
            </p14:nvContentPartPr>
            <p14:xfrm>
              <a:off x="701640" y="1657724"/>
              <a:ext cx="681480" cy="168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B8BD980-BD17-E029-8922-93FA28EB702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86160" y="1642211"/>
                <a:ext cx="712080" cy="199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8F1AE82-2CB1-6D2A-D942-AD37F2B679F1}"/>
                  </a:ext>
                </a:extLst>
              </p14:cNvPr>
              <p14:cNvContentPartPr/>
              <p14:nvPr/>
            </p14:nvContentPartPr>
            <p14:xfrm>
              <a:off x="1623960" y="1636844"/>
              <a:ext cx="117000" cy="1018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8F1AE82-2CB1-6D2A-D942-AD37F2B679F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08480" y="1621364"/>
                <a:ext cx="1476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4B1EE7A4-7457-4603-21BA-080034BC18E4}"/>
                  </a:ext>
                </a:extLst>
              </p14:cNvPr>
              <p14:cNvContentPartPr/>
              <p14:nvPr/>
            </p14:nvContentPartPr>
            <p14:xfrm>
              <a:off x="1783440" y="1565564"/>
              <a:ext cx="234720" cy="143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4B1EE7A4-7457-4603-21BA-080034BC18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67960" y="1550084"/>
                <a:ext cx="2653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F602E6E-0FE8-8D53-0C17-8E4CFD9BFCD5}"/>
                  </a:ext>
                </a:extLst>
              </p14:cNvPr>
              <p14:cNvContentPartPr/>
              <p14:nvPr/>
            </p14:nvContentPartPr>
            <p14:xfrm>
              <a:off x="605160" y="2054682"/>
              <a:ext cx="167400" cy="1000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F602E6E-0FE8-8D53-0C17-8E4CFD9BFC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9680" y="2039202"/>
                <a:ext cx="1980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B3848C6-AD04-B243-CB6F-015345389431}"/>
                  </a:ext>
                </a:extLst>
              </p14:cNvPr>
              <p14:cNvContentPartPr/>
              <p14:nvPr/>
            </p14:nvContentPartPr>
            <p14:xfrm>
              <a:off x="1672200" y="1857402"/>
              <a:ext cx="1377720" cy="3459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B3848C6-AD04-B243-CB6F-01534538943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56720" y="1841922"/>
                <a:ext cx="140832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DFE5ACC-CAE9-EA6D-9CA0-497454099E9B}"/>
                  </a:ext>
                </a:extLst>
              </p14:cNvPr>
              <p14:cNvContentPartPr/>
              <p14:nvPr/>
            </p14:nvContentPartPr>
            <p14:xfrm>
              <a:off x="1291680" y="2089602"/>
              <a:ext cx="95400" cy="676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DFE5ACC-CAE9-EA6D-9CA0-497454099E9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76258" y="2074122"/>
                <a:ext cx="125885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902BD7C-E61F-8A26-9A74-A0B44826C47D}"/>
                  </a:ext>
                </a:extLst>
              </p14:cNvPr>
              <p14:cNvContentPartPr/>
              <p14:nvPr/>
            </p14:nvContentPartPr>
            <p14:xfrm>
              <a:off x="1644120" y="2182122"/>
              <a:ext cx="1739880" cy="3348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902BD7C-E61F-8A26-9A74-A0B44826C4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28637" y="2166625"/>
                <a:ext cx="1770486" cy="3654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BAD771B-645C-1B4D-5EF2-B3807E1E023C}"/>
                  </a:ext>
                </a:extLst>
              </p14:cNvPr>
              <p14:cNvContentPartPr/>
              <p14:nvPr/>
            </p14:nvContentPartPr>
            <p14:xfrm>
              <a:off x="4626720" y="2242602"/>
              <a:ext cx="109440" cy="120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BAD771B-645C-1B4D-5EF2-B3807E1E023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11189" y="2227122"/>
                <a:ext cx="140141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BB651DB-88F8-2988-C069-58A4C4514EB7}"/>
                  </a:ext>
                </a:extLst>
              </p14:cNvPr>
              <p14:cNvContentPartPr/>
              <p14:nvPr/>
            </p14:nvContentPartPr>
            <p14:xfrm>
              <a:off x="3455640" y="2194002"/>
              <a:ext cx="992880" cy="2066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BB651DB-88F8-2988-C069-58A4C4514E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0166" y="2178522"/>
                <a:ext cx="1023469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7FDBF68-8F9A-64B2-8CE0-0287CC6EA5E1}"/>
                  </a:ext>
                </a:extLst>
              </p14:cNvPr>
              <p14:cNvContentPartPr/>
              <p14:nvPr/>
            </p14:nvContentPartPr>
            <p14:xfrm>
              <a:off x="4791057" y="2362060"/>
              <a:ext cx="30960" cy="540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7FDBF68-8F9A-64B2-8CE0-0287CC6EA5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75577" y="2346476"/>
                <a:ext cx="61560" cy="848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5D76869C-4059-39F6-3036-ECBF3204679C}"/>
                  </a:ext>
                </a:extLst>
              </p14:cNvPr>
              <p14:cNvContentPartPr/>
              <p14:nvPr/>
            </p14:nvContentPartPr>
            <p14:xfrm>
              <a:off x="5442297" y="2188180"/>
              <a:ext cx="141120" cy="1476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5D76869C-4059-39F6-3036-ECBF320467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26856" y="2172700"/>
                <a:ext cx="171642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1F70654-C079-2131-AD90-14AD4D33D0EA}"/>
                  </a:ext>
                </a:extLst>
              </p14:cNvPr>
              <p14:cNvContentPartPr/>
              <p14:nvPr/>
            </p14:nvContentPartPr>
            <p14:xfrm>
              <a:off x="4987617" y="2260900"/>
              <a:ext cx="194400" cy="842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1F70654-C079-2131-AD90-14AD4D33D0E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72166" y="2245420"/>
                <a:ext cx="224943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A76F4D78-67C0-1E52-D1E2-62DE2060E64F}"/>
                  </a:ext>
                </a:extLst>
              </p14:cNvPr>
              <p14:cNvContentPartPr/>
              <p14:nvPr/>
            </p14:nvContentPartPr>
            <p14:xfrm>
              <a:off x="5612577" y="2072620"/>
              <a:ext cx="78120" cy="612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A76F4D78-67C0-1E52-D1E2-62DE2060E64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97025" y="2057140"/>
                <a:ext cx="108862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060F21EB-3F0F-068C-88E4-53CCF4C39CC4}"/>
                  </a:ext>
                </a:extLst>
              </p14:cNvPr>
              <p14:cNvContentPartPr/>
              <p14:nvPr/>
            </p14:nvContentPartPr>
            <p14:xfrm>
              <a:off x="713520" y="2803130"/>
              <a:ext cx="1179360" cy="2347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060F21EB-3F0F-068C-88E4-53CCF4C39CC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8045" y="2787626"/>
                <a:ext cx="1209951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5287D79-B9F4-C5A3-9D99-185868C87D75}"/>
                  </a:ext>
                </a:extLst>
              </p14:cNvPr>
              <p14:cNvContentPartPr/>
              <p14:nvPr/>
            </p14:nvContentPartPr>
            <p14:xfrm>
              <a:off x="2396880" y="2670290"/>
              <a:ext cx="1254600" cy="2304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5287D79-B9F4-C5A3-9D99-185868C87D7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81400" y="2654834"/>
                <a:ext cx="1285200" cy="260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890EC8F-233A-DC7E-B3A9-4E5AF03BD4AA}"/>
                  </a:ext>
                </a:extLst>
              </p14:cNvPr>
              <p14:cNvContentPartPr/>
              <p14:nvPr/>
            </p14:nvContentPartPr>
            <p14:xfrm>
              <a:off x="1573920" y="974295"/>
              <a:ext cx="167400" cy="2152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890EC8F-233A-DC7E-B3A9-4E5AF03BD4A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58440" y="958815"/>
                <a:ext cx="1980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E7996F56-BDDB-01DC-748B-589B0C1D1B6B}"/>
                  </a:ext>
                </a:extLst>
              </p14:cNvPr>
              <p14:cNvContentPartPr/>
              <p14:nvPr/>
            </p14:nvContentPartPr>
            <p14:xfrm>
              <a:off x="956160" y="2006415"/>
              <a:ext cx="219600" cy="2336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E7996F56-BDDB-01DC-748B-589B0C1D1B6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0680" y="1990911"/>
                <a:ext cx="250200" cy="264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EF70BEF-11A5-F6CB-79AF-D5A1EECD1B16}"/>
                  </a:ext>
                </a:extLst>
              </p14:cNvPr>
              <p14:cNvContentPartPr/>
              <p14:nvPr/>
            </p14:nvContentPartPr>
            <p14:xfrm>
              <a:off x="2106360" y="1505295"/>
              <a:ext cx="202680" cy="2170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EF70BEF-11A5-F6CB-79AF-D5A1EECD1B1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90880" y="1489815"/>
                <a:ext cx="2332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D51812A-A21C-1575-DEC4-5BD253A1B272}"/>
                  </a:ext>
                </a:extLst>
              </p14:cNvPr>
              <p14:cNvContentPartPr/>
              <p14:nvPr/>
            </p14:nvContentPartPr>
            <p14:xfrm>
              <a:off x="2052720" y="2710575"/>
              <a:ext cx="150120" cy="2221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D51812A-A21C-1575-DEC4-5BD253A1B27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37240" y="2695095"/>
                <a:ext cx="1807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3086F8E1-7A7B-63A7-157F-29AF9CC41F7D}"/>
                  </a:ext>
                </a:extLst>
              </p14:cNvPr>
              <p14:cNvContentPartPr/>
              <p14:nvPr/>
            </p14:nvContentPartPr>
            <p14:xfrm>
              <a:off x="3692691" y="2679524"/>
              <a:ext cx="93600" cy="1177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3086F8E1-7A7B-63A7-157F-29AF9CC41F7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77151" y="2664044"/>
                <a:ext cx="124318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76315AFC-58D1-2D14-DC66-A5A96728ED27}"/>
                  </a:ext>
                </a:extLst>
              </p14:cNvPr>
              <p14:cNvContentPartPr/>
              <p14:nvPr/>
            </p14:nvContentPartPr>
            <p14:xfrm>
              <a:off x="4838211" y="2631644"/>
              <a:ext cx="496080" cy="1839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76315AFC-58D1-2D14-DC66-A5A96728ED2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22742" y="2616164"/>
                <a:ext cx="526658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6CB565FF-4FC8-E589-52BA-011B5D900AC1}"/>
                  </a:ext>
                </a:extLst>
              </p14:cNvPr>
              <p14:cNvContentPartPr/>
              <p14:nvPr/>
            </p14:nvContentPartPr>
            <p14:xfrm>
              <a:off x="4352571" y="2690684"/>
              <a:ext cx="322200" cy="1011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6CB565FF-4FC8-E589-52BA-011B5D900AC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37108" y="2675204"/>
                <a:ext cx="352766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2841841-87C7-A838-E5CD-18B03083C9D8}"/>
                  </a:ext>
                </a:extLst>
              </p14:cNvPr>
              <p14:cNvContentPartPr/>
              <p14:nvPr/>
            </p14:nvContentPartPr>
            <p14:xfrm>
              <a:off x="3987171" y="2675924"/>
              <a:ext cx="181800" cy="1260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2841841-87C7-A838-E5CD-18B03083C9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71660" y="2660444"/>
                <a:ext cx="212461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BA180ADA-811A-AD00-79C7-A6077662235E}"/>
                  </a:ext>
                </a:extLst>
              </p14:cNvPr>
              <p14:cNvContentPartPr/>
              <p14:nvPr/>
            </p14:nvContentPartPr>
            <p14:xfrm>
              <a:off x="828720" y="1711063"/>
              <a:ext cx="2582640" cy="202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BA180ADA-811A-AD00-79C7-A6077662235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13238" y="1695583"/>
                <a:ext cx="2613244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ED40C45-55C4-344F-29A8-FE54080E3EE4}"/>
                  </a:ext>
                </a:extLst>
              </p14:cNvPr>
              <p14:cNvContentPartPr/>
              <p14:nvPr/>
            </p14:nvContentPartPr>
            <p14:xfrm>
              <a:off x="822960" y="1924903"/>
              <a:ext cx="1212480" cy="4968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ED40C45-55C4-344F-29A8-FE54080E3EE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7480" y="1909412"/>
                <a:ext cx="1243080" cy="527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8ED4CDD-6128-6C0B-797E-8D72F8E29F3F}"/>
                  </a:ext>
                </a:extLst>
              </p14:cNvPr>
              <p14:cNvContentPartPr/>
              <p14:nvPr/>
            </p14:nvContentPartPr>
            <p14:xfrm>
              <a:off x="2311200" y="1731943"/>
              <a:ext cx="1096920" cy="5947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8ED4CDD-6128-6C0B-797E-8D72F8E29F3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295715" y="1716463"/>
                <a:ext cx="1127530" cy="6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652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/>
                  <a:t> is a linear function of multiple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600"/>
                  <a:t>:</a:t>
                </a:r>
              </a:p>
              <a:p>
                <a:pPr marL="0" indent="0">
                  <a:buNone/>
                </a:pPr>
                <a:endParaRPr lang="en-US" sz="16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/>
              </a:p>
              <a:p>
                <a:pPr marL="0" indent="0">
                  <a:buNone/>
                </a:pPr>
                <a:endParaRPr lang="en-US" sz="1600"/>
              </a:p>
              <a:p>
                <a:pPr marL="0" indent="0">
                  <a:buNone/>
                </a:pPr>
                <a:r>
                  <a:rPr lang="en-US" sz="160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/>
              </a:p>
              <a:p>
                <a:pPr marL="0" indent="0">
                  <a:buNone/>
                </a:pPr>
                <a:r>
                  <a:rPr lang="en-US" sz="160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/>
                  <a:t> is an augmented input matrix</a:t>
                </a:r>
                <a:endParaRPr lang="en-US" sz="1600" b="0"/>
              </a:p>
              <a:p>
                <a:pPr marL="0" indent="0">
                  <a:buNone/>
                </a:pPr>
                <a:r>
                  <a:rPr lang="en-US" sz="160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40" t="-502" b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B9908E9-B0C8-2177-EC0B-53F05501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/>
              <a:t>Generalization of Linear Regression (Multivariate 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52844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BA99-4964-4726-852B-87612B9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/>
                  <a:t> is a polynomial function of one input? </a:t>
                </a:r>
              </a:p>
              <a:p>
                <a:pPr marL="0" indent="0">
                  <a:buNone/>
                </a:pPr>
                <a:endParaRPr lang="en-US" sz="16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/>
              </a:p>
              <a:p>
                <a:pPr marL="0" indent="0">
                  <a:buNone/>
                </a:pPr>
                <a:endParaRPr lang="en-US" sz="1600"/>
              </a:p>
              <a:p>
                <a:pPr marL="0" indent="0">
                  <a:buNone/>
                </a:pPr>
                <a:r>
                  <a:rPr lang="en-US" sz="160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/>
              </a:p>
              <a:p>
                <a:pPr marL="0" indent="0">
                  <a:buNone/>
                </a:pPr>
                <a:r>
                  <a:rPr lang="en-US" sz="160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b="0"/>
                  <a:t> is an augmented input matrix</a:t>
                </a:r>
              </a:p>
              <a:p>
                <a:pPr marL="0" indent="0">
                  <a:buNone/>
                </a:pPr>
                <a:r>
                  <a:rPr lang="en-US" sz="160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40" t="-502" b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7E6FF5-3F66-09F6-BCAF-06734467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/>
              <a:t>Generalization of Linear Regression (Polynomial regression)</a:t>
            </a:r>
          </a:p>
        </p:txBody>
      </p:sp>
    </p:spTree>
    <p:extLst>
      <p:ext uri="{BB962C8B-B14F-4D97-AF65-F5344CB8AC3E}">
        <p14:creationId xmlns:p14="http://schemas.microsoft.com/office/powerpoint/2010/main" val="147601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Macintosh PowerPoint</Application>
  <PresentationFormat>On-screen Show (16:9)</PresentationFormat>
  <Paragraphs>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Palatino Linotype</vt:lpstr>
      <vt:lpstr>CP_ppt_standard_v1</vt:lpstr>
      <vt:lpstr>Supervised Learning and Linear Regression</vt:lpstr>
      <vt:lpstr>Overview</vt:lpstr>
      <vt:lpstr>Machine Learning Types</vt:lpstr>
      <vt:lpstr>Supervised Learning Goal</vt:lpstr>
      <vt:lpstr>Hypotheses and Generalization</vt:lpstr>
      <vt:lpstr>Machine Learning Types</vt:lpstr>
      <vt:lpstr>Linear Regression Models (Single Variable)</vt:lpstr>
      <vt:lpstr>Single Variable Linear Regression (Closed Form Solution)</vt:lpstr>
      <vt:lpstr>Generalization of Linear Regression (Multivariate linear regression)</vt:lpstr>
      <vt:lpstr>Generalization of Linear Regression (Polynomial regression)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</cp:revision>
  <dcterms:modified xsi:type="dcterms:W3CDTF">2026-09-10T16:22:21Z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