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2"/>
  </p:notesMasterIdLst>
  <p:sldIdLst>
    <p:sldId id="315" r:id="rId2"/>
    <p:sldId id="343" r:id="rId3"/>
    <p:sldId id="345" r:id="rId4"/>
    <p:sldId id="346" r:id="rId5"/>
    <p:sldId id="347" r:id="rId6"/>
    <p:sldId id="344" r:id="rId7"/>
    <p:sldId id="348" r:id="rId8"/>
    <p:sldId id="349" r:id="rId9"/>
    <p:sldId id="350" r:id="rId10"/>
    <p:sldId id="351" r:id="rId11"/>
  </p:sldIdLst>
  <p:sldSz cx="9144000" cy="5143500" type="screen16x9"/>
  <p:notesSz cx="9236075" cy="7010400"/>
  <p:custDataLst>
    <p:tags r:id="rId1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1"/>
    <p:restoredTop sz="94778"/>
  </p:normalViewPr>
  <p:slideViewPr>
    <p:cSldViewPr snapToGrid="0">
      <p:cViewPr varScale="1">
        <p:scale>
          <a:sx n="240" d="100"/>
          <a:sy n="240" d="100"/>
        </p:scale>
        <p:origin x="208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asan" userId="d4b62e5f-30fe-45a7-8f36-1981bbe99191" providerId="ADAL" clId="{487EB926-6A3E-51BF-A762-EF06D8678B1B}"/>
    <pc:docChg chg="custSel modSld">
      <pc:chgData name="Mohammad Hasan" userId="d4b62e5f-30fe-45a7-8f36-1981bbe99191" providerId="ADAL" clId="{487EB926-6A3E-51BF-A762-EF06D8678B1B}" dt="2026-09-04T00:07:49.578" v="2" actId="478"/>
      <pc:docMkLst>
        <pc:docMk/>
      </pc:docMkLst>
      <pc:sldChg chg="delSp mod">
        <pc:chgData name="Mohammad Hasan" userId="d4b62e5f-30fe-45a7-8f36-1981bbe99191" providerId="ADAL" clId="{487EB926-6A3E-51BF-A762-EF06D8678B1B}" dt="2026-09-04T00:07:31.434" v="0" actId="478"/>
        <pc:sldMkLst>
          <pc:docMk/>
          <pc:sldMk cId="1378957107" sldId="347"/>
        </pc:sldMkLst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12" creationId="{FDAF8660-698C-C38D-DF4B-592E3BA63D7A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55" creationId="{0B64C722-EE2A-50F3-5A95-F2D02B5F528A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88" creationId="{FCF641E5-392E-D4D1-3E8E-301F7EBB6F5E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113" creationId="{DB81383E-6D20-C4B9-5683-D85CA2054894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154" creationId="{1706DF1C-6857-DB26-B5CF-77CD8C4A1CF2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251" creationId="{9AFA79D0-EEA6-DD17-1447-BF349F562F0A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290" creationId="{0DF5856D-79FD-3B3C-5D34-E547B9DEC818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412" creationId="{FB3DC963-5A8B-C3D9-A7BE-4C6DFD73AD49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455" creationId="{0F7B8F0A-9FE2-BB86-F0E5-986DF06D1D0A}"/>
          </ac:inkMkLst>
        </pc:inkChg>
        <pc:inkChg chg="del">
          <ac:chgData name="Mohammad Hasan" userId="d4b62e5f-30fe-45a7-8f36-1981bbe99191" providerId="ADAL" clId="{487EB926-6A3E-51BF-A762-EF06D8678B1B}" dt="2026-09-04T00:07:31.434" v="0" actId="478"/>
          <ac:inkMkLst>
            <pc:docMk/>
            <pc:sldMk cId="1378957107" sldId="347"/>
            <ac:inkMk id="640" creationId="{6A6C2936-A083-7274-EEAD-B4CD3E853520}"/>
          </ac:inkMkLst>
        </pc:inkChg>
      </pc:sldChg>
      <pc:sldChg chg="delSp mod">
        <pc:chgData name="Mohammad Hasan" userId="d4b62e5f-30fe-45a7-8f36-1981bbe99191" providerId="ADAL" clId="{487EB926-6A3E-51BF-A762-EF06D8678B1B}" dt="2026-09-04T00:07:40.399" v="1" actId="478"/>
        <pc:sldMkLst>
          <pc:docMk/>
          <pc:sldMk cId="389281478" sldId="348"/>
        </pc:sldMkLst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85" creationId="{9F1D0470-294D-2807-BFF9-859D6D8E9511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226" creationId="{E1EDFDFA-3B11-8066-80C3-B7ECD3F10252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269" creationId="{73809F44-CAE4-F4F1-4DAC-ABEBBC5A148E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373" creationId="{9EAC05B8-19D8-B08B-752F-56969CC7FC09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401" creationId="{2EF0C7C5-CCCA-B502-34C5-87B988DF1A1B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408" creationId="{23C2DD90-46DD-9BF0-A265-8A26FBC5D1CE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411" creationId="{42A4E379-9A34-C143-B101-95E0203FA6FE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565" creationId="{61E3B5DE-C7F7-E5F9-3432-9F16ECBC858A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630" creationId="{BF1A0648-EF59-4C45-05B0-B2E25E0F35EA}"/>
          </ac:inkMkLst>
        </pc:inkChg>
        <pc:inkChg chg="del">
          <ac:chgData name="Mohammad Hasan" userId="d4b62e5f-30fe-45a7-8f36-1981bbe99191" providerId="ADAL" clId="{487EB926-6A3E-51BF-A762-EF06D8678B1B}" dt="2026-09-04T00:07:40.399" v="1" actId="478"/>
          <ac:inkMkLst>
            <pc:docMk/>
            <pc:sldMk cId="389281478" sldId="348"/>
            <ac:inkMk id="633" creationId="{1A6BCA0F-4C82-449E-EA55-3F32363CBE7F}"/>
          </ac:inkMkLst>
        </pc:inkChg>
      </pc:sldChg>
      <pc:sldChg chg="delSp mod">
        <pc:chgData name="Mohammad Hasan" userId="d4b62e5f-30fe-45a7-8f36-1981bbe99191" providerId="ADAL" clId="{487EB926-6A3E-51BF-A762-EF06D8678B1B}" dt="2026-09-04T00:07:49.578" v="2" actId="478"/>
        <pc:sldMkLst>
          <pc:docMk/>
          <pc:sldMk cId="4196524782" sldId="349"/>
        </pc:sldMkLst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31" creationId="{83BF52E9-CB35-9EFA-EAE8-219BBAA362FD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44" creationId="{8AC38179-0733-EFF4-A53A-BAF61F40F900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59" creationId="{CC242385-CDD3-F231-CA85-02042671F521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125" creationId="{CB8BD980-BD17-E029-8922-93FA28EB702E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138" creationId="{3F602E6E-0FE8-8D53-0C17-8E4CFD9BFCD5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179" creationId="{3902BD7C-E61F-8A26-9A74-A0B44826C47D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219" creationId="{060F21EB-3F0F-068C-88E4-53CCF4C39CC4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244" creationId="{E7996F56-BDDB-01DC-748B-589B0C1D1B6B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250" creationId="{7D51812A-A21C-1575-DEC4-5BD253A1B272}"/>
          </ac:inkMkLst>
        </pc:inkChg>
        <pc:inkChg chg="del">
          <ac:chgData name="Mohammad Hasan" userId="d4b62e5f-30fe-45a7-8f36-1981bbe99191" providerId="ADAL" clId="{487EB926-6A3E-51BF-A762-EF06D8678B1B}" dt="2026-09-04T00:07:49.578" v="2" actId="478"/>
          <ac:inkMkLst>
            <pc:docMk/>
            <pc:sldMk cId="4196524782" sldId="349"/>
            <ac:inkMk id="251" creationId="{3086F8E1-7A7B-63A7-157F-29AF9CC41F7D}"/>
          </ac:inkMkLst>
        </pc:ink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9/3/26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9/3/26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9/3/26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9/3/26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9/3/26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9/3/26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9/3/26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9/3/26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9/3/26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9/3/26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9/3/26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9/3/26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9/3/26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9/3/26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9/3/26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9/3/26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9/3/26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9/3/26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9/3/26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9/3/26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9/3/26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08/26/26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Supervised Learning and Linear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Review of types of machine learning</a:t>
            </a:r>
          </a:p>
          <a:p>
            <a:endParaRPr lang="en-US" dirty="0"/>
          </a:p>
          <a:p>
            <a:r>
              <a:rPr lang="en-US" dirty="0"/>
              <a:t>Hypotheses and Generalization</a:t>
            </a:r>
          </a:p>
          <a:p>
            <a:endParaRPr lang="en-US" dirty="0"/>
          </a:p>
          <a:p>
            <a:r>
              <a:rPr lang="en-US" dirty="0"/>
              <a:t>Linear Regression (single variable)</a:t>
            </a:r>
          </a:p>
          <a:p>
            <a:endParaRPr lang="en-US" dirty="0"/>
          </a:p>
          <a:p>
            <a:r>
              <a:rPr lang="en-US" dirty="0"/>
              <a:t>Linear Regression Generalization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8825-F96C-C0F1-1675-26E8F3D0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2AA462-716C-E060-1408-2BF8A3CE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1289D7-9B98-90EC-E331-81B1858E6E3E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0E014-C92A-21B7-FAC4-0393E6B923EE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6D0DEF-07D6-2B15-40EA-B89432CD7810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8EEE4-E28F-98C9-AB08-C8E47E8B0BA0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9F53A5-6522-0448-4003-F6A17BCE395A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3DA354E-64FB-07A7-F601-FC5905B8EAB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CE7893F-E262-2527-1B29-843F5912ADC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91D1E02-9033-F021-4B67-CEF32473D0C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5400000">
            <a:off x="1341158" y="2236193"/>
            <a:ext cx="561080" cy="110066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1C0A3-5C23-65C7-B1B7-561C6148340C}"/>
              </a:ext>
            </a:extLst>
          </p:cNvPr>
          <p:cNvSpPr/>
          <p:nvPr/>
        </p:nvSpPr>
        <p:spPr>
          <a:xfrm>
            <a:off x="300087" y="306706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Regression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2E3B0E-FD8E-BD03-F5C6-9857F002CDA1}"/>
              </a:ext>
            </a:extLst>
          </p:cNvPr>
          <p:cNvSpPr/>
          <p:nvPr/>
        </p:nvSpPr>
        <p:spPr>
          <a:xfrm>
            <a:off x="2745481" y="3067066"/>
            <a:ext cx="168111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Classification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1C24A70-880C-A63D-2095-57550CCFA3F9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16200000" flipH="1">
            <a:off x="2598494" y="2079522"/>
            <a:ext cx="561080" cy="141400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5807B2D-2120-EEEA-0339-23A060E61FB0}"/>
              </a:ext>
            </a:extLst>
          </p:cNvPr>
          <p:cNvSpPr/>
          <p:nvPr/>
        </p:nvSpPr>
        <p:spPr>
          <a:xfrm>
            <a:off x="0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Predict a number from a continuous space (example: temperature of a room)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ED5B69-0285-DE77-D6F2-392214EFB0FF}"/>
              </a:ext>
            </a:extLst>
          </p:cNvPr>
          <p:cNvSpPr/>
          <p:nvPr/>
        </p:nvSpPr>
        <p:spPr>
          <a:xfrm>
            <a:off x="2265228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Predict a category or a number from a discrete set</a:t>
            </a:r>
          </a:p>
        </p:txBody>
      </p:sp>
    </p:spTree>
    <p:extLst>
      <p:ext uri="{BB962C8B-B14F-4D97-AF65-F5344CB8AC3E}">
        <p14:creationId xmlns:p14="http://schemas.microsoft.com/office/powerpoint/2010/main" val="147031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19" grpId="0" animBg="1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0D534-ED4F-AB75-CAEF-CF602AB7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Supervised Learning Goal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E3A3D9E-5254-CD80-B56F-A4ADD08BEBD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/>
          <a:p>
            <a:r>
              <a:rPr lang="en-US"/>
              <a:t>Generalize knowledge based on provided examples to predict and generalize 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FD665BD-30C5-333B-B17B-27DE4F36E011}"/>
              </a:ext>
            </a:extLst>
          </p:cNvPr>
          <p:cNvGrpSpPr/>
          <p:nvPr/>
        </p:nvGrpSpPr>
        <p:grpSpPr>
          <a:xfrm>
            <a:off x="1524000" y="1989667"/>
            <a:ext cx="1178410" cy="429076"/>
            <a:chOff x="1524000" y="1989667"/>
            <a:chExt cx="1178410" cy="42907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26E7B3-4BEA-BD12-E3DB-0BFF0FC2D939}"/>
                </a:ext>
              </a:extLst>
            </p:cNvPr>
            <p:cNvSpPr/>
            <p:nvPr/>
          </p:nvSpPr>
          <p:spPr>
            <a:xfrm flipH="1" flipV="1">
              <a:off x="1524000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07C152-C618-E251-F0B2-1EB1EF3E3DEA}"/>
                </a:ext>
              </a:extLst>
            </p:cNvPr>
            <p:cNvSpPr/>
            <p:nvPr/>
          </p:nvSpPr>
          <p:spPr>
            <a:xfrm flipH="1" flipV="1">
              <a:off x="1661969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529C32-BAD0-37BC-67E9-4FFDFA21A1CD}"/>
                </a:ext>
              </a:extLst>
            </p:cNvPr>
            <p:cNvSpPr/>
            <p:nvPr/>
          </p:nvSpPr>
          <p:spPr>
            <a:xfrm flipH="1" flipV="1">
              <a:off x="1799938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39FCE6-53C6-8090-BF78-B0EC8C1EDB2D}"/>
                </a:ext>
              </a:extLst>
            </p:cNvPr>
            <p:cNvSpPr/>
            <p:nvPr/>
          </p:nvSpPr>
          <p:spPr>
            <a:xfrm flipH="1" flipV="1">
              <a:off x="1937907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17D592-CD33-AE19-D361-9A20357DE70F}"/>
                </a:ext>
              </a:extLst>
            </p:cNvPr>
            <p:cNvSpPr/>
            <p:nvPr/>
          </p:nvSpPr>
          <p:spPr>
            <a:xfrm flipH="1" flipV="1">
              <a:off x="1524000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EB5FAC-6515-FA7D-60DB-97134C9BE120}"/>
                </a:ext>
              </a:extLst>
            </p:cNvPr>
            <p:cNvSpPr/>
            <p:nvPr/>
          </p:nvSpPr>
          <p:spPr>
            <a:xfrm flipH="1" flipV="1">
              <a:off x="1661969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1AB0DB-8189-3081-A41A-6C0E28514ABC}"/>
                </a:ext>
              </a:extLst>
            </p:cNvPr>
            <p:cNvSpPr/>
            <p:nvPr/>
          </p:nvSpPr>
          <p:spPr>
            <a:xfrm flipH="1" flipV="1">
              <a:off x="1799938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31E29F-C7EC-186C-EA04-CE1285A8409E}"/>
                </a:ext>
              </a:extLst>
            </p:cNvPr>
            <p:cNvSpPr/>
            <p:nvPr/>
          </p:nvSpPr>
          <p:spPr>
            <a:xfrm flipH="1" flipV="1">
              <a:off x="1937907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55B942-59CD-DDC7-625D-B97A38659A0B}"/>
                </a:ext>
              </a:extLst>
            </p:cNvPr>
            <p:cNvSpPr/>
            <p:nvPr/>
          </p:nvSpPr>
          <p:spPr>
            <a:xfrm flipH="1" flipV="1">
              <a:off x="1524000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7BFF90-616A-C50F-2802-A17DACEE7623}"/>
                </a:ext>
              </a:extLst>
            </p:cNvPr>
            <p:cNvSpPr/>
            <p:nvPr/>
          </p:nvSpPr>
          <p:spPr>
            <a:xfrm flipH="1" flipV="1">
              <a:off x="1661969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CD162F-56F9-4174-ED98-BDEF44CEE976}"/>
                </a:ext>
              </a:extLst>
            </p:cNvPr>
            <p:cNvSpPr/>
            <p:nvPr/>
          </p:nvSpPr>
          <p:spPr>
            <a:xfrm flipH="1" flipV="1">
              <a:off x="1799938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92E941-CCCE-FC8F-8D23-16DF2C994161}"/>
                </a:ext>
              </a:extLst>
            </p:cNvPr>
            <p:cNvSpPr/>
            <p:nvPr/>
          </p:nvSpPr>
          <p:spPr>
            <a:xfrm flipH="1" flipV="1">
              <a:off x="1937907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0B1B1C-103D-85AD-EEC9-344BF0373126}"/>
                </a:ext>
              </a:extLst>
            </p:cNvPr>
            <p:cNvSpPr/>
            <p:nvPr/>
          </p:nvSpPr>
          <p:spPr>
            <a:xfrm flipH="1" flipV="1">
              <a:off x="2426472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089E790-6A0E-0646-3C18-721382A549A4}"/>
                </a:ext>
              </a:extLst>
            </p:cNvPr>
            <p:cNvSpPr/>
            <p:nvPr/>
          </p:nvSpPr>
          <p:spPr>
            <a:xfrm flipH="1" flipV="1">
              <a:off x="2564441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9DC3691-545D-B3FE-9508-7783162EB242}"/>
                </a:ext>
              </a:extLst>
            </p:cNvPr>
            <p:cNvSpPr/>
            <p:nvPr/>
          </p:nvSpPr>
          <p:spPr>
            <a:xfrm flipH="1" flipV="1">
              <a:off x="2426472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82DCF39-5C2D-B057-9644-384D75A0A44E}"/>
                </a:ext>
              </a:extLst>
            </p:cNvPr>
            <p:cNvSpPr/>
            <p:nvPr/>
          </p:nvSpPr>
          <p:spPr>
            <a:xfrm flipH="1" flipV="1">
              <a:off x="2564441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8F56259-A3D2-641F-B245-7E96E64BF936}"/>
                </a:ext>
              </a:extLst>
            </p:cNvPr>
            <p:cNvSpPr/>
            <p:nvPr/>
          </p:nvSpPr>
          <p:spPr>
            <a:xfrm flipH="1" flipV="1">
              <a:off x="2426472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987A0A2-859B-5ED9-DB7C-5141442E1E5E}"/>
                </a:ext>
              </a:extLst>
            </p:cNvPr>
            <p:cNvSpPr/>
            <p:nvPr/>
          </p:nvSpPr>
          <p:spPr>
            <a:xfrm flipH="1" flipV="1">
              <a:off x="2564441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B5BE9F-0F1F-5736-4E41-367B92640AD6}"/>
                </a:ext>
              </a:extLst>
            </p:cNvPr>
            <p:cNvSpPr/>
            <p:nvPr/>
          </p:nvSpPr>
          <p:spPr>
            <a:xfrm flipH="1" flipV="1">
              <a:off x="1524000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51D654-DFC5-9266-736C-605FBB97C930}"/>
                </a:ext>
              </a:extLst>
            </p:cNvPr>
            <p:cNvSpPr/>
            <p:nvPr/>
          </p:nvSpPr>
          <p:spPr>
            <a:xfrm flipH="1" flipV="1">
              <a:off x="1661969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F37F93-F336-7100-E039-69CADCCF77C0}"/>
                </a:ext>
              </a:extLst>
            </p:cNvPr>
            <p:cNvSpPr/>
            <p:nvPr/>
          </p:nvSpPr>
          <p:spPr>
            <a:xfrm flipH="1" flipV="1">
              <a:off x="1799938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52A213-0303-332B-7542-5971AF2EDEE8}"/>
                </a:ext>
              </a:extLst>
            </p:cNvPr>
            <p:cNvSpPr/>
            <p:nvPr/>
          </p:nvSpPr>
          <p:spPr>
            <a:xfrm flipH="1" flipV="1">
              <a:off x="1937907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204CB3E-0061-A89B-47B9-73FC4FFBBE42}"/>
                </a:ext>
              </a:extLst>
            </p:cNvPr>
            <p:cNvSpPr/>
            <p:nvPr/>
          </p:nvSpPr>
          <p:spPr>
            <a:xfrm flipH="1" flipV="1">
              <a:off x="2426472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C2D3D96-BDE7-41EF-4788-27684B026677}"/>
                </a:ext>
              </a:extLst>
            </p:cNvPr>
            <p:cNvSpPr/>
            <p:nvPr/>
          </p:nvSpPr>
          <p:spPr>
            <a:xfrm flipH="1" flipV="1">
              <a:off x="2564441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3BCD17F-6DE1-0C03-B546-4DBD62A5C6AC}"/>
              </a:ext>
            </a:extLst>
          </p:cNvPr>
          <p:cNvGrpSpPr/>
          <p:nvPr/>
        </p:nvGrpSpPr>
        <p:grpSpPr>
          <a:xfrm>
            <a:off x="1524000" y="2410846"/>
            <a:ext cx="1178410" cy="107269"/>
            <a:chOff x="1524000" y="2410846"/>
            <a:chExt cx="1178410" cy="10726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A34D16-AE24-81CF-4B1E-C37CE776BB17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E32BFF-B92F-6789-1ED4-B9749D8622A3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1A231D0-C436-FBEF-E3AB-9B6A04919EA7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E3C10ED-3937-2AAB-0D44-5BDADBB28825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8445F8D-D1D7-8770-B142-1C37B7C3B272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D18A4FE-4641-341B-E364-08F61C6FA252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0DE0A28-9D87-4EF9-A338-09131F235C34}"/>
              </a:ext>
            </a:extLst>
          </p:cNvPr>
          <p:cNvGrpSpPr/>
          <p:nvPr/>
        </p:nvGrpSpPr>
        <p:grpSpPr>
          <a:xfrm>
            <a:off x="1524000" y="2518115"/>
            <a:ext cx="1178410" cy="1273736"/>
            <a:chOff x="1524000" y="2518115"/>
            <a:chExt cx="1178410" cy="127373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75B250-92F3-DC35-BF8E-A9BFFBEE8A3C}"/>
                </a:ext>
              </a:extLst>
            </p:cNvPr>
            <p:cNvSpPr/>
            <p:nvPr/>
          </p:nvSpPr>
          <p:spPr>
            <a:xfrm flipH="1" flipV="1">
              <a:off x="1524000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5DEF4B2-D406-EEDA-9AB3-2DD0FD185ED1}"/>
                </a:ext>
              </a:extLst>
            </p:cNvPr>
            <p:cNvSpPr/>
            <p:nvPr/>
          </p:nvSpPr>
          <p:spPr>
            <a:xfrm flipH="1" flipV="1">
              <a:off x="1661969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D4D1D6-93F2-8240-30C3-57F9A317DEED}"/>
                </a:ext>
              </a:extLst>
            </p:cNvPr>
            <p:cNvSpPr/>
            <p:nvPr/>
          </p:nvSpPr>
          <p:spPr>
            <a:xfrm flipH="1" flipV="1">
              <a:off x="1799938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27422E0-BDB7-516E-8D2B-C6C07CBCEA70}"/>
                </a:ext>
              </a:extLst>
            </p:cNvPr>
            <p:cNvSpPr/>
            <p:nvPr/>
          </p:nvSpPr>
          <p:spPr>
            <a:xfrm flipH="1" flipV="1">
              <a:off x="1937907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6BFA7E-333E-C76E-695E-1511E469D26A}"/>
                </a:ext>
              </a:extLst>
            </p:cNvPr>
            <p:cNvSpPr/>
            <p:nvPr/>
          </p:nvSpPr>
          <p:spPr>
            <a:xfrm flipH="1" flipV="1">
              <a:off x="1524000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191BA0D-02DA-1B7F-6713-CE2D93FF7DFD}"/>
                </a:ext>
              </a:extLst>
            </p:cNvPr>
            <p:cNvSpPr/>
            <p:nvPr/>
          </p:nvSpPr>
          <p:spPr>
            <a:xfrm flipH="1" flipV="1">
              <a:off x="1661969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EE3ACE-3786-4637-ECE7-9E1B9429F736}"/>
                </a:ext>
              </a:extLst>
            </p:cNvPr>
            <p:cNvSpPr/>
            <p:nvPr/>
          </p:nvSpPr>
          <p:spPr>
            <a:xfrm flipH="1" flipV="1">
              <a:off x="1799938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26DAC2C-3ACC-72CE-9464-C0CCC39D0332}"/>
                </a:ext>
              </a:extLst>
            </p:cNvPr>
            <p:cNvSpPr/>
            <p:nvPr/>
          </p:nvSpPr>
          <p:spPr>
            <a:xfrm flipH="1" flipV="1">
              <a:off x="1937907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30CF39-09D1-E9BD-A0D7-2122482910A3}"/>
                </a:ext>
              </a:extLst>
            </p:cNvPr>
            <p:cNvSpPr/>
            <p:nvPr/>
          </p:nvSpPr>
          <p:spPr>
            <a:xfrm flipH="1" flipV="1">
              <a:off x="1524000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9656220-13E8-8E5C-F233-B701A1870D82}"/>
                </a:ext>
              </a:extLst>
            </p:cNvPr>
            <p:cNvSpPr/>
            <p:nvPr/>
          </p:nvSpPr>
          <p:spPr>
            <a:xfrm flipH="1" flipV="1">
              <a:off x="1661969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A9C324-9117-8387-91CC-C7E3279462AE}"/>
                </a:ext>
              </a:extLst>
            </p:cNvPr>
            <p:cNvSpPr/>
            <p:nvPr/>
          </p:nvSpPr>
          <p:spPr>
            <a:xfrm flipH="1" flipV="1">
              <a:off x="1799938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CA6F723-55BB-5629-9ACE-73083FFAA0E2}"/>
                </a:ext>
              </a:extLst>
            </p:cNvPr>
            <p:cNvSpPr/>
            <p:nvPr/>
          </p:nvSpPr>
          <p:spPr>
            <a:xfrm flipH="1" flipV="1">
              <a:off x="1937907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A45BF6C-C00B-FA30-D2DE-5D6FDFFAA3F4}"/>
                </a:ext>
              </a:extLst>
            </p:cNvPr>
            <p:cNvSpPr/>
            <p:nvPr/>
          </p:nvSpPr>
          <p:spPr>
            <a:xfrm flipH="1" flipV="1">
              <a:off x="1524000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D73185A-53B3-5474-0C5D-1AE2A20212FE}"/>
                </a:ext>
              </a:extLst>
            </p:cNvPr>
            <p:cNvSpPr/>
            <p:nvPr/>
          </p:nvSpPr>
          <p:spPr>
            <a:xfrm flipH="1" flipV="1">
              <a:off x="1661969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80610A0-98D6-29C7-5574-517134BFFDBB}"/>
                </a:ext>
              </a:extLst>
            </p:cNvPr>
            <p:cNvSpPr/>
            <p:nvPr/>
          </p:nvSpPr>
          <p:spPr>
            <a:xfrm flipH="1" flipV="1">
              <a:off x="1799938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C96A4C8-9C20-2C2D-BF0B-1FE377A4901D}"/>
                </a:ext>
              </a:extLst>
            </p:cNvPr>
            <p:cNvSpPr/>
            <p:nvPr/>
          </p:nvSpPr>
          <p:spPr>
            <a:xfrm flipH="1" flipV="1">
              <a:off x="1937907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95667D6-9095-750A-F212-9A2CC803E7D6}"/>
                </a:ext>
              </a:extLst>
            </p:cNvPr>
            <p:cNvSpPr/>
            <p:nvPr/>
          </p:nvSpPr>
          <p:spPr>
            <a:xfrm flipH="1" flipV="1">
              <a:off x="1524000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B770853-81C7-1F42-EA36-68ADCC41AA1B}"/>
                </a:ext>
              </a:extLst>
            </p:cNvPr>
            <p:cNvSpPr/>
            <p:nvPr/>
          </p:nvSpPr>
          <p:spPr>
            <a:xfrm flipH="1" flipV="1">
              <a:off x="1661969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9060B04-6C30-0064-CBE5-187DEC7859A1}"/>
                </a:ext>
              </a:extLst>
            </p:cNvPr>
            <p:cNvSpPr/>
            <p:nvPr/>
          </p:nvSpPr>
          <p:spPr>
            <a:xfrm flipH="1" flipV="1">
              <a:off x="1799938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3BF3D3-1AF0-7734-4598-A3A5C8732289}"/>
                </a:ext>
              </a:extLst>
            </p:cNvPr>
            <p:cNvSpPr/>
            <p:nvPr/>
          </p:nvSpPr>
          <p:spPr>
            <a:xfrm flipH="1" flipV="1">
              <a:off x="1937907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0AE7C60-2B90-FED8-BC14-D4B199551C98}"/>
                </a:ext>
              </a:extLst>
            </p:cNvPr>
            <p:cNvSpPr/>
            <p:nvPr/>
          </p:nvSpPr>
          <p:spPr>
            <a:xfrm flipH="1" flipV="1">
              <a:off x="1524000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AD6246F-7004-CB16-8827-AF8569F0E782}"/>
                </a:ext>
              </a:extLst>
            </p:cNvPr>
            <p:cNvSpPr/>
            <p:nvPr/>
          </p:nvSpPr>
          <p:spPr>
            <a:xfrm flipH="1" flipV="1">
              <a:off x="1661969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1DFF07E-6A7C-EF1C-0C93-7A54927821A2}"/>
                </a:ext>
              </a:extLst>
            </p:cNvPr>
            <p:cNvSpPr/>
            <p:nvPr/>
          </p:nvSpPr>
          <p:spPr>
            <a:xfrm flipH="1" flipV="1">
              <a:off x="1799938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4424C2D-AFC0-0208-6AB6-E4DA6F0F6BFD}"/>
                </a:ext>
              </a:extLst>
            </p:cNvPr>
            <p:cNvSpPr/>
            <p:nvPr/>
          </p:nvSpPr>
          <p:spPr>
            <a:xfrm flipH="1" flipV="1">
              <a:off x="1937907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ED549A-F84C-CC6B-78DB-00B10B0DE814}"/>
                </a:ext>
              </a:extLst>
            </p:cNvPr>
            <p:cNvSpPr/>
            <p:nvPr/>
          </p:nvSpPr>
          <p:spPr>
            <a:xfrm flipH="1" flipV="1">
              <a:off x="1524000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018DDB2-E7BD-6288-7299-6BEBB134B53A}"/>
                </a:ext>
              </a:extLst>
            </p:cNvPr>
            <p:cNvSpPr/>
            <p:nvPr/>
          </p:nvSpPr>
          <p:spPr>
            <a:xfrm flipH="1" flipV="1">
              <a:off x="1661969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B4D73AD-F9C4-0649-375B-7742F1A23B2D}"/>
                </a:ext>
              </a:extLst>
            </p:cNvPr>
            <p:cNvSpPr/>
            <p:nvPr/>
          </p:nvSpPr>
          <p:spPr>
            <a:xfrm flipH="1" flipV="1">
              <a:off x="1799938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BD8AABE-11F7-7346-A438-E6191F02068F}"/>
                </a:ext>
              </a:extLst>
            </p:cNvPr>
            <p:cNvSpPr/>
            <p:nvPr/>
          </p:nvSpPr>
          <p:spPr>
            <a:xfrm flipH="1" flipV="1">
              <a:off x="1937907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D2C298E-6385-38A5-2B11-BDDB181C5C21}"/>
                </a:ext>
              </a:extLst>
            </p:cNvPr>
            <p:cNvSpPr/>
            <p:nvPr/>
          </p:nvSpPr>
          <p:spPr>
            <a:xfrm flipH="1" flipV="1">
              <a:off x="1524000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4D52C7-552F-E08A-FE19-6633D549344D}"/>
                </a:ext>
              </a:extLst>
            </p:cNvPr>
            <p:cNvSpPr/>
            <p:nvPr/>
          </p:nvSpPr>
          <p:spPr>
            <a:xfrm flipH="1" flipV="1">
              <a:off x="1661969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C285BE8-1FE6-81C2-683B-B0891E103E40}"/>
                </a:ext>
              </a:extLst>
            </p:cNvPr>
            <p:cNvSpPr/>
            <p:nvPr/>
          </p:nvSpPr>
          <p:spPr>
            <a:xfrm flipH="1" flipV="1">
              <a:off x="1799938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CC7866-21F8-2241-32B1-A26CA21325E6}"/>
                </a:ext>
              </a:extLst>
            </p:cNvPr>
            <p:cNvSpPr/>
            <p:nvPr/>
          </p:nvSpPr>
          <p:spPr>
            <a:xfrm flipH="1" flipV="1">
              <a:off x="1937907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4A026-B93B-F204-50BE-B19D14DF2F2C}"/>
                </a:ext>
              </a:extLst>
            </p:cNvPr>
            <p:cNvSpPr/>
            <p:nvPr/>
          </p:nvSpPr>
          <p:spPr>
            <a:xfrm flipH="1" flipV="1">
              <a:off x="1524000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E9AE90-E939-9C81-09E5-2401402E1DE5}"/>
                </a:ext>
              </a:extLst>
            </p:cNvPr>
            <p:cNvSpPr/>
            <p:nvPr/>
          </p:nvSpPr>
          <p:spPr>
            <a:xfrm flipH="1" flipV="1">
              <a:off x="1661969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83028B-F018-6754-0F84-F1C843EB0924}"/>
                </a:ext>
              </a:extLst>
            </p:cNvPr>
            <p:cNvSpPr/>
            <p:nvPr/>
          </p:nvSpPr>
          <p:spPr>
            <a:xfrm flipH="1" flipV="1">
              <a:off x="1799938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E0A6DC6-74F7-46EA-0909-71805340DEAA}"/>
                </a:ext>
              </a:extLst>
            </p:cNvPr>
            <p:cNvSpPr/>
            <p:nvPr/>
          </p:nvSpPr>
          <p:spPr>
            <a:xfrm flipH="1" flipV="1">
              <a:off x="1937907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B0BD2B-2C0B-F01B-9D4D-C5E78EA41AF0}"/>
                </a:ext>
              </a:extLst>
            </p:cNvPr>
            <p:cNvSpPr/>
            <p:nvPr/>
          </p:nvSpPr>
          <p:spPr>
            <a:xfrm flipH="1" flipV="1">
              <a:off x="1524000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BD3F549-4B26-69A2-EAF3-09566E64E955}"/>
                </a:ext>
              </a:extLst>
            </p:cNvPr>
            <p:cNvSpPr/>
            <p:nvPr/>
          </p:nvSpPr>
          <p:spPr>
            <a:xfrm flipH="1" flipV="1">
              <a:off x="1661969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31D60EC-017F-160C-9CF3-4226CC5BF285}"/>
                </a:ext>
              </a:extLst>
            </p:cNvPr>
            <p:cNvSpPr/>
            <p:nvPr/>
          </p:nvSpPr>
          <p:spPr>
            <a:xfrm flipH="1" flipV="1">
              <a:off x="1799938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8E567C7-967F-088E-A321-292E40345C2D}"/>
                </a:ext>
              </a:extLst>
            </p:cNvPr>
            <p:cNvSpPr/>
            <p:nvPr/>
          </p:nvSpPr>
          <p:spPr>
            <a:xfrm flipH="1" flipV="1">
              <a:off x="1937907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6719181-9A39-7AF4-E06E-3D8F30A03165}"/>
                </a:ext>
              </a:extLst>
            </p:cNvPr>
            <p:cNvSpPr/>
            <p:nvPr/>
          </p:nvSpPr>
          <p:spPr>
            <a:xfrm flipH="1" flipV="1">
              <a:off x="1524000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ADFEE5E-BFBC-8212-5213-9C54E085FB18}"/>
                </a:ext>
              </a:extLst>
            </p:cNvPr>
            <p:cNvSpPr/>
            <p:nvPr/>
          </p:nvSpPr>
          <p:spPr>
            <a:xfrm flipH="1" flipV="1">
              <a:off x="1661969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CC036A6-0C11-B4FC-F35A-6D020A317978}"/>
                </a:ext>
              </a:extLst>
            </p:cNvPr>
            <p:cNvSpPr/>
            <p:nvPr/>
          </p:nvSpPr>
          <p:spPr>
            <a:xfrm flipH="1" flipV="1">
              <a:off x="1799938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25CE734-7234-BD21-A927-85FE94F79530}"/>
                </a:ext>
              </a:extLst>
            </p:cNvPr>
            <p:cNvSpPr/>
            <p:nvPr/>
          </p:nvSpPr>
          <p:spPr>
            <a:xfrm flipH="1" flipV="1">
              <a:off x="1937907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0A39940-F25D-83E9-4F76-19ED042611CF}"/>
                </a:ext>
              </a:extLst>
            </p:cNvPr>
            <p:cNvSpPr/>
            <p:nvPr/>
          </p:nvSpPr>
          <p:spPr>
            <a:xfrm flipH="1" flipV="1">
              <a:off x="1524000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9EE36BE-1777-711E-3C83-9F01E828D66B}"/>
                </a:ext>
              </a:extLst>
            </p:cNvPr>
            <p:cNvSpPr/>
            <p:nvPr/>
          </p:nvSpPr>
          <p:spPr>
            <a:xfrm flipH="1" flipV="1">
              <a:off x="1661969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5BD2553-4087-F9A9-A5F1-EE0A52FEA0EE}"/>
                </a:ext>
              </a:extLst>
            </p:cNvPr>
            <p:cNvSpPr/>
            <p:nvPr/>
          </p:nvSpPr>
          <p:spPr>
            <a:xfrm flipH="1" flipV="1">
              <a:off x="1799938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C422F36-1483-5C20-4BC2-B3C78249DA81}"/>
                </a:ext>
              </a:extLst>
            </p:cNvPr>
            <p:cNvSpPr/>
            <p:nvPr/>
          </p:nvSpPr>
          <p:spPr>
            <a:xfrm flipH="1" flipV="1">
              <a:off x="1937907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0A1A6B0-1A6D-563B-FE55-E04C9769FB1B}"/>
                </a:ext>
              </a:extLst>
            </p:cNvPr>
            <p:cNvSpPr/>
            <p:nvPr/>
          </p:nvSpPr>
          <p:spPr>
            <a:xfrm flipH="1" flipV="1">
              <a:off x="2426472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1A729FC-65DC-223F-99BD-B27C114B86FB}"/>
                </a:ext>
              </a:extLst>
            </p:cNvPr>
            <p:cNvSpPr/>
            <p:nvPr/>
          </p:nvSpPr>
          <p:spPr>
            <a:xfrm flipH="1" flipV="1">
              <a:off x="2564441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D757423-5649-1E63-1A16-9543A7F9BAA9}"/>
                </a:ext>
              </a:extLst>
            </p:cNvPr>
            <p:cNvSpPr/>
            <p:nvPr/>
          </p:nvSpPr>
          <p:spPr>
            <a:xfrm flipH="1" flipV="1">
              <a:off x="2426472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70D877D-5683-7BDA-2C1B-351A3E4F43FF}"/>
                </a:ext>
              </a:extLst>
            </p:cNvPr>
            <p:cNvSpPr/>
            <p:nvPr/>
          </p:nvSpPr>
          <p:spPr>
            <a:xfrm flipH="1" flipV="1">
              <a:off x="2564441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F806AC0-CCCE-18CB-7DA0-26CB0300DEBE}"/>
                </a:ext>
              </a:extLst>
            </p:cNvPr>
            <p:cNvSpPr/>
            <p:nvPr/>
          </p:nvSpPr>
          <p:spPr>
            <a:xfrm flipH="1" flipV="1">
              <a:off x="2426472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72C82D1-BB5C-C926-FB18-06B4B5A62001}"/>
                </a:ext>
              </a:extLst>
            </p:cNvPr>
            <p:cNvSpPr/>
            <p:nvPr/>
          </p:nvSpPr>
          <p:spPr>
            <a:xfrm flipH="1" flipV="1">
              <a:off x="2564441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5CA2C8C-677A-DC78-2D3C-DBF699402673}"/>
                </a:ext>
              </a:extLst>
            </p:cNvPr>
            <p:cNvSpPr/>
            <p:nvPr/>
          </p:nvSpPr>
          <p:spPr>
            <a:xfrm flipH="1" flipV="1">
              <a:off x="2426472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6164104-8FE6-D0F9-13CE-341ED52FD572}"/>
                </a:ext>
              </a:extLst>
            </p:cNvPr>
            <p:cNvSpPr/>
            <p:nvPr/>
          </p:nvSpPr>
          <p:spPr>
            <a:xfrm flipH="1" flipV="1">
              <a:off x="2564441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325B32-071E-0D58-4C44-E9002A1B9E64}"/>
                </a:ext>
              </a:extLst>
            </p:cNvPr>
            <p:cNvSpPr/>
            <p:nvPr/>
          </p:nvSpPr>
          <p:spPr>
            <a:xfrm flipH="1" flipV="1">
              <a:off x="2426472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6C236CB-0A55-D8EE-3BD0-6C9AA4D1C43E}"/>
                </a:ext>
              </a:extLst>
            </p:cNvPr>
            <p:cNvSpPr/>
            <p:nvPr/>
          </p:nvSpPr>
          <p:spPr>
            <a:xfrm flipH="1" flipV="1">
              <a:off x="2564441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A286909-9631-2F7B-7CB6-F35C2E896EF5}"/>
                </a:ext>
              </a:extLst>
            </p:cNvPr>
            <p:cNvSpPr/>
            <p:nvPr/>
          </p:nvSpPr>
          <p:spPr>
            <a:xfrm flipH="1" flipV="1">
              <a:off x="2426472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786D818-BE37-27C3-F39F-B6DBC75C524D}"/>
                </a:ext>
              </a:extLst>
            </p:cNvPr>
            <p:cNvSpPr/>
            <p:nvPr/>
          </p:nvSpPr>
          <p:spPr>
            <a:xfrm flipH="1" flipV="1">
              <a:off x="2564441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496C4AA-92F2-9DEE-D211-45A7D496587A}"/>
                </a:ext>
              </a:extLst>
            </p:cNvPr>
            <p:cNvSpPr/>
            <p:nvPr/>
          </p:nvSpPr>
          <p:spPr>
            <a:xfrm flipH="1" flipV="1">
              <a:off x="2426472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0C2F48-A9AF-3F4A-F3F0-2FFE011A3877}"/>
                </a:ext>
              </a:extLst>
            </p:cNvPr>
            <p:cNvSpPr/>
            <p:nvPr/>
          </p:nvSpPr>
          <p:spPr>
            <a:xfrm flipH="1" flipV="1">
              <a:off x="2564441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9298984-8E84-C034-37D8-CDB2ADC41D3C}"/>
                </a:ext>
              </a:extLst>
            </p:cNvPr>
            <p:cNvSpPr/>
            <p:nvPr/>
          </p:nvSpPr>
          <p:spPr>
            <a:xfrm flipH="1" flipV="1">
              <a:off x="2426472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4DFD40B-8E6F-6AE9-C409-F6D7A889628C}"/>
                </a:ext>
              </a:extLst>
            </p:cNvPr>
            <p:cNvSpPr/>
            <p:nvPr/>
          </p:nvSpPr>
          <p:spPr>
            <a:xfrm flipH="1" flipV="1">
              <a:off x="2564441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99D2487-B96C-70FA-BD5F-77BCED1178D7}"/>
                </a:ext>
              </a:extLst>
            </p:cNvPr>
            <p:cNvSpPr/>
            <p:nvPr/>
          </p:nvSpPr>
          <p:spPr>
            <a:xfrm flipH="1" flipV="1">
              <a:off x="2426472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E311F78-7E35-1707-A985-93D244CA2C02}"/>
                </a:ext>
              </a:extLst>
            </p:cNvPr>
            <p:cNvSpPr/>
            <p:nvPr/>
          </p:nvSpPr>
          <p:spPr>
            <a:xfrm flipH="1" flipV="1">
              <a:off x="2564441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29BE137-108E-5B22-3F09-954262DCBC19}"/>
                </a:ext>
              </a:extLst>
            </p:cNvPr>
            <p:cNvSpPr/>
            <p:nvPr/>
          </p:nvSpPr>
          <p:spPr>
            <a:xfrm flipH="1" flipV="1">
              <a:off x="2426472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E2FE311-63CC-2DE8-8E11-67099073159F}"/>
                </a:ext>
              </a:extLst>
            </p:cNvPr>
            <p:cNvSpPr/>
            <p:nvPr/>
          </p:nvSpPr>
          <p:spPr>
            <a:xfrm flipH="1" flipV="1">
              <a:off x="2564441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5B3B8C1-82BA-17B6-B18C-B6F324A46AEE}"/>
                </a:ext>
              </a:extLst>
            </p:cNvPr>
            <p:cNvSpPr/>
            <p:nvPr/>
          </p:nvSpPr>
          <p:spPr>
            <a:xfrm flipH="1" flipV="1">
              <a:off x="2426472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4DFC458-63ED-2266-3C73-7718E873B2DF}"/>
                </a:ext>
              </a:extLst>
            </p:cNvPr>
            <p:cNvSpPr/>
            <p:nvPr/>
          </p:nvSpPr>
          <p:spPr>
            <a:xfrm flipH="1" flipV="1">
              <a:off x="2564441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B41A6B1-D1FC-4B60-0CC3-39FDD988AE47}"/>
                </a:ext>
              </a:extLst>
            </p:cNvPr>
            <p:cNvSpPr/>
            <p:nvPr/>
          </p:nvSpPr>
          <p:spPr>
            <a:xfrm flipH="1" flipV="1">
              <a:off x="2426472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08DD667-5FE2-97A2-7A48-6631A30F7433}"/>
                </a:ext>
              </a:extLst>
            </p:cNvPr>
            <p:cNvSpPr/>
            <p:nvPr/>
          </p:nvSpPr>
          <p:spPr>
            <a:xfrm flipH="1" flipV="1">
              <a:off x="2564441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CDC70DD-7E73-B747-6D2F-5E726DFF1C2F}"/>
              </a:ext>
            </a:extLst>
          </p:cNvPr>
          <p:cNvGrpSpPr/>
          <p:nvPr/>
        </p:nvGrpSpPr>
        <p:grpSpPr>
          <a:xfrm>
            <a:off x="1524000" y="3791851"/>
            <a:ext cx="1178410" cy="321807"/>
            <a:chOff x="1524000" y="3791851"/>
            <a:chExt cx="1178410" cy="32180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BB254CC-1E34-AAEE-D574-98D5BCCA1D5A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A9317FB-B4EF-A6BF-C739-C536F8B386D6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4B99F05-DCFB-4C69-2108-657D50588A9B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24275FD-7FF8-B384-A3EA-9830944F918B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8F8705E-E0F9-0CC5-AAC2-8286086BCAEA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7C9B853-D949-516D-E928-01A4D10C86FE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5B51C5-5141-9DA2-5692-E8691CA1DB95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5D72A96-8B65-648F-E986-0B6C0076EE46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DF24BD7-C23F-E71B-7D7D-3B9B3D2B3E34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5B375EC-BD58-C25F-886E-D2E7F4E74498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1797454-537D-D96B-C82F-E43006A36CAB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5E76FB9-D225-AA99-D4CC-3A6954631C17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EA500CA-D5B3-FE30-CDCA-D21ABD67E8F9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8D9BE7B-8695-0E7F-E9C6-BDF4959D295B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D97BFFA-DFA7-D69A-8111-B9A5D6B2DE00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ABC399F-863D-BB08-CDDD-7BB7A126DB8D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7BFB4AC-6264-CF94-C8C9-2B0931181AA6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2A4C918-0F4E-7B28-AEFC-2AE633796C4A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CBFE4679-E761-4685-0C5B-98E92F53920F}"/>
              </a:ext>
            </a:extLst>
          </p:cNvPr>
          <p:cNvSpPr txBox="1"/>
          <p:nvPr/>
        </p:nvSpPr>
        <p:spPr bwMode="auto">
          <a:xfrm>
            <a:off x="1333019" y="4191276"/>
            <a:ext cx="795867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X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183681A-7C95-9BE5-0E9D-AF69831BE56E}"/>
              </a:ext>
            </a:extLst>
          </p:cNvPr>
          <p:cNvSpPr txBox="1"/>
          <p:nvPr/>
        </p:nvSpPr>
        <p:spPr bwMode="auto">
          <a:xfrm>
            <a:off x="2230487" y="4204744"/>
            <a:ext cx="792114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Y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FAB1DE8-AF3B-5880-51D8-0C1013687DDD}"/>
              </a:ext>
            </a:extLst>
          </p:cNvPr>
          <p:cNvGrpSpPr/>
          <p:nvPr/>
        </p:nvGrpSpPr>
        <p:grpSpPr>
          <a:xfrm>
            <a:off x="1524000" y="2410846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7D4D13E-3354-E66E-C476-A7953242A26C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4469008-67A6-5210-2F3A-617761486306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47BB73B-B50C-6BA3-31D9-29F98815E189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60B73F2-CCCE-10A3-EAC4-67854BC26DEC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53783165-8A14-7E0C-E4FF-D57C2095E0EF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B53BF59-AB50-9D29-BD98-4C771A79100F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96E23EE-6F14-B3FE-F91A-5E861A0D56FD}"/>
              </a:ext>
            </a:extLst>
          </p:cNvPr>
          <p:cNvGrpSpPr/>
          <p:nvPr/>
        </p:nvGrpSpPr>
        <p:grpSpPr>
          <a:xfrm>
            <a:off x="1524000" y="3798271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9425A6A7-1DD4-A08D-06DE-FD42E80F4FF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AB19FF9-83DC-3E34-D8C9-161729058B38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99DE813-0802-6ACF-875F-FC56B2E1803B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E7FFA26-3194-FA35-8BBC-AC8270D1428C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4C88960-1B44-8A90-D8A6-6E392014CECC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D93BAA1-A005-9112-C398-BAA5ADB0DE0D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D6FE7FD-7DCF-C0D6-FA09-365F81B0FEF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D55A6FF-28C5-D4DF-5A4E-E4FF4E9645BC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5E964BC-2A18-9882-DDC3-B9FFF891EAB8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EE58849-2A3A-FE13-763F-13A822AB5E56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2C9E7AF2-4025-7618-456C-0BC708C367D4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212ACF18-D714-162E-558C-BE242519E89E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8E36BAF2-0BFD-8AF1-D57E-B5343FB51433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D56A78F-3FD0-8434-3B6F-1CD91691EE6A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FE0DF61-EF4D-A76E-9764-95C39F26EDB5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DE6F414-A93E-90BC-EECF-BEECDDF4015A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3DBFF0B-7C29-F8B4-A2E3-C94D799F0CC4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95DA417-AF9F-36F0-6E5C-02AF605F1EC7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BF841412-6490-3168-D928-DEC104CF182E}"/>
              </a:ext>
            </a:extLst>
          </p:cNvPr>
          <p:cNvGrpSpPr/>
          <p:nvPr/>
        </p:nvGrpSpPr>
        <p:grpSpPr>
          <a:xfrm>
            <a:off x="4700839" y="1557867"/>
            <a:ext cx="1178410" cy="1700584"/>
            <a:chOff x="3710239" y="1964267"/>
            <a:chExt cx="1178410" cy="1700584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C857DFB-B0D9-13B8-C278-A00AADD8F18F}"/>
                </a:ext>
              </a:extLst>
            </p:cNvPr>
            <p:cNvGrpSpPr/>
            <p:nvPr/>
          </p:nvGrpSpPr>
          <p:grpSpPr>
            <a:xfrm>
              <a:off x="3710239" y="1964267"/>
              <a:ext cx="1178410" cy="429076"/>
              <a:chOff x="1524000" y="1989667"/>
              <a:chExt cx="1178410" cy="429076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A12678A-88F5-D27E-0B2C-9AFC102B74A6}"/>
                  </a:ext>
                </a:extLst>
              </p:cNvPr>
              <p:cNvSpPr/>
              <p:nvPr/>
            </p:nvSpPr>
            <p:spPr>
              <a:xfrm flipH="1" flipV="1">
                <a:off x="1524000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F5851B3E-3B86-C078-39B6-2AF735F5F9E7}"/>
                  </a:ext>
                </a:extLst>
              </p:cNvPr>
              <p:cNvSpPr/>
              <p:nvPr/>
            </p:nvSpPr>
            <p:spPr>
              <a:xfrm flipH="1" flipV="1">
                <a:off x="1661969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945148D6-EAA3-281A-0BDE-550F6657BDD0}"/>
                  </a:ext>
                </a:extLst>
              </p:cNvPr>
              <p:cNvSpPr/>
              <p:nvPr/>
            </p:nvSpPr>
            <p:spPr>
              <a:xfrm flipH="1" flipV="1">
                <a:off x="1799938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BF729DF-D69D-9648-319B-239ADC6B9B70}"/>
                  </a:ext>
                </a:extLst>
              </p:cNvPr>
              <p:cNvSpPr/>
              <p:nvPr/>
            </p:nvSpPr>
            <p:spPr>
              <a:xfrm flipH="1" flipV="1">
                <a:off x="1937907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8D86652-1B63-5899-72B4-236598A49AA5}"/>
                  </a:ext>
                </a:extLst>
              </p:cNvPr>
              <p:cNvSpPr/>
              <p:nvPr/>
            </p:nvSpPr>
            <p:spPr>
              <a:xfrm flipH="1" flipV="1">
                <a:off x="1524000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F4F67ACB-F325-83D3-F141-268E48A4A3DD}"/>
                  </a:ext>
                </a:extLst>
              </p:cNvPr>
              <p:cNvSpPr/>
              <p:nvPr/>
            </p:nvSpPr>
            <p:spPr>
              <a:xfrm flipH="1" flipV="1">
                <a:off x="1661969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3F9583A6-201D-32B5-BEFF-9203DE622855}"/>
                  </a:ext>
                </a:extLst>
              </p:cNvPr>
              <p:cNvSpPr/>
              <p:nvPr/>
            </p:nvSpPr>
            <p:spPr>
              <a:xfrm flipH="1" flipV="1">
                <a:off x="1799938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8C48790-60F6-295E-BC07-2CD7DFF4F090}"/>
                  </a:ext>
                </a:extLst>
              </p:cNvPr>
              <p:cNvSpPr/>
              <p:nvPr/>
            </p:nvSpPr>
            <p:spPr>
              <a:xfrm flipH="1" flipV="1">
                <a:off x="1937907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00D186E-2DE6-9AB7-F936-889545F07109}"/>
                  </a:ext>
                </a:extLst>
              </p:cNvPr>
              <p:cNvSpPr/>
              <p:nvPr/>
            </p:nvSpPr>
            <p:spPr>
              <a:xfrm flipH="1" flipV="1">
                <a:off x="1524000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BC70376-6928-195B-3815-0ABA122B21EB}"/>
                  </a:ext>
                </a:extLst>
              </p:cNvPr>
              <p:cNvSpPr/>
              <p:nvPr/>
            </p:nvSpPr>
            <p:spPr>
              <a:xfrm flipH="1" flipV="1">
                <a:off x="1661969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C6028B0E-83CC-C2BD-88D2-A634AF5080D2}"/>
                  </a:ext>
                </a:extLst>
              </p:cNvPr>
              <p:cNvSpPr/>
              <p:nvPr/>
            </p:nvSpPr>
            <p:spPr>
              <a:xfrm flipH="1" flipV="1">
                <a:off x="1799938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18BD6889-6963-06DB-531A-387D24CF16FB}"/>
                  </a:ext>
                </a:extLst>
              </p:cNvPr>
              <p:cNvSpPr/>
              <p:nvPr/>
            </p:nvSpPr>
            <p:spPr>
              <a:xfrm flipH="1" flipV="1">
                <a:off x="1937907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3827612D-062D-4672-466F-241EB41B5358}"/>
                  </a:ext>
                </a:extLst>
              </p:cNvPr>
              <p:cNvSpPr/>
              <p:nvPr/>
            </p:nvSpPr>
            <p:spPr>
              <a:xfrm flipH="1" flipV="1">
                <a:off x="2426472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571E5ACA-9343-2CCE-1A64-BB4016472C4C}"/>
                  </a:ext>
                </a:extLst>
              </p:cNvPr>
              <p:cNvSpPr/>
              <p:nvPr/>
            </p:nvSpPr>
            <p:spPr>
              <a:xfrm flipH="1" flipV="1">
                <a:off x="2564441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25DF0263-632C-AD9B-E558-C6C14BC05209}"/>
                  </a:ext>
                </a:extLst>
              </p:cNvPr>
              <p:cNvSpPr/>
              <p:nvPr/>
            </p:nvSpPr>
            <p:spPr>
              <a:xfrm flipH="1" flipV="1">
                <a:off x="2426472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22306D9-8DA5-1FBC-8729-5F43AAFA551B}"/>
                  </a:ext>
                </a:extLst>
              </p:cNvPr>
              <p:cNvSpPr/>
              <p:nvPr/>
            </p:nvSpPr>
            <p:spPr>
              <a:xfrm flipH="1" flipV="1">
                <a:off x="2564441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0E0716-BE36-64EA-393C-C75456495D3B}"/>
                  </a:ext>
                </a:extLst>
              </p:cNvPr>
              <p:cNvSpPr/>
              <p:nvPr/>
            </p:nvSpPr>
            <p:spPr>
              <a:xfrm flipH="1" flipV="1">
                <a:off x="2426472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327C9880-2436-68C0-D994-B22D6D2AB6D3}"/>
                  </a:ext>
                </a:extLst>
              </p:cNvPr>
              <p:cNvSpPr/>
              <p:nvPr/>
            </p:nvSpPr>
            <p:spPr>
              <a:xfrm flipH="1" flipV="1">
                <a:off x="2564441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2E837E28-6233-E6E1-F7C3-FC637FE8BD2B}"/>
                  </a:ext>
                </a:extLst>
              </p:cNvPr>
              <p:cNvSpPr/>
              <p:nvPr/>
            </p:nvSpPr>
            <p:spPr>
              <a:xfrm flipH="1" flipV="1">
                <a:off x="1524000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3F904CFE-3E2C-4F83-4B4E-3C2195AA18AF}"/>
                  </a:ext>
                </a:extLst>
              </p:cNvPr>
              <p:cNvSpPr/>
              <p:nvPr/>
            </p:nvSpPr>
            <p:spPr>
              <a:xfrm flipH="1" flipV="1">
                <a:off x="1661969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DB9674C-EDC3-D449-D449-A0A065648523}"/>
                  </a:ext>
                </a:extLst>
              </p:cNvPr>
              <p:cNvSpPr/>
              <p:nvPr/>
            </p:nvSpPr>
            <p:spPr>
              <a:xfrm flipH="1" flipV="1">
                <a:off x="1799938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D71BB3A5-3173-A159-69BA-F189588A209E}"/>
                  </a:ext>
                </a:extLst>
              </p:cNvPr>
              <p:cNvSpPr/>
              <p:nvPr/>
            </p:nvSpPr>
            <p:spPr>
              <a:xfrm flipH="1" flipV="1">
                <a:off x="1937907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36CD294-B65F-D4A7-A342-C2FD2DA764D9}"/>
                  </a:ext>
                </a:extLst>
              </p:cNvPr>
              <p:cNvSpPr/>
              <p:nvPr/>
            </p:nvSpPr>
            <p:spPr>
              <a:xfrm flipH="1" flipV="1">
                <a:off x="2426472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D86FFCBD-7339-C6A8-6955-BD4F4D98D8AB}"/>
                  </a:ext>
                </a:extLst>
              </p:cNvPr>
              <p:cNvSpPr/>
              <p:nvPr/>
            </p:nvSpPr>
            <p:spPr>
              <a:xfrm flipH="1" flipV="1">
                <a:off x="2564441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04F7F6CA-A17E-3D38-DD91-4AA0C9A08CC0}"/>
                </a:ext>
              </a:extLst>
            </p:cNvPr>
            <p:cNvGrpSpPr/>
            <p:nvPr/>
          </p:nvGrpSpPr>
          <p:grpSpPr>
            <a:xfrm>
              <a:off x="3710239" y="2391115"/>
              <a:ext cx="1178410" cy="1273736"/>
              <a:chOff x="1524000" y="2518115"/>
              <a:chExt cx="1178410" cy="1273736"/>
            </a:xfrm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77F0348-2953-1448-89D0-11F56F363F3A}"/>
                  </a:ext>
                </a:extLst>
              </p:cNvPr>
              <p:cNvSpPr/>
              <p:nvPr/>
            </p:nvSpPr>
            <p:spPr>
              <a:xfrm flipH="1" flipV="1">
                <a:off x="1524000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06D830AA-5B0D-34AC-7380-1D99A5777654}"/>
                  </a:ext>
                </a:extLst>
              </p:cNvPr>
              <p:cNvSpPr/>
              <p:nvPr/>
            </p:nvSpPr>
            <p:spPr>
              <a:xfrm flipH="1" flipV="1">
                <a:off x="1661969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559A899-6E9F-151E-E411-259A5FF428CF}"/>
                  </a:ext>
                </a:extLst>
              </p:cNvPr>
              <p:cNvSpPr/>
              <p:nvPr/>
            </p:nvSpPr>
            <p:spPr>
              <a:xfrm flipH="1" flipV="1">
                <a:off x="1799938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156AC934-7843-52AA-B1F2-F3A262D8B633}"/>
                  </a:ext>
                </a:extLst>
              </p:cNvPr>
              <p:cNvSpPr/>
              <p:nvPr/>
            </p:nvSpPr>
            <p:spPr>
              <a:xfrm flipH="1" flipV="1">
                <a:off x="1937907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972C7136-E707-042C-1FB4-DEFC1DB4FEFD}"/>
                  </a:ext>
                </a:extLst>
              </p:cNvPr>
              <p:cNvSpPr/>
              <p:nvPr/>
            </p:nvSpPr>
            <p:spPr>
              <a:xfrm flipH="1" flipV="1">
                <a:off x="1524000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6907B64-0A31-AC2F-6A13-2948E9C02D8F}"/>
                  </a:ext>
                </a:extLst>
              </p:cNvPr>
              <p:cNvSpPr/>
              <p:nvPr/>
            </p:nvSpPr>
            <p:spPr>
              <a:xfrm flipH="1" flipV="1">
                <a:off x="1661969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12C6AA6F-4E18-7C3A-3CCD-04726DD46695}"/>
                  </a:ext>
                </a:extLst>
              </p:cNvPr>
              <p:cNvSpPr/>
              <p:nvPr/>
            </p:nvSpPr>
            <p:spPr>
              <a:xfrm flipH="1" flipV="1">
                <a:off x="1799938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00F703A-E57E-2682-D8BD-6F769C49F3ED}"/>
                  </a:ext>
                </a:extLst>
              </p:cNvPr>
              <p:cNvSpPr/>
              <p:nvPr/>
            </p:nvSpPr>
            <p:spPr>
              <a:xfrm flipH="1" flipV="1">
                <a:off x="1937907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C9BEECB0-7C19-031C-21AC-8DA85ED4D165}"/>
                  </a:ext>
                </a:extLst>
              </p:cNvPr>
              <p:cNvSpPr/>
              <p:nvPr/>
            </p:nvSpPr>
            <p:spPr>
              <a:xfrm flipH="1" flipV="1">
                <a:off x="1524000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577640FE-9CEA-675D-8340-4557A681EE8D}"/>
                  </a:ext>
                </a:extLst>
              </p:cNvPr>
              <p:cNvSpPr/>
              <p:nvPr/>
            </p:nvSpPr>
            <p:spPr>
              <a:xfrm flipH="1" flipV="1">
                <a:off x="1661969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A673533A-C1A3-5FAB-87FE-6ECDE943F66F}"/>
                  </a:ext>
                </a:extLst>
              </p:cNvPr>
              <p:cNvSpPr/>
              <p:nvPr/>
            </p:nvSpPr>
            <p:spPr>
              <a:xfrm flipH="1" flipV="1">
                <a:off x="1799938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C1767DCE-9B6D-8D85-8143-2C3E658172DF}"/>
                  </a:ext>
                </a:extLst>
              </p:cNvPr>
              <p:cNvSpPr/>
              <p:nvPr/>
            </p:nvSpPr>
            <p:spPr>
              <a:xfrm flipH="1" flipV="1">
                <a:off x="1937907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6CCE947C-DD2B-7F59-41A9-6EE82054FCBC}"/>
                  </a:ext>
                </a:extLst>
              </p:cNvPr>
              <p:cNvSpPr/>
              <p:nvPr/>
            </p:nvSpPr>
            <p:spPr>
              <a:xfrm flipH="1" flipV="1">
                <a:off x="1524000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A8BBBC11-5D71-3C26-B893-9AA1FAC64734}"/>
                  </a:ext>
                </a:extLst>
              </p:cNvPr>
              <p:cNvSpPr/>
              <p:nvPr/>
            </p:nvSpPr>
            <p:spPr>
              <a:xfrm flipH="1" flipV="1">
                <a:off x="1661969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43A125BA-B4AE-59C9-03F2-EC823166A304}"/>
                  </a:ext>
                </a:extLst>
              </p:cNvPr>
              <p:cNvSpPr/>
              <p:nvPr/>
            </p:nvSpPr>
            <p:spPr>
              <a:xfrm flipH="1" flipV="1">
                <a:off x="1799938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2476A53B-CB49-A36D-3BE1-046B48860A7F}"/>
                  </a:ext>
                </a:extLst>
              </p:cNvPr>
              <p:cNvSpPr/>
              <p:nvPr/>
            </p:nvSpPr>
            <p:spPr>
              <a:xfrm flipH="1" flipV="1">
                <a:off x="1937907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2A449B0B-0E20-81F8-7A88-C3885F6DFECC}"/>
                  </a:ext>
                </a:extLst>
              </p:cNvPr>
              <p:cNvSpPr/>
              <p:nvPr/>
            </p:nvSpPr>
            <p:spPr>
              <a:xfrm flipH="1" flipV="1">
                <a:off x="1524000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3067FAFD-A0DA-1E03-C16D-5D8DEE94CAF9}"/>
                  </a:ext>
                </a:extLst>
              </p:cNvPr>
              <p:cNvSpPr/>
              <p:nvPr/>
            </p:nvSpPr>
            <p:spPr>
              <a:xfrm flipH="1" flipV="1">
                <a:off x="1661969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6FBCC0B1-4811-26A7-0206-B08F314858D8}"/>
                  </a:ext>
                </a:extLst>
              </p:cNvPr>
              <p:cNvSpPr/>
              <p:nvPr/>
            </p:nvSpPr>
            <p:spPr>
              <a:xfrm flipH="1" flipV="1">
                <a:off x="1799938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6D05BDB0-73B8-9441-2E56-CDA83834CE20}"/>
                  </a:ext>
                </a:extLst>
              </p:cNvPr>
              <p:cNvSpPr/>
              <p:nvPr/>
            </p:nvSpPr>
            <p:spPr>
              <a:xfrm flipH="1" flipV="1">
                <a:off x="1937907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ED1C792-922A-CA0F-5204-0B992C0D838B}"/>
                  </a:ext>
                </a:extLst>
              </p:cNvPr>
              <p:cNvSpPr/>
              <p:nvPr/>
            </p:nvSpPr>
            <p:spPr>
              <a:xfrm flipH="1" flipV="1">
                <a:off x="1524000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5A63171C-FFFE-AE45-675C-31C4A44593E0}"/>
                  </a:ext>
                </a:extLst>
              </p:cNvPr>
              <p:cNvSpPr/>
              <p:nvPr/>
            </p:nvSpPr>
            <p:spPr>
              <a:xfrm flipH="1" flipV="1">
                <a:off x="1661969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8292E2C-CF34-F7A8-B366-886055773187}"/>
                  </a:ext>
                </a:extLst>
              </p:cNvPr>
              <p:cNvSpPr/>
              <p:nvPr/>
            </p:nvSpPr>
            <p:spPr>
              <a:xfrm flipH="1" flipV="1">
                <a:off x="1799938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9D8E2B1D-48E9-C7FD-5495-3CC443A5DFAD}"/>
                  </a:ext>
                </a:extLst>
              </p:cNvPr>
              <p:cNvSpPr/>
              <p:nvPr/>
            </p:nvSpPr>
            <p:spPr>
              <a:xfrm flipH="1" flipV="1">
                <a:off x="1937907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3386FA0-54B5-BAE7-7011-6E89A2D020A8}"/>
                  </a:ext>
                </a:extLst>
              </p:cNvPr>
              <p:cNvSpPr/>
              <p:nvPr/>
            </p:nvSpPr>
            <p:spPr>
              <a:xfrm flipH="1" flipV="1">
                <a:off x="1524000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9CF2511F-AF23-353F-6A30-3187947CFE1A}"/>
                  </a:ext>
                </a:extLst>
              </p:cNvPr>
              <p:cNvSpPr/>
              <p:nvPr/>
            </p:nvSpPr>
            <p:spPr>
              <a:xfrm flipH="1" flipV="1">
                <a:off x="1661969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E394262-2E88-A0B9-136B-62D2E7BC2E6B}"/>
                  </a:ext>
                </a:extLst>
              </p:cNvPr>
              <p:cNvSpPr/>
              <p:nvPr/>
            </p:nvSpPr>
            <p:spPr>
              <a:xfrm flipH="1" flipV="1">
                <a:off x="1799938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F38BAFBC-83CA-EABB-1B67-861690C800E9}"/>
                  </a:ext>
                </a:extLst>
              </p:cNvPr>
              <p:cNvSpPr/>
              <p:nvPr/>
            </p:nvSpPr>
            <p:spPr>
              <a:xfrm flipH="1" flipV="1">
                <a:off x="1937907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1FE00A33-7B25-1D86-DC63-1E96E889F187}"/>
                  </a:ext>
                </a:extLst>
              </p:cNvPr>
              <p:cNvSpPr/>
              <p:nvPr/>
            </p:nvSpPr>
            <p:spPr>
              <a:xfrm flipH="1" flipV="1">
                <a:off x="1524000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18EE56F-5D5A-14E7-A5F6-550A009BA8FB}"/>
                  </a:ext>
                </a:extLst>
              </p:cNvPr>
              <p:cNvSpPr/>
              <p:nvPr/>
            </p:nvSpPr>
            <p:spPr>
              <a:xfrm flipH="1" flipV="1">
                <a:off x="1661969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C1F261D9-D2D3-8B44-1314-3DF9C7C9DA35}"/>
                  </a:ext>
                </a:extLst>
              </p:cNvPr>
              <p:cNvSpPr/>
              <p:nvPr/>
            </p:nvSpPr>
            <p:spPr>
              <a:xfrm flipH="1" flipV="1">
                <a:off x="1799938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9E77B983-3831-A755-1E9A-882C479D65A2}"/>
                  </a:ext>
                </a:extLst>
              </p:cNvPr>
              <p:cNvSpPr/>
              <p:nvPr/>
            </p:nvSpPr>
            <p:spPr>
              <a:xfrm flipH="1" flipV="1">
                <a:off x="1937907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B5498712-1C65-B5A9-73FD-6FAFCA473221}"/>
                  </a:ext>
                </a:extLst>
              </p:cNvPr>
              <p:cNvSpPr/>
              <p:nvPr/>
            </p:nvSpPr>
            <p:spPr>
              <a:xfrm flipH="1" flipV="1">
                <a:off x="1524000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597E0632-9A7A-BC93-27DD-C190776D0C82}"/>
                  </a:ext>
                </a:extLst>
              </p:cNvPr>
              <p:cNvSpPr/>
              <p:nvPr/>
            </p:nvSpPr>
            <p:spPr>
              <a:xfrm flipH="1" flipV="1">
                <a:off x="1661969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01BF4310-E88D-28CC-C8E3-4E3F3FB84BB8}"/>
                  </a:ext>
                </a:extLst>
              </p:cNvPr>
              <p:cNvSpPr/>
              <p:nvPr/>
            </p:nvSpPr>
            <p:spPr>
              <a:xfrm flipH="1" flipV="1">
                <a:off x="1799938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B81BA851-DA71-9824-3366-9028E24D8100}"/>
                  </a:ext>
                </a:extLst>
              </p:cNvPr>
              <p:cNvSpPr/>
              <p:nvPr/>
            </p:nvSpPr>
            <p:spPr>
              <a:xfrm flipH="1" flipV="1">
                <a:off x="1937907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1A14F2D7-5265-E9E7-55F1-E1C2A6B441A9}"/>
                  </a:ext>
                </a:extLst>
              </p:cNvPr>
              <p:cNvSpPr/>
              <p:nvPr/>
            </p:nvSpPr>
            <p:spPr>
              <a:xfrm flipH="1" flipV="1">
                <a:off x="1524000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8ECD522-7353-914E-8263-6C2B5A8CA0E1}"/>
                  </a:ext>
                </a:extLst>
              </p:cNvPr>
              <p:cNvSpPr/>
              <p:nvPr/>
            </p:nvSpPr>
            <p:spPr>
              <a:xfrm flipH="1" flipV="1">
                <a:off x="1661969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C5908EF4-6BA3-ACCF-B1A9-A5F961195809}"/>
                  </a:ext>
                </a:extLst>
              </p:cNvPr>
              <p:cNvSpPr/>
              <p:nvPr/>
            </p:nvSpPr>
            <p:spPr>
              <a:xfrm flipH="1" flipV="1">
                <a:off x="1799938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538995E4-EA06-E7A8-B760-3A658C3275CD}"/>
                  </a:ext>
                </a:extLst>
              </p:cNvPr>
              <p:cNvSpPr/>
              <p:nvPr/>
            </p:nvSpPr>
            <p:spPr>
              <a:xfrm flipH="1" flipV="1">
                <a:off x="1937907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4A994A42-3FD4-57DA-161F-2F71E4284C74}"/>
                  </a:ext>
                </a:extLst>
              </p:cNvPr>
              <p:cNvSpPr/>
              <p:nvPr/>
            </p:nvSpPr>
            <p:spPr>
              <a:xfrm flipH="1" flipV="1">
                <a:off x="1524000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5B85037E-ECBB-71A1-B62D-C94635746DBB}"/>
                  </a:ext>
                </a:extLst>
              </p:cNvPr>
              <p:cNvSpPr/>
              <p:nvPr/>
            </p:nvSpPr>
            <p:spPr>
              <a:xfrm flipH="1" flipV="1">
                <a:off x="1661969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3AE52E36-C3CD-B762-6E07-94CA73E42C1D}"/>
                  </a:ext>
                </a:extLst>
              </p:cNvPr>
              <p:cNvSpPr/>
              <p:nvPr/>
            </p:nvSpPr>
            <p:spPr>
              <a:xfrm flipH="1" flipV="1">
                <a:off x="1799938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380B4893-DDB3-BB74-B10A-82A20D1D728F}"/>
                  </a:ext>
                </a:extLst>
              </p:cNvPr>
              <p:cNvSpPr/>
              <p:nvPr/>
            </p:nvSpPr>
            <p:spPr>
              <a:xfrm flipH="1" flipV="1">
                <a:off x="1937907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05385B9-FB30-A3BC-ADF0-A96B9A796E24}"/>
                  </a:ext>
                </a:extLst>
              </p:cNvPr>
              <p:cNvSpPr/>
              <p:nvPr/>
            </p:nvSpPr>
            <p:spPr>
              <a:xfrm flipH="1" flipV="1">
                <a:off x="1524000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F33C6E23-E919-8637-E27C-39F160604BBC}"/>
                  </a:ext>
                </a:extLst>
              </p:cNvPr>
              <p:cNvSpPr/>
              <p:nvPr/>
            </p:nvSpPr>
            <p:spPr>
              <a:xfrm flipH="1" flipV="1">
                <a:off x="1661969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87E60D78-6EED-EE21-32B2-D372C1DD40A5}"/>
                  </a:ext>
                </a:extLst>
              </p:cNvPr>
              <p:cNvSpPr/>
              <p:nvPr/>
            </p:nvSpPr>
            <p:spPr>
              <a:xfrm flipH="1" flipV="1">
                <a:off x="1799938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2BD1F427-EE85-34D3-C6EE-895E8A30BDCD}"/>
                  </a:ext>
                </a:extLst>
              </p:cNvPr>
              <p:cNvSpPr/>
              <p:nvPr/>
            </p:nvSpPr>
            <p:spPr>
              <a:xfrm flipH="1" flipV="1">
                <a:off x="1937907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57F1A7BD-3E63-64BA-04D3-E57C89159281}"/>
                  </a:ext>
                </a:extLst>
              </p:cNvPr>
              <p:cNvSpPr/>
              <p:nvPr/>
            </p:nvSpPr>
            <p:spPr>
              <a:xfrm flipH="1" flipV="1">
                <a:off x="2426472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EE0465DA-2B6E-D216-43A1-4AC59FB4F804}"/>
                  </a:ext>
                </a:extLst>
              </p:cNvPr>
              <p:cNvSpPr/>
              <p:nvPr/>
            </p:nvSpPr>
            <p:spPr>
              <a:xfrm flipH="1" flipV="1">
                <a:off x="2564441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0728AE9B-89A1-3331-108E-4FCE09FF6E92}"/>
                  </a:ext>
                </a:extLst>
              </p:cNvPr>
              <p:cNvSpPr/>
              <p:nvPr/>
            </p:nvSpPr>
            <p:spPr>
              <a:xfrm flipH="1" flipV="1">
                <a:off x="2426472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1DE01518-EEEE-1165-A610-DAAD3286CFD9}"/>
                  </a:ext>
                </a:extLst>
              </p:cNvPr>
              <p:cNvSpPr/>
              <p:nvPr/>
            </p:nvSpPr>
            <p:spPr>
              <a:xfrm flipH="1" flipV="1">
                <a:off x="2564441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E8733A37-A413-CE7D-2CA3-92B1073BD33A}"/>
                  </a:ext>
                </a:extLst>
              </p:cNvPr>
              <p:cNvSpPr/>
              <p:nvPr/>
            </p:nvSpPr>
            <p:spPr>
              <a:xfrm flipH="1" flipV="1">
                <a:off x="2426472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D1321442-43AA-0B05-D164-BC8E0403AFBA}"/>
                  </a:ext>
                </a:extLst>
              </p:cNvPr>
              <p:cNvSpPr/>
              <p:nvPr/>
            </p:nvSpPr>
            <p:spPr>
              <a:xfrm flipH="1" flipV="1">
                <a:off x="2564441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A20DCD20-0459-2C3B-8B1E-B7FDDC756E8C}"/>
                  </a:ext>
                </a:extLst>
              </p:cNvPr>
              <p:cNvSpPr/>
              <p:nvPr/>
            </p:nvSpPr>
            <p:spPr>
              <a:xfrm flipH="1" flipV="1">
                <a:off x="2426472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45A852CD-62DB-C3C6-D2A3-CE4DD7E069B7}"/>
                  </a:ext>
                </a:extLst>
              </p:cNvPr>
              <p:cNvSpPr/>
              <p:nvPr/>
            </p:nvSpPr>
            <p:spPr>
              <a:xfrm flipH="1" flipV="1">
                <a:off x="2564441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9A332248-EE0F-A102-F3A7-4625C5903CDC}"/>
                  </a:ext>
                </a:extLst>
              </p:cNvPr>
              <p:cNvSpPr/>
              <p:nvPr/>
            </p:nvSpPr>
            <p:spPr>
              <a:xfrm flipH="1" flipV="1">
                <a:off x="2426472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6F2C6226-AEA9-10B8-10AF-BD69A7897019}"/>
                  </a:ext>
                </a:extLst>
              </p:cNvPr>
              <p:cNvSpPr/>
              <p:nvPr/>
            </p:nvSpPr>
            <p:spPr>
              <a:xfrm flipH="1" flipV="1">
                <a:off x="2564441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9E052FBD-0F20-E363-709E-DB1C0A96F000}"/>
                  </a:ext>
                </a:extLst>
              </p:cNvPr>
              <p:cNvSpPr/>
              <p:nvPr/>
            </p:nvSpPr>
            <p:spPr>
              <a:xfrm flipH="1" flipV="1">
                <a:off x="2426472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1D20FFD5-DB4D-2D71-CAC2-93AF5C8203E2}"/>
                  </a:ext>
                </a:extLst>
              </p:cNvPr>
              <p:cNvSpPr/>
              <p:nvPr/>
            </p:nvSpPr>
            <p:spPr>
              <a:xfrm flipH="1" flipV="1">
                <a:off x="2564441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5B09CC39-8038-49A1-1EED-DAFA518F4CB1}"/>
                  </a:ext>
                </a:extLst>
              </p:cNvPr>
              <p:cNvSpPr/>
              <p:nvPr/>
            </p:nvSpPr>
            <p:spPr>
              <a:xfrm flipH="1" flipV="1">
                <a:off x="2426472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EB727B0-4E2F-9557-689A-FB33D3AE738D}"/>
                  </a:ext>
                </a:extLst>
              </p:cNvPr>
              <p:cNvSpPr/>
              <p:nvPr/>
            </p:nvSpPr>
            <p:spPr>
              <a:xfrm flipH="1" flipV="1">
                <a:off x="2564441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EA6D8C72-A719-68CB-5012-237E7C739B27}"/>
                  </a:ext>
                </a:extLst>
              </p:cNvPr>
              <p:cNvSpPr/>
              <p:nvPr/>
            </p:nvSpPr>
            <p:spPr>
              <a:xfrm flipH="1" flipV="1">
                <a:off x="2426472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FC94ECFD-337D-2746-51D9-2B4D50381BF9}"/>
                  </a:ext>
                </a:extLst>
              </p:cNvPr>
              <p:cNvSpPr/>
              <p:nvPr/>
            </p:nvSpPr>
            <p:spPr>
              <a:xfrm flipH="1" flipV="1">
                <a:off x="2564441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4C5769BC-47D3-71E4-BBAE-B58369418B6F}"/>
                  </a:ext>
                </a:extLst>
              </p:cNvPr>
              <p:cNvSpPr/>
              <p:nvPr/>
            </p:nvSpPr>
            <p:spPr>
              <a:xfrm flipH="1" flipV="1">
                <a:off x="2426472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0CFF1100-D13C-38BB-A44B-F331416FFFF5}"/>
                  </a:ext>
                </a:extLst>
              </p:cNvPr>
              <p:cNvSpPr/>
              <p:nvPr/>
            </p:nvSpPr>
            <p:spPr>
              <a:xfrm flipH="1" flipV="1">
                <a:off x="2564441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3F07FC20-ED70-79E8-BAC5-FB71126F1512}"/>
                  </a:ext>
                </a:extLst>
              </p:cNvPr>
              <p:cNvSpPr/>
              <p:nvPr/>
            </p:nvSpPr>
            <p:spPr>
              <a:xfrm flipH="1" flipV="1">
                <a:off x="2426472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5E1458BB-7394-51F0-66D1-A1228140E92F}"/>
                  </a:ext>
                </a:extLst>
              </p:cNvPr>
              <p:cNvSpPr/>
              <p:nvPr/>
            </p:nvSpPr>
            <p:spPr>
              <a:xfrm flipH="1" flipV="1">
                <a:off x="2564441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08A95374-3AA0-E2AF-1E6E-888DC34356AF}"/>
                  </a:ext>
                </a:extLst>
              </p:cNvPr>
              <p:cNvSpPr/>
              <p:nvPr/>
            </p:nvSpPr>
            <p:spPr>
              <a:xfrm flipH="1" flipV="1">
                <a:off x="2426472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3BCA8D68-6620-4B64-702E-C5AFDBF72423}"/>
                  </a:ext>
                </a:extLst>
              </p:cNvPr>
              <p:cNvSpPr/>
              <p:nvPr/>
            </p:nvSpPr>
            <p:spPr>
              <a:xfrm flipH="1" flipV="1">
                <a:off x="2564441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12C66B7C-9A02-4677-8DA1-EF2B34547080}"/>
                  </a:ext>
                </a:extLst>
              </p:cNvPr>
              <p:cNvSpPr/>
              <p:nvPr/>
            </p:nvSpPr>
            <p:spPr>
              <a:xfrm flipH="1" flipV="1">
                <a:off x="2426472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826863A6-16DF-0F0B-492D-56E973BF866A}"/>
                  </a:ext>
                </a:extLst>
              </p:cNvPr>
              <p:cNvSpPr/>
              <p:nvPr/>
            </p:nvSpPr>
            <p:spPr>
              <a:xfrm flipH="1" flipV="1">
                <a:off x="2564441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D4CE387-7E43-9E6F-226E-1581A862DAE4}"/>
              </a:ext>
            </a:extLst>
          </p:cNvPr>
          <p:cNvGrpSpPr/>
          <p:nvPr/>
        </p:nvGrpSpPr>
        <p:grpSpPr>
          <a:xfrm>
            <a:off x="4703750" y="4084007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AADF4C5-17FF-B9B7-6A60-81058101A9E4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5AE160CB-0D11-4735-EF46-2CBB6445BB6E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81DB1FC-8D4B-15F3-92E0-F9D6909B6AD6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5BEABAC-5C78-24FB-4A75-CDBC809B9A62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599B65DB-42F2-8B7B-3EA3-8B6C877AA247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A4EAE704-5E56-D489-DDC7-75B0CC5E35A9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004DA43-9817-AE2F-0BCC-1BB20B5BD3BE}"/>
              </a:ext>
            </a:extLst>
          </p:cNvPr>
          <p:cNvGrpSpPr/>
          <p:nvPr/>
        </p:nvGrpSpPr>
        <p:grpSpPr>
          <a:xfrm>
            <a:off x="4703750" y="4178998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4AFDFF56-9B77-9111-E64E-F984272C784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BAFE4B27-EDFC-C188-B238-89F1E58C4437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9C41A9C0-C06D-D3C2-89E3-890CF266355E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3071316C-0639-94F8-9068-1B1A5A56265E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72D2A58E-A23B-72E7-A490-8563949EFB56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6F2829A7-DAA6-2722-994A-14A9FB2E44AE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AC2AF0D0-C84E-5DD1-5B53-D700C88E05A0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E1640CE-99E6-3A81-DABE-D62B6B4F4D64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3EDE9A3E-6F3F-9BEB-20F0-7E8A4B41263B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1566573A-462F-68C5-76BA-8E4059781352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6FF0FCB4-24F0-2BDA-0CF7-976E12A4ECE7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F3CAC416-1C8E-DE11-FA75-E8C49B8167A2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3202A084-63F0-B718-CD29-189EDFDA9F10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9044E3E-425C-F22E-F63B-1BF1A5EB3CCE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577F140-83AE-6924-73FE-A2A99387CA13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8D9BF3C3-F049-ECF4-FEDA-EE159B07D2A5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1C09B4D6-CEC3-908F-CCAF-199EFB2FDCBE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E0CEA05E-9780-3119-6C30-6E745EF7027C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26689935-8D95-49AD-F0E0-68045AB5A4E1}"/>
              </a:ext>
            </a:extLst>
          </p:cNvPr>
          <p:cNvSpPr txBox="1"/>
          <p:nvPr/>
        </p:nvSpPr>
        <p:spPr bwMode="auto">
          <a:xfrm>
            <a:off x="6290732" y="2266949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Training Data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91A0B150-53EB-8F21-4523-F61D2F542AB7}"/>
              </a:ext>
            </a:extLst>
          </p:cNvPr>
          <p:cNvSpPr txBox="1"/>
          <p:nvPr/>
        </p:nvSpPr>
        <p:spPr bwMode="auto">
          <a:xfrm>
            <a:off x="6290732" y="4171082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Testing Data</a:t>
            </a:r>
          </a:p>
        </p:txBody>
      </p:sp>
      <p:cxnSp>
        <p:nvCxnSpPr>
          <p:cNvPr id="316" name="Elbow Connector 315">
            <a:extLst>
              <a:ext uri="{FF2B5EF4-FFF2-40B4-BE49-F238E27FC236}">
                <a16:creationId xmlns:a16="http://schemas.microsoft.com/office/drawing/2014/main" id="{EFE6CFE2-1904-B159-F538-C6030895C7A4}"/>
              </a:ext>
            </a:extLst>
          </p:cNvPr>
          <p:cNvCxnSpPr>
            <a:cxnSpLocks/>
            <a:endCxn id="227" idx="3"/>
          </p:cNvCxnSpPr>
          <p:nvPr/>
        </p:nvCxnSpPr>
        <p:spPr>
          <a:xfrm flipV="1">
            <a:off x="3335867" y="2354561"/>
            <a:ext cx="1364972" cy="84583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Elbow Connector 318">
            <a:extLst>
              <a:ext uri="{FF2B5EF4-FFF2-40B4-BE49-F238E27FC236}">
                <a16:creationId xmlns:a16="http://schemas.microsoft.com/office/drawing/2014/main" id="{6F2AD486-34DB-631D-A245-4B17A4394722}"/>
              </a:ext>
            </a:extLst>
          </p:cNvPr>
          <p:cNvCxnSpPr>
            <a:cxnSpLocks/>
          </p:cNvCxnSpPr>
          <p:nvPr/>
        </p:nvCxnSpPr>
        <p:spPr>
          <a:xfrm>
            <a:off x="3335867" y="3200400"/>
            <a:ext cx="1364972" cy="110913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525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/>
      <p:bldP spid="3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516299-ADC7-0F7B-06C3-30433BC5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Hypotheses and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378957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7159B6-7D8F-6B30-0447-1E606BB2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5366A-8AD5-40D0-9A44-F2502E936D3A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CFDDF-3F6D-6B26-1474-D93F780D923C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486D57-32E1-D5D3-D52C-2644B6F30FB1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607E9-1F27-A3BB-1934-E3DF354D4FB0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FAA73A-0E57-DBAE-7CC9-6A761AA8D399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BDBDAF5-F5A3-EFE5-D7CD-2E908D9B1AA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B044D39-44FC-962F-25EA-17A1C28121C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D847C22-38E5-6C37-858B-605000666904}"/>
              </a:ext>
            </a:extLst>
          </p:cNvPr>
          <p:cNvSpPr/>
          <p:nvPr/>
        </p:nvSpPr>
        <p:spPr>
          <a:xfrm>
            <a:off x="403189" y="2992340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Linear Regression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93B248-34DF-63D2-90A1-184924B28E47}"/>
              </a:ext>
            </a:extLst>
          </p:cNvPr>
          <p:cNvSpPr/>
          <p:nvPr/>
        </p:nvSpPr>
        <p:spPr>
          <a:xfrm>
            <a:off x="2291738" y="2992340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Neural Networks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562BDA-50AA-D708-A2CC-C8A7734CA0A0}"/>
              </a:ext>
            </a:extLst>
          </p:cNvPr>
          <p:cNvSpPr/>
          <p:nvPr/>
        </p:nvSpPr>
        <p:spPr>
          <a:xfrm>
            <a:off x="4180288" y="2993428"/>
            <a:ext cx="2380092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And many other algorithms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FF12AEB-8490-7653-662C-DF1E28727A91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5400000">
            <a:off x="1430072" y="2250381"/>
            <a:ext cx="486354" cy="99756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B61B878-99B0-F800-9E9E-C3935D4E22AD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6200000" flipH="1">
            <a:off x="2374346" y="2303671"/>
            <a:ext cx="486354" cy="890984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B6E0DDAC-1BB2-8362-1802-8F63FFEB7D21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 rot="16200000" flipH="1">
            <a:off x="3527461" y="1150555"/>
            <a:ext cx="487442" cy="3198303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3BD934D-1BA6-561A-1D50-E3CCBADD2846}"/>
              </a:ext>
            </a:extLst>
          </p:cNvPr>
          <p:cNvSpPr/>
          <p:nvPr/>
        </p:nvSpPr>
        <p:spPr>
          <a:xfrm>
            <a:off x="399933" y="2992340"/>
            <a:ext cx="1542554" cy="59634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1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53D9D-0DD8-40B0-787B-D0D0821F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Models (Single Variable)</a:t>
            </a:r>
          </a:p>
        </p:txBody>
      </p:sp>
    </p:spTree>
    <p:extLst>
      <p:ext uri="{BB962C8B-B14F-4D97-AF65-F5344CB8AC3E}">
        <p14:creationId xmlns:p14="http://schemas.microsoft.com/office/powerpoint/2010/main" val="38928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6BC564-2025-A67D-81ED-8EE57EF4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Single Variable Linear Regression (Closed Form Solution)</a:t>
            </a:r>
          </a:p>
        </p:txBody>
      </p:sp>
    </p:spTree>
    <p:extLst>
      <p:ext uri="{BB962C8B-B14F-4D97-AF65-F5344CB8AC3E}">
        <p14:creationId xmlns:p14="http://schemas.microsoft.com/office/powerpoint/2010/main" val="4196524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D7B894-F7AA-09E8-4321-9CE10EAEACD1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What if the output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is a linear function of multiple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600" dirty="0"/>
                  <a:t>: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We can sort out training data into matrix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n-US" sz="1600" b="0" dirty="0"/>
              </a:p>
              <a:p>
                <a:pPr marL="0" indent="0">
                  <a:buNone/>
                </a:pPr>
                <a:r>
                  <a:rPr lang="en-US" sz="1600" dirty="0"/>
                  <a:t>Here,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/>
                  <a:t> is an augmented input matrix</a:t>
                </a:r>
                <a:endParaRPr lang="en-US" sz="1600" b="0" dirty="0"/>
              </a:p>
              <a:p>
                <a:pPr marL="0" indent="0">
                  <a:buNone/>
                </a:pPr>
                <a:r>
                  <a:rPr lang="en-US" sz="1600" dirty="0"/>
                  <a:t>The Solution for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600" dirty="0"/>
                  <a:t> remains the same: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D7B894-F7AA-09E8-4321-9CE10EAEA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  <a:blipFill>
                <a:blip r:embed="rId2"/>
                <a:stretch>
                  <a:fillRect l="-457" t="-34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B9908E9-B0C8-2177-EC0B-53F05501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Generalization of Linear Regression (Multivariate linear regression)</a:t>
            </a:r>
          </a:p>
        </p:txBody>
      </p:sp>
    </p:spTree>
    <p:extLst>
      <p:ext uri="{BB962C8B-B14F-4D97-AF65-F5344CB8AC3E}">
        <p14:creationId xmlns:p14="http://schemas.microsoft.com/office/powerpoint/2010/main" val="528445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BA99-4964-4726-852B-87612B9C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F840553-2C06-28C8-72BB-1049AF5165EA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What if the output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is a polynomial function of one input?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We can sort out training data into matrix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n-US" sz="1600" b="0" dirty="0"/>
              </a:p>
              <a:p>
                <a:pPr marL="0" indent="0">
                  <a:buNone/>
                </a:pPr>
                <a:r>
                  <a:rPr lang="en-US" sz="1600" dirty="0"/>
                  <a:t>Here,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b="0" dirty="0"/>
                  <a:t> is an augmented input matrix</a:t>
                </a:r>
              </a:p>
              <a:p>
                <a:pPr marL="0" indent="0">
                  <a:buNone/>
                </a:pPr>
                <a:r>
                  <a:rPr lang="en-US" sz="1600" dirty="0"/>
                  <a:t>The Solution for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600" dirty="0"/>
                  <a:t> remains the same: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F840553-2C06-28C8-72BB-1049AF516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  <a:blipFill>
                <a:blip r:embed="rId2"/>
                <a:stretch>
                  <a:fillRect l="-457" t="-34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B7E6FF5-3F66-09F6-BCAF-06734467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Generalization of Linear Regression (Polynomial regression)</a:t>
            </a:r>
          </a:p>
        </p:txBody>
      </p:sp>
    </p:spTree>
    <p:extLst>
      <p:ext uri="{BB962C8B-B14F-4D97-AF65-F5344CB8AC3E}">
        <p14:creationId xmlns:p14="http://schemas.microsoft.com/office/powerpoint/2010/main" val="1476012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SLIDE_THUMBNAIL_REFRESH" val="1"/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6684</TotalTime>
  <Words>285</Words>
  <Application>Microsoft Macintosh PowerPoint</Application>
  <PresentationFormat>On-screen Show (16:9)</PresentationFormat>
  <Paragraphs>61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Palatino Linotype</vt:lpstr>
      <vt:lpstr>CP_ppt_standard_v1</vt:lpstr>
      <vt:lpstr>Supervised Learning and Linear Regression</vt:lpstr>
      <vt:lpstr>Overview</vt:lpstr>
      <vt:lpstr>Machine Learning Types</vt:lpstr>
      <vt:lpstr>Supervised Learning Goal</vt:lpstr>
      <vt:lpstr>Hypotheses and Generalization</vt:lpstr>
      <vt:lpstr>Machine Learning Types</vt:lpstr>
      <vt:lpstr>Linear Regression Models (Single Variable)</vt:lpstr>
      <vt:lpstr>Single Variable Linear Regression (Closed Form Solution)</vt:lpstr>
      <vt:lpstr>Generalization of Linear Regression (Multivariate linear regression)</vt:lpstr>
      <vt:lpstr>Generalization of Linear Regression (Polynomial regression)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196</cp:revision>
  <dcterms:modified xsi:type="dcterms:W3CDTF">2026-09-04T00:07:51Z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